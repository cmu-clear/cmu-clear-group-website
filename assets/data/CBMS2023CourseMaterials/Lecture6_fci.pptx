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94" r:id="rId3"/>
  </p:sldMasterIdLst>
  <p:notesMasterIdLst>
    <p:notesMasterId r:id="rId72"/>
  </p:notesMasterIdLst>
  <p:sldIdLst>
    <p:sldId id="691" r:id="rId4"/>
    <p:sldId id="256" r:id="rId5"/>
    <p:sldId id="672" r:id="rId6"/>
    <p:sldId id="668" r:id="rId7"/>
    <p:sldId id="666" r:id="rId8"/>
    <p:sldId id="301" r:id="rId9"/>
    <p:sldId id="300" r:id="rId10"/>
    <p:sldId id="510" r:id="rId11"/>
    <p:sldId id="511" r:id="rId12"/>
    <p:sldId id="524" r:id="rId13"/>
    <p:sldId id="587" r:id="rId14"/>
    <p:sldId id="513" r:id="rId15"/>
    <p:sldId id="514" r:id="rId16"/>
    <p:sldId id="515" r:id="rId17"/>
    <p:sldId id="516" r:id="rId18"/>
    <p:sldId id="688" r:id="rId19"/>
    <p:sldId id="678" r:id="rId20"/>
    <p:sldId id="679" r:id="rId21"/>
    <p:sldId id="354" r:id="rId22"/>
    <p:sldId id="355" r:id="rId23"/>
    <p:sldId id="356" r:id="rId24"/>
    <p:sldId id="357" r:id="rId25"/>
    <p:sldId id="358" r:id="rId26"/>
    <p:sldId id="359" r:id="rId27"/>
    <p:sldId id="360" r:id="rId28"/>
    <p:sldId id="361" r:id="rId29"/>
    <p:sldId id="370" r:id="rId30"/>
    <p:sldId id="371" r:id="rId31"/>
    <p:sldId id="377" r:id="rId32"/>
    <p:sldId id="378" r:id="rId33"/>
    <p:sldId id="380" r:id="rId34"/>
    <p:sldId id="541" r:id="rId35"/>
    <p:sldId id="548" r:id="rId36"/>
    <p:sldId id="549" r:id="rId37"/>
    <p:sldId id="419" r:id="rId38"/>
    <p:sldId id="681" r:id="rId39"/>
    <p:sldId id="683" r:id="rId40"/>
    <p:sldId id="544" r:id="rId41"/>
    <p:sldId id="545" r:id="rId42"/>
    <p:sldId id="450" r:id="rId43"/>
    <p:sldId id="507" r:id="rId44"/>
    <p:sldId id="490" r:id="rId45"/>
    <p:sldId id="563" r:id="rId46"/>
    <p:sldId id="571" r:id="rId47"/>
    <p:sldId id="648" r:id="rId48"/>
    <p:sldId id="385" r:id="rId49"/>
    <p:sldId id="682" r:id="rId50"/>
    <p:sldId id="574" r:id="rId51"/>
    <p:sldId id="686" r:id="rId52"/>
    <p:sldId id="647" r:id="rId53"/>
    <p:sldId id="649" r:id="rId54"/>
    <p:sldId id="577" r:id="rId55"/>
    <p:sldId id="675" r:id="rId56"/>
    <p:sldId id="352" r:id="rId57"/>
    <p:sldId id="578" r:id="rId58"/>
    <p:sldId id="690" r:id="rId59"/>
    <p:sldId id="579" r:id="rId60"/>
    <p:sldId id="556" r:id="rId61"/>
    <p:sldId id="317" r:id="rId62"/>
    <p:sldId id="387" r:id="rId63"/>
    <p:sldId id="386" r:id="rId64"/>
    <p:sldId id="521" r:id="rId65"/>
    <p:sldId id="684" r:id="rId66"/>
    <p:sldId id="685" r:id="rId67"/>
    <p:sldId id="687" r:id="rId68"/>
    <p:sldId id="650" r:id="rId69"/>
    <p:sldId id="651" r:id="rId70"/>
    <p:sldId id="68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49"/>
    <p:restoredTop sz="96018"/>
  </p:normalViewPr>
  <p:slideViewPr>
    <p:cSldViewPr snapToGrid="0">
      <p:cViewPr varScale="1">
        <p:scale>
          <a:sx n="126" d="100"/>
          <a:sy n="126" d="100"/>
        </p:scale>
        <p:origin x="2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8970FA-9C27-1545-A3B8-79C431085571}" type="datetimeFigureOut">
              <a:t>5/17/23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30FAB-2A95-D349-87B4-DF1827289F69}" type="slidenum">
              <a:t>‹#›</a:t>
            </a:fld>
            <a:endParaRPr lang="en-US"/>
          </a:p>
        </p:txBody>
      </p:sp>
    </p:spTree>
    <p:extLst>
      <p:ext uri="{BB962C8B-B14F-4D97-AF65-F5344CB8AC3E}">
        <p14:creationId xmlns:p14="http://schemas.microsoft.com/office/powerpoint/2010/main" val="272279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xfrm>
            <a:off x="381000" y="685800"/>
            <a:ext cx="6096000" cy="3429000"/>
          </a:xfrm>
          <a:prstGeom prst="rect">
            <a:avLst/>
          </a:prstGeom>
        </p:spPr>
        <p:txBody>
          <a:bodyPr/>
          <a:lstStyle/>
          <a:p>
            <a:endParaRPr/>
          </a:p>
        </p:txBody>
      </p:sp>
      <p:sp>
        <p:nvSpPr>
          <p:cNvPr id="190" name="Shape 190"/>
          <p:cNvSpPr>
            <a:spLocks noGrp="1"/>
          </p:cNvSpPr>
          <p:nvPr>
            <p:ph type="body" sz="quarter" idx="1"/>
          </p:nvPr>
        </p:nvSpPr>
        <p:spPr>
          <a:prstGeom prst="rect">
            <a:avLst/>
          </a:prstGeom>
        </p:spPr>
        <p:txBody>
          <a:bodyPr/>
          <a:lstStyle/>
          <a:p>
            <a:pPr defTabSz="584200">
              <a:lnSpc>
                <a:spcPct val="100000"/>
              </a:lnSpc>
              <a:defRPr>
                <a:latin typeface="Lucida Grande"/>
                <a:ea typeface="Lucida Grande"/>
                <a:cs typeface="Lucida Grande"/>
                <a:sym typeface="Lucida Grande"/>
              </a:defRPr>
            </a:pPr>
            <a:r>
              <a:t>Usually the results by constraint-based methods are not unique.  The results are in the Markov equivalence class, which is represented by the pattern.  In this example, the pattern is this one.</a:t>
            </a:r>
          </a:p>
          <a:p>
            <a:pPr defTabSz="584200">
              <a:lnSpc>
                <a:spcPct val="100000"/>
              </a:lnSpc>
              <a:defRPr>
                <a:latin typeface="Lucida Grande"/>
                <a:ea typeface="Lucida Grande"/>
                <a:cs typeface="Lucida Grande"/>
                <a:sym typeface="Lucida Grande"/>
              </a:defRPr>
            </a:pPr>
            <a:endParaRPr/>
          </a:p>
          <a:p>
            <a:pPr defTabSz="584200">
              <a:lnSpc>
                <a:spcPct val="100000"/>
              </a:lnSpc>
              <a:defRPr>
                <a:latin typeface="Lucida Grande"/>
                <a:ea typeface="Lucida Grande"/>
                <a:cs typeface="Lucida Grande"/>
                <a:sym typeface="Lucida Grande"/>
              </a:defRPr>
            </a:pPr>
            <a:r>
              <a:t>In special cases, the result may be unique.  A typical example is the v structure. Suppose we find that Y and Z are independent but they are not independent conditional on X, this is the only possibility.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 name="Shape 861"/>
          <p:cNvSpPr>
            <a:spLocks noGrp="1" noRot="1" noChangeAspect="1"/>
          </p:cNvSpPr>
          <p:nvPr>
            <p:ph type="sldImg"/>
          </p:nvPr>
        </p:nvSpPr>
        <p:spPr>
          <a:xfrm>
            <a:off x="381000" y="685800"/>
            <a:ext cx="6096000" cy="3429000"/>
          </a:xfrm>
          <a:prstGeom prst="rect">
            <a:avLst/>
          </a:prstGeom>
        </p:spPr>
        <p:txBody>
          <a:bodyPr/>
          <a:lstStyle/>
          <a:p>
            <a:endParaRPr/>
          </a:p>
        </p:txBody>
      </p:sp>
      <p:sp>
        <p:nvSpPr>
          <p:cNvPr id="862" name="Shape 862"/>
          <p:cNvSpPr>
            <a:spLocks noGrp="1"/>
          </p:cNvSpPr>
          <p:nvPr>
            <p:ph type="body" sz="quarter" idx="1"/>
          </p:nvPr>
        </p:nvSpPr>
        <p:spPr>
          <a:prstGeom prst="rect">
            <a:avLst/>
          </a:prstGeom>
        </p:spPr>
        <p:txBody>
          <a:bodyPr/>
          <a:lstStyle/>
          <a:p>
            <a:r>
              <a:t>In the 1970s, the Edison Electric Company in North Carolina was concerned about the effects on plant growth of acid rain produced by emissions from its electric generators. The company arranged with a biologist and a statistician to investigate whether acidity of waters was affecting plant growth in the region. The investigators chose samples from the Cape Fear estuary, where the Cape Fear River flows into the Atlantic Ocean.</a:t>
            </a:r>
          </a:p>
          <a:p>
            <a:endParaRPr/>
          </a:p>
          <a:p>
            <a:r>
              <a:t>If salinity was controlled for statistically, pH still influenced biomass, but if pH was controlled statistically, variations in salinity did not produce variations in biomass.  </a:t>
            </a:r>
          </a:p>
          <a:p>
            <a:endParaRPr/>
          </a:p>
          <a:p>
            <a:r>
              <a:t>But should the results of the search algorithm be trusted to have found the right answers even about Spartina growth in Cape Fear estuary, given such a small sample? Fortunately, we know the answer. A graduate student in biology did the experiment and reported the result in his doctoral thesis. He obtained new samples of Spartina grass and grew them in a green house, varying acidity and the concentration of salt by a standard randomized design, keeping other factors constant.</a:t>
            </a:r>
          </a:p>
        </p:txBody>
      </p:sp>
    </p:spTree>
    <p:extLst>
      <p:ext uri="{BB962C8B-B14F-4D97-AF65-F5344CB8AC3E}">
        <p14:creationId xmlns:p14="http://schemas.microsoft.com/office/powerpoint/2010/main" val="4000803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B372938B-D9F2-89D8-F3F8-2CBB60807734}"/>
              </a:ext>
            </a:extLst>
          </p:cNvPr>
          <p:cNvSpPr>
            <a:spLocks noGrp="1" noRot="1" noChangeAspect="1" noChangeArrowheads="1" noTextEdit="1"/>
          </p:cNvSpPr>
          <p:nvPr>
            <p:ph type="sldImg"/>
          </p:nvPr>
        </p:nvSpPr>
        <p:spPr>
          <a:xfrm>
            <a:off x="393700" y="692150"/>
            <a:ext cx="6070600" cy="3416300"/>
          </a:xfrm>
          <a:ln/>
        </p:spPr>
      </p:sp>
      <p:sp>
        <p:nvSpPr>
          <p:cNvPr id="18434" name="Notes Placeholder 2">
            <a:extLst>
              <a:ext uri="{FF2B5EF4-FFF2-40B4-BE49-F238E27FC236}">
                <a16:creationId xmlns:a16="http://schemas.microsoft.com/office/drawing/2014/main" id="{F692A9AE-4191-7A08-FF2D-B1ABB70F2A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Helvetica"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7">
            <a:extLst>
              <a:ext uri="{FF2B5EF4-FFF2-40B4-BE49-F238E27FC236}">
                <a16:creationId xmlns:a16="http://schemas.microsoft.com/office/drawing/2014/main" id="{28A71E52-3D34-191D-87D9-404B5DD2C86E}"/>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97DD3C2-BF2F-7F42-B0CA-0E2C1B7545DB}" type="slidenum">
              <a:rPr kumimoji="0" lang="en-US" altLang="en-US" sz="120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US" altLang="en-US" sz="120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26306" name="Rectangle 2">
            <a:extLst>
              <a:ext uri="{FF2B5EF4-FFF2-40B4-BE49-F238E27FC236}">
                <a16:creationId xmlns:a16="http://schemas.microsoft.com/office/drawing/2014/main" id="{EE08860C-EC94-21BD-66DF-21AAB5AC108F}"/>
              </a:ext>
            </a:extLst>
          </p:cNvPr>
          <p:cNvSpPr>
            <a:spLocks noGrp="1" noRot="1" noChangeAspect="1" noChangeArrowheads="1" noTextEdit="1"/>
          </p:cNvSpPr>
          <p:nvPr>
            <p:ph type="sldImg"/>
          </p:nvPr>
        </p:nvSpPr>
        <p:spPr>
          <a:ln/>
        </p:spPr>
      </p:sp>
      <p:sp>
        <p:nvSpPr>
          <p:cNvPr id="226307" name="Rectangle 3">
            <a:extLst>
              <a:ext uri="{FF2B5EF4-FFF2-40B4-BE49-F238E27FC236}">
                <a16:creationId xmlns:a16="http://schemas.microsoft.com/office/drawing/2014/main" id="{A99440BD-105D-5A7E-C7DC-2059A2E0EB13}"/>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479962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B834777D-AAB2-DA14-EC48-4FD2515C1DD3}"/>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0535EDB-175A-F745-9638-C71EB52FCC51}"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99330" name="Rectangle 2">
            <a:extLst>
              <a:ext uri="{FF2B5EF4-FFF2-40B4-BE49-F238E27FC236}">
                <a16:creationId xmlns:a16="http://schemas.microsoft.com/office/drawing/2014/main" id="{C83BAE11-7305-48E2-459A-70CD7F931489}"/>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D6CF94C7-3095-0C37-4F06-4D7A2EE6DEC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7">
            <a:extLst>
              <a:ext uri="{FF2B5EF4-FFF2-40B4-BE49-F238E27FC236}">
                <a16:creationId xmlns:a16="http://schemas.microsoft.com/office/drawing/2014/main" id="{89C8605B-C18A-1EBD-A9F9-6E90D208E57E}"/>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F0A9519-FF46-874F-962D-4CD04B448FCD}" type="slidenum">
              <a:rPr kumimoji="0" lang="en-US" altLang="en-US" sz="120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US" altLang="en-US" sz="120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6786" name="Rectangle 2">
            <a:extLst>
              <a:ext uri="{FF2B5EF4-FFF2-40B4-BE49-F238E27FC236}">
                <a16:creationId xmlns:a16="http://schemas.microsoft.com/office/drawing/2014/main" id="{6817BD42-DD22-956B-E452-A10EC2D94BC7}"/>
              </a:ext>
            </a:extLst>
          </p:cNvPr>
          <p:cNvSpPr>
            <a:spLocks noGrp="1" noRot="1" noChangeAspect="1" noChangeArrowheads="1" noTextEdit="1"/>
          </p:cNvSpPr>
          <p:nvPr>
            <p:ph type="sldImg"/>
          </p:nvPr>
        </p:nvSpPr>
        <p:spPr>
          <a:ln/>
        </p:spPr>
      </p:sp>
      <p:sp>
        <p:nvSpPr>
          <p:cNvPr id="246787" name="Rectangle 3">
            <a:extLst>
              <a:ext uri="{FF2B5EF4-FFF2-40B4-BE49-F238E27FC236}">
                <a16:creationId xmlns:a16="http://schemas.microsoft.com/office/drawing/2014/main" id="{AFCE3DA9-6908-5039-206A-B491DD09808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7">
            <a:extLst>
              <a:ext uri="{FF2B5EF4-FFF2-40B4-BE49-F238E27FC236}">
                <a16:creationId xmlns:a16="http://schemas.microsoft.com/office/drawing/2014/main" id="{ABA917E1-4AA0-B9F1-804A-CCD6A5219817}"/>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CDF9CAC-AEDD-F94F-BC05-BB88AC1270E7}" type="slidenum">
              <a:rPr kumimoji="0" lang="en-US" altLang="en-US" sz="120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48834" name="Rectangle 2">
            <a:extLst>
              <a:ext uri="{FF2B5EF4-FFF2-40B4-BE49-F238E27FC236}">
                <a16:creationId xmlns:a16="http://schemas.microsoft.com/office/drawing/2014/main" id="{F36E4FB8-571C-1880-05CF-FC075DFA1F5C}"/>
              </a:ext>
            </a:extLst>
          </p:cNvPr>
          <p:cNvSpPr>
            <a:spLocks noGrp="1" noRot="1" noChangeAspect="1" noChangeArrowheads="1" noTextEdit="1"/>
          </p:cNvSpPr>
          <p:nvPr>
            <p:ph type="sldImg"/>
          </p:nvPr>
        </p:nvSpPr>
        <p:spPr>
          <a:ln/>
        </p:spPr>
      </p:sp>
      <p:sp>
        <p:nvSpPr>
          <p:cNvPr id="248835" name="Rectangle 3">
            <a:extLst>
              <a:ext uri="{FF2B5EF4-FFF2-40B4-BE49-F238E27FC236}">
                <a16:creationId xmlns:a16="http://schemas.microsoft.com/office/drawing/2014/main" id="{1B20256E-DCE0-43A3-1010-1F2FAFED7CE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7">
            <a:extLst>
              <a:ext uri="{FF2B5EF4-FFF2-40B4-BE49-F238E27FC236}">
                <a16:creationId xmlns:a16="http://schemas.microsoft.com/office/drawing/2014/main" id="{ACC8AAFA-55A9-E7CD-6AC2-6D92C783AC3A}"/>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076E0C0-17A3-B54E-A062-F054BE5F75AC}" type="slidenum">
              <a:rPr kumimoji="0" lang="en-US" altLang="en-US" sz="120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0882" name="Rectangle 2">
            <a:extLst>
              <a:ext uri="{FF2B5EF4-FFF2-40B4-BE49-F238E27FC236}">
                <a16:creationId xmlns:a16="http://schemas.microsoft.com/office/drawing/2014/main" id="{A7AC4FAE-FFD0-9F6A-DC43-398D593B97E7}"/>
              </a:ext>
            </a:extLst>
          </p:cNvPr>
          <p:cNvSpPr>
            <a:spLocks noGrp="1" noRot="1" noChangeAspect="1" noChangeArrowheads="1" noTextEdit="1"/>
          </p:cNvSpPr>
          <p:nvPr>
            <p:ph type="sldImg"/>
          </p:nvPr>
        </p:nvSpPr>
        <p:spPr>
          <a:ln/>
        </p:spPr>
      </p:sp>
      <p:sp>
        <p:nvSpPr>
          <p:cNvPr id="250883" name="Rectangle 3">
            <a:extLst>
              <a:ext uri="{FF2B5EF4-FFF2-40B4-BE49-F238E27FC236}">
                <a16:creationId xmlns:a16="http://schemas.microsoft.com/office/drawing/2014/main" id="{100E53FC-DCDC-BD67-1F0D-5B909AE7AAF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7">
            <a:extLst>
              <a:ext uri="{FF2B5EF4-FFF2-40B4-BE49-F238E27FC236}">
                <a16:creationId xmlns:a16="http://schemas.microsoft.com/office/drawing/2014/main" id="{668E4EDB-C073-7D63-B9F8-5576AEB36D0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F800E30-6E08-D14A-A747-46BBD2FC8B27}" type="slidenum">
              <a:rPr kumimoji="0" lang="en-US" altLang="en-US" sz="120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20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7026" name="Rectangle 2">
            <a:extLst>
              <a:ext uri="{FF2B5EF4-FFF2-40B4-BE49-F238E27FC236}">
                <a16:creationId xmlns:a16="http://schemas.microsoft.com/office/drawing/2014/main" id="{84ACBC7C-0192-99B1-C3A1-9EBEF341B9E6}"/>
              </a:ext>
            </a:extLst>
          </p:cNvPr>
          <p:cNvSpPr>
            <a:spLocks noGrp="1" noRot="1" noChangeAspect="1" noChangeArrowheads="1" noTextEdit="1"/>
          </p:cNvSpPr>
          <p:nvPr>
            <p:ph type="sldImg"/>
          </p:nvPr>
        </p:nvSpPr>
        <p:spPr>
          <a:ln/>
        </p:spPr>
      </p:sp>
      <p:sp>
        <p:nvSpPr>
          <p:cNvPr id="257027" name="Rectangle 3">
            <a:extLst>
              <a:ext uri="{FF2B5EF4-FFF2-40B4-BE49-F238E27FC236}">
                <a16:creationId xmlns:a16="http://schemas.microsoft.com/office/drawing/2014/main" id="{EF767E98-3D62-3B80-4A8E-2A8A2E49358F}"/>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584274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7">
            <a:extLst>
              <a:ext uri="{FF2B5EF4-FFF2-40B4-BE49-F238E27FC236}">
                <a16:creationId xmlns:a16="http://schemas.microsoft.com/office/drawing/2014/main" id="{C0D34373-A162-19B3-9CE8-1F903AB3BCAB}"/>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BB4F85D-9F73-9D42-850C-00F61388B915}" type="slidenum">
              <a:rPr kumimoji="0" lang="en-US" altLang="en-US" sz="120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20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59074" name="Rectangle 2">
            <a:extLst>
              <a:ext uri="{FF2B5EF4-FFF2-40B4-BE49-F238E27FC236}">
                <a16:creationId xmlns:a16="http://schemas.microsoft.com/office/drawing/2014/main" id="{AAE6B1BC-92ED-52F4-68EB-E437B666B83D}"/>
              </a:ext>
            </a:extLst>
          </p:cNvPr>
          <p:cNvSpPr>
            <a:spLocks noGrp="1" noRot="1" noChangeAspect="1" noChangeArrowheads="1" noTextEdit="1"/>
          </p:cNvSpPr>
          <p:nvPr>
            <p:ph type="sldImg"/>
          </p:nvPr>
        </p:nvSpPr>
        <p:spPr>
          <a:ln/>
        </p:spPr>
      </p:sp>
      <p:sp>
        <p:nvSpPr>
          <p:cNvPr id="259075" name="Rectangle 3">
            <a:extLst>
              <a:ext uri="{FF2B5EF4-FFF2-40B4-BE49-F238E27FC236}">
                <a16:creationId xmlns:a16="http://schemas.microsoft.com/office/drawing/2014/main" id="{9A94B14B-9360-1FFF-8EDC-5F7B9ADDC559}"/>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262083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7">
            <a:extLst>
              <a:ext uri="{FF2B5EF4-FFF2-40B4-BE49-F238E27FC236}">
                <a16:creationId xmlns:a16="http://schemas.microsoft.com/office/drawing/2014/main" id="{DBA1E76F-5D02-D198-6E80-A3C01B381F9A}"/>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22596AF-BD92-EE4C-BA2E-C34870B2E11A}"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261122" name="Rectangle 2">
            <a:extLst>
              <a:ext uri="{FF2B5EF4-FFF2-40B4-BE49-F238E27FC236}">
                <a16:creationId xmlns:a16="http://schemas.microsoft.com/office/drawing/2014/main" id="{5897BA8D-56C7-F280-354F-4F0E6460F1C3}"/>
              </a:ext>
            </a:extLst>
          </p:cNvPr>
          <p:cNvSpPr>
            <a:spLocks noGrp="1" noRot="1" noChangeAspect="1" noChangeArrowheads="1" noTextEdit="1"/>
          </p:cNvSpPr>
          <p:nvPr>
            <p:ph type="sldImg"/>
          </p:nvPr>
        </p:nvSpPr>
        <p:spPr>
          <a:ln/>
        </p:spPr>
      </p:sp>
      <p:sp>
        <p:nvSpPr>
          <p:cNvPr id="261123" name="Rectangle 3">
            <a:extLst>
              <a:ext uri="{FF2B5EF4-FFF2-40B4-BE49-F238E27FC236}">
                <a16:creationId xmlns:a16="http://schemas.microsoft.com/office/drawing/2014/main" id="{815EF92F-E78E-85FA-1BC3-06A885A4382B}"/>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4318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7">
            <a:extLst>
              <a:ext uri="{FF2B5EF4-FFF2-40B4-BE49-F238E27FC236}">
                <a16:creationId xmlns:a16="http://schemas.microsoft.com/office/drawing/2014/main" id="{DBA1E76F-5D02-D198-6E80-A3C01B381F9A}"/>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22596AF-BD92-EE4C-BA2E-C34870B2E11A}" type="slidenum">
              <a:rPr lang="en-US" altLang="en-US" sz="1200">
                <a:latin typeface="Times New Roman" panose="02020603050405020304" pitchFamily="18" charset="0"/>
              </a:rPr>
              <a:pPr/>
              <a:t>56</a:t>
            </a:fld>
            <a:endParaRPr lang="en-US" altLang="en-US" sz="1200">
              <a:latin typeface="Times New Roman" panose="02020603050405020304" pitchFamily="18" charset="0"/>
            </a:endParaRPr>
          </a:p>
        </p:txBody>
      </p:sp>
      <p:sp>
        <p:nvSpPr>
          <p:cNvPr id="261122" name="Rectangle 2">
            <a:extLst>
              <a:ext uri="{FF2B5EF4-FFF2-40B4-BE49-F238E27FC236}">
                <a16:creationId xmlns:a16="http://schemas.microsoft.com/office/drawing/2014/main" id="{5897BA8D-56C7-F280-354F-4F0E6460F1C3}"/>
              </a:ext>
            </a:extLst>
          </p:cNvPr>
          <p:cNvSpPr>
            <a:spLocks noGrp="1" noRot="1" noChangeAspect="1" noChangeArrowheads="1" noTextEdit="1"/>
          </p:cNvSpPr>
          <p:nvPr>
            <p:ph type="sldImg"/>
          </p:nvPr>
        </p:nvSpPr>
        <p:spPr>
          <a:ln/>
        </p:spPr>
      </p:sp>
      <p:sp>
        <p:nvSpPr>
          <p:cNvPr id="261123" name="Rectangle 3">
            <a:extLst>
              <a:ext uri="{FF2B5EF4-FFF2-40B4-BE49-F238E27FC236}">
                <a16:creationId xmlns:a16="http://schemas.microsoft.com/office/drawing/2014/main" id="{815EF92F-E78E-85FA-1BC3-06A885A4382B}"/>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970747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7">
            <a:extLst>
              <a:ext uri="{FF2B5EF4-FFF2-40B4-BE49-F238E27FC236}">
                <a16:creationId xmlns:a16="http://schemas.microsoft.com/office/drawing/2014/main" id="{CDE2193B-4A7D-DAE4-2942-DA153F5AADFC}"/>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931ACBD-65AC-D343-9830-3BDB70A9CCE1}" type="slidenum">
              <a:rPr lang="en-US" altLang="en-US" sz="1200">
                <a:latin typeface="Times New Roman" panose="02020603050405020304" pitchFamily="18" charset="0"/>
              </a:rPr>
              <a:pPr/>
              <a:t>57</a:t>
            </a:fld>
            <a:endParaRPr lang="en-US" altLang="en-US" sz="1200">
              <a:latin typeface="Times New Roman" panose="02020603050405020304" pitchFamily="18" charset="0"/>
            </a:endParaRPr>
          </a:p>
        </p:txBody>
      </p:sp>
      <p:sp>
        <p:nvSpPr>
          <p:cNvPr id="263170" name="Rectangle 2">
            <a:extLst>
              <a:ext uri="{FF2B5EF4-FFF2-40B4-BE49-F238E27FC236}">
                <a16:creationId xmlns:a16="http://schemas.microsoft.com/office/drawing/2014/main" id="{CF9AA22F-9C73-CAC5-36C6-3E0AE871C95B}"/>
              </a:ext>
            </a:extLst>
          </p:cNvPr>
          <p:cNvSpPr>
            <a:spLocks noGrp="1" noRot="1" noChangeAspect="1" noChangeArrowheads="1" noTextEdit="1"/>
          </p:cNvSpPr>
          <p:nvPr>
            <p:ph type="sldImg"/>
          </p:nvPr>
        </p:nvSpPr>
        <p:spPr>
          <a:ln/>
        </p:spPr>
      </p:sp>
      <p:sp>
        <p:nvSpPr>
          <p:cNvPr id="263171" name="Rectangle 3">
            <a:extLst>
              <a:ext uri="{FF2B5EF4-FFF2-40B4-BE49-F238E27FC236}">
                <a16:creationId xmlns:a16="http://schemas.microsoft.com/office/drawing/2014/main" id="{214DFC14-BBE4-5209-B17F-9B67F1300743}"/>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418633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7">
            <a:extLst>
              <a:ext uri="{FF2B5EF4-FFF2-40B4-BE49-F238E27FC236}">
                <a16:creationId xmlns:a16="http://schemas.microsoft.com/office/drawing/2014/main" id="{E2357389-D066-A77E-D5CD-E016AA053D1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F9A647C-15E0-D946-8B7C-B3B6AF14AFD6}" type="slidenum">
              <a:rPr lang="en-US" altLang="en-US" sz="1200">
                <a:latin typeface="Times New Roman" panose="02020603050405020304" pitchFamily="18" charset="0"/>
              </a:rPr>
              <a:pPr/>
              <a:t>58</a:t>
            </a:fld>
            <a:endParaRPr lang="en-US" altLang="en-US" sz="1200">
              <a:latin typeface="Times New Roman" panose="02020603050405020304" pitchFamily="18" charset="0"/>
            </a:endParaRPr>
          </a:p>
        </p:txBody>
      </p:sp>
      <p:sp>
        <p:nvSpPr>
          <p:cNvPr id="265218" name="Rectangle 2">
            <a:extLst>
              <a:ext uri="{FF2B5EF4-FFF2-40B4-BE49-F238E27FC236}">
                <a16:creationId xmlns:a16="http://schemas.microsoft.com/office/drawing/2014/main" id="{8865F50D-9821-0F28-5B6C-94742DE4C7B7}"/>
              </a:ext>
            </a:extLst>
          </p:cNvPr>
          <p:cNvSpPr>
            <a:spLocks noGrp="1" noRot="1" noChangeAspect="1" noChangeArrowheads="1" noTextEdit="1"/>
          </p:cNvSpPr>
          <p:nvPr>
            <p:ph type="sldImg"/>
          </p:nvPr>
        </p:nvSpPr>
        <p:spPr>
          <a:ln/>
        </p:spPr>
      </p:sp>
      <p:sp>
        <p:nvSpPr>
          <p:cNvPr id="265219" name="Rectangle 3">
            <a:extLst>
              <a:ext uri="{FF2B5EF4-FFF2-40B4-BE49-F238E27FC236}">
                <a16:creationId xmlns:a16="http://schemas.microsoft.com/office/drawing/2014/main" id="{F90A7FC0-7127-A098-C8AF-02DBE290B40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244659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inv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4249ACA-6B60-9B45-88FB-AA0B4DDF5E2F}"/>
              </a:ext>
            </a:extLst>
          </p:cNvPr>
          <p:cNvSpPr>
            <a:spLocks noGrp="1" noChangeArrowheads="1"/>
          </p:cNvSpPr>
          <p:nvPr>
            <p:ph type="ctrTitle"/>
          </p:nvPr>
        </p:nvSpPr>
        <p:spPr>
          <a:xfrm>
            <a:off x="914400" y="2286000"/>
            <a:ext cx="10363200" cy="990600"/>
          </a:xfrm>
        </p:spPr>
        <p:txBody>
          <a:bodyPr/>
          <a:lstStyle>
            <a:lvl1pPr algn="ctr">
              <a:defRPr/>
            </a:lvl1pPr>
          </a:lstStyle>
          <a:p>
            <a:pPr lvl="0"/>
            <a:r>
              <a:rPr lang="en-US" altLang="en-US" noProof="0"/>
              <a:t>Click to edit Master title style</a:t>
            </a:r>
          </a:p>
        </p:txBody>
      </p:sp>
      <p:sp>
        <p:nvSpPr>
          <p:cNvPr id="32771" name="Rectangle 3">
            <a:extLst>
              <a:ext uri="{FF2B5EF4-FFF2-40B4-BE49-F238E27FC236}">
                <a16:creationId xmlns:a16="http://schemas.microsoft.com/office/drawing/2014/main" id="{7E1EC04C-780E-6B41-B8F3-882C3864FBFA}"/>
              </a:ext>
            </a:extLst>
          </p:cNvPr>
          <p:cNvSpPr>
            <a:spLocks noGrp="1" noChangeArrowheads="1"/>
          </p:cNvSpPr>
          <p:nvPr>
            <p:ph type="subTitle" idx="1"/>
          </p:nvPr>
        </p:nvSpPr>
        <p:spPr>
          <a:xfrm>
            <a:off x="914400" y="3352800"/>
            <a:ext cx="10363200" cy="1219200"/>
          </a:xfrm>
        </p:spPr>
        <p:txBody>
          <a:bodyPr anchor="ctr"/>
          <a:lstStyle>
            <a:lvl1pPr marL="0" indent="0" algn="ctr">
              <a:buFont typeface="Wingdings" pitchFamily="2" charset="2"/>
              <a:buNone/>
              <a:defRPr i="1"/>
            </a:lvl1pPr>
          </a:lstStyle>
          <a:p>
            <a:pPr lvl="0"/>
            <a:r>
              <a:rPr lang="en-US" altLang="en-US" noProof="0"/>
              <a:t>Click to edit Master subtitle style</a:t>
            </a:r>
          </a:p>
        </p:txBody>
      </p:sp>
      <p:sp>
        <p:nvSpPr>
          <p:cNvPr id="2" name="Rectangle 4">
            <a:extLst>
              <a:ext uri="{FF2B5EF4-FFF2-40B4-BE49-F238E27FC236}">
                <a16:creationId xmlns:a16="http://schemas.microsoft.com/office/drawing/2014/main" id="{1C403F97-3A2D-C9B5-5BD9-162A87E99EBA}"/>
              </a:ext>
            </a:extLst>
          </p:cNvPr>
          <p:cNvSpPr>
            <a:spLocks noGrp="1" noChangeArrowheads="1"/>
          </p:cNvSpPr>
          <p:nvPr>
            <p:ph type="dt" sz="half" idx="10"/>
          </p:nvPr>
        </p:nvSpPr>
        <p:spPr>
          <a:xfrm>
            <a:off x="914400" y="6248400"/>
            <a:ext cx="2540000" cy="457200"/>
          </a:xfrm>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D24ABD65-341B-D0D3-4014-E76A6468A40F}"/>
              </a:ext>
            </a:extLst>
          </p:cNvPr>
          <p:cNvSpPr>
            <a:spLocks noGrp="1" noChangeArrowheads="1"/>
          </p:cNvSpPr>
          <p:nvPr>
            <p:ph type="ftr" sz="quarter" idx="11"/>
          </p:nvPr>
        </p:nvSpPr>
        <p:spPr>
          <a:xfrm>
            <a:off x="4165600" y="6248400"/>
            <a:ext cx="3860800" cy="457200"/>
          </a:xfrm>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C80D495A-2B5F-35F9-4D3C-63987B74F0B9}"/>
              </a:ext>
            </a:extLst>
          </p:cNvPr>
          <p:cNvSpPr>
            <a:spLocks noGrp="1" noChangeArrowheads="1"/>
          </p:cNvSpPr>
          <p:nvPr>
            <p:ph type="sldNum" sz="quarter" idx="12"/>
          </p:nvPr>
        </p:nvSpPr>
        <p:spPr>
          <a:xfrm>
            <a:off x="8737600" y="6248400"/>
            <a:ext cx="2540000" cy="457200"/>
          </a:xfrm>
        </p:spPr>
        <p:txBody>
          <a:bodyPr/>
          <a:lstStyle>
            <a:lvl1pPr>
              <a:defRPr/>
            </a:lvl1pPr>
          </a:lstStyle>
          <a:p>
            <a:fld id="{7215ED0F-B837-E24A-A5B6-32A27B076221}" type="slidenum">
              <a:rPr lang="en-US" altLang="en-US"/>
              <a:pPr/>
              <a:t>‹#›</a:t>
            </a:fld>
            <a:endParaRPr lang="en-US" altLang="en-US"/>
          </a:p>
        </p:txBody>
      </p:sp>
    </p:spTree>
    <p:extLst>
      <p:ext uri="{BB962C8B-B14F-4D97-AF65-F5344CB8AC3E}">
        <p14:creationId xmlns:p14="http://schemas.microsoft.com/office/powerpoint/2010/main" val="1638904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1AC94-8D60-F943-81F4-339944A1BD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853CA5-4AD7-9747-B246-9A9D6CACE8C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1E9079F-704D-544C-8D5A-BAE35BE9719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5CE7C6B-0CF7-71EA-52C2-818B14E5768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13A2326-1853-A053-049E-88D449E013DB}"/>
              </a:ext>
            </a:extLst>
          </p:cNvPr>
          <p:cNvSpPr>
            <a:spLocks noGrp="1" noChangeArrowheads="1"/>
          </p:cNvSpPr>
          <p:nvPr>
            <p:ph type="sldNum" sz="quarter" idx="12"/>
          </p:nvPr>
        </p:nvSpPr>
        <p:spPr>
          <a:ln/>
        </p:spPr>
        <p:txBody>
          <a:bodyPr/>
          <a:lstStyle>
            <a:lvl1pPr>
              <a:defRPr/>
            </a:lvl1pPr>
          </a:lstStyle>
          <a:p>
            <a:fld id="{76749A6E-9360-A341-A128-CA2094A18C67}" type="slidenum">
              <a:rPr lang="en-US" altLang="en-US"/>
              <a:pPr/>
              <a:t>‹#›</a:t>
            </a:fld>
            <a:endParaRPr lang="en-US" altLang="en-US"/>
          </a:p>
        </p:txBody>
      </p:sp>
    </p:spTree>
    <p:extLst>
      <p:ext uri="{BB962C8B-B14F-4D97-AF65-F5344CB8AC3E}">
        <p14:creationId xmlns:p14="http://schemas.microsoft.com/office/powerpoint/2010/main" val="1052425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DAC35-86F6-964C-8114-DFDBC9E3AAC6}"/>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4042B1-7C86-5C48-AD66-CE35AE5DA146}"/>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086D15C0-B1D9-8E0D-C488-7D6868CA24B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C41F0F0-89E0-6898-37D9-EF4EFFDA3AB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7FC4B36-98AF-8116-4B9C-B960FE9083DE}"/>
              </a:ext>
            </a:extLst>
          </p:cNvPr>
          <p:cNvSpPr>
            <a:spLocks noGrp="1" noChangeArrowheads="1"/>
          </p:cNvSpPr>
          <p:nvPr>
            <p:ph type="sldNum" sz="quarter" idx="12"/>
          </p:nvPr>
        </p:nvSpPr>
        <p:spPr>
          <a:ln/>
        </p:spPr>
        <p:txBody>
          <a:bodyPr/>
          <a:lstStyle>
            <a:lvl1pPr>
              <a:defRPr/>
            </a:lvl1pPr>
          </a:lstStyle>
          <a:p>
            <a:fld id="{B3B9CA43-C583-414C-81EE-2E13733F6646}" type="slidenum">
              <a:rPr lang="en-US" altLang="en-US"/>
              <a:pPr/>
              <a:t>‹#›</a:t>
            </a:fld>
            <a:endParaRPr lang="en-US" altLang="en-US"/>
          </a:p>
        </p:txBody>
      </p:sp>
    </p:spTree>
    <p:extLst>
      <p:ext uri="{BB962C8B-B14F-4D97-AF65-F5344CB8AC3E}">
        <p14:creationId xmlns:p14="http://schemas.microsoft.com/office/powerpoint/2010/main" val="2150298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F9B9-816C-2E4A-A94F-23AF17053A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2BF58F-B213-494B-8268-0409A49A8BCB}"/>
              </a:ext>
            </a:extLst>
          </p:cNvPr>
          <p:cNvSpPr>
            <a:spLocks noGrp="1"/>
          </p:cNvSpPr>
          <p:nvPr>
            <p:ph sz="half" idx="1"/>
          </p:nvPr>
        </p:nvSpPr>
        <p:spPr>
          <a:xfrm>
            <a:off x="914400" y="1828800"/>
            <a:ext cx="5080000"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4CE97F-D40F-B14B-B338-D97BFDB83F03}"/>
              </a:ext>
            </a:extLst>
          </p:cNvPr>
          <p:cNvSpPr>
            <a:spLocks noGrp="1"/>
          </p:cNvSpPr>
          <p:nvPr>
            <p:ph sz="half" idx="2"/>
          </p:nvPr>
        </p:nvSpPr>
        <p:spPr>
          <a:xfrm>
            <a:off x="6197600" y="1828800"/>
            <a:ext cx="5080000"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767AF47-32A3-AB92-A785-CE3F9174786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ADC6D3D-4254-CACF-0296-C684370C862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369F3B02-3D5F-C4B9-2B14-61DEE25B82E6}"/>
              </a:ext>
            </a:extLst>
          </p:cNvPr>
          <p:cNvSpPr>
            <a:spLocks noGrp="1" noChangeArrowheads="1"/>
          </p:cNvSpPr>
          <p:nvPr>
            <p:ph type="sldNum" sz="quarter" idx="12"/>
          </p:nvPr>
        </p:nvSpPr>
        <p:spPr>
          <a:ln/>
        </p:spPr>
        <p:txBody>
          <a:bodyPr/>
          <a:lstStyle>
            <a:lvl1pPr>
              <a:defRPr/>
            </a:lvl1pPr>
          </a:lstStyle>
          <a:p>
            <a:fld id="{602D3A68-9F22-5842-A702-37A597EEEA55}" type="slidenum">
              <a:rPr lang="en-US" altLang="en-US"/>
              <a:pPr/>
              <a:t>‹#›</a:t>
            </a:fld>
            <a:endParaRPr lang="en-US" altLang="en-US"/>
          </a:p>
        </p:txBody>
      </p:sp>
    </p:spTree>
    <p:extLst>
      <p:ext uri="{BB962C8B-B14F-4D97-AF65-F5344CB8AC3E}">
        <p14:creationId xmlns:p14="http://schemas.microsoft.com/office/powerpoint/2010/main" val="3126925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4A886-87CF-3F40-9146-1F91619A6F27}"/>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B1F26F-714B-6F42-BFD6-E1DF5A4DE06C}"/>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087D9E7-3E81-DA49-B9D3-9716DF4ACED3}"/>
              </a:ext>
            </a:extLst>
          </p:cNvPr>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756589-B50F-0B4C-B201-836D3A022242}"/>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9A7EFE8-2C42-0648-A5C6-3E305E7C475D}"/>
              </a:ext>
            </a:extLst>
          </p:cNvPr>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740FB7E-3F53-8181-8C55-C2F1F2C98DE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0D14B1E9-FECB-3ACA-E308-B9174F7CF5B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06D42D0F-49CB-C808-E189-EDB49EA6C654}"/>
              </a:ext>
            </a:extLst>
          </p:cNvPr>
          <p:cNvSpPr>
            <a:spLocks noGrp="1" noChangeArrowheads="1"/>
          </p:cNvSpPr>
          <p:nvPr>
            <p:ph type="sldNum" sz="quarter" idx="12"/>
          </p:nvPr>
        </p:nvSpPr>
        <p:spPr>
          <a:ln/>
        </p:spPr>
        <p:txBody>
          <a:bodyPr/>
          <a:lstStyle>
            <a:lvl1pPr>
              <a:defRPr/>
            </a:lvl1pPr>
          </a:lstStyle>
          <a:p>
            <a:fld id="{7EF9500C-1E58-4440-9427-89EB938D392B}" type="slidenum">
              <a:rPr lang="en-US" altLang="en-US"/>
              <a:pPr/>
              <a:t>‹#›</a:t>
            </a:fld>
            <a:endParaRPr lang="en-US" altLang="en-US"/>
          </a:p>
        </p:txBody>
      </p:sp>
    </p:spTree>
    <p:extLst>
      <p:ext uri="{BB962C8B-B14F-4D97-AF65-F5344CB8AC3E}">
        <p14:creationId xmlns:p14="http://schemas.microsoft.com/office/powerpoint/2010/main" val="1744769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9BF23-B2AD-3D41-B878-87203C49C7E3}"/>
              </a:ext>
            </a:extLst>
          </p:cNvPr>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492B8AE-1E59-65A1-BE51-3EEA7B11A11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41180003-BD3E-7B64-7632-723D74D993B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B309C5D-2B25-46FC-AF30-B98E832085AD}"/>
              </a:ext>
            </a:extLst>
          </p:cNvPr>
          <p:cNvSpPr>
            <a:spLocks noGrp="1" noChangeArrowheads="1"/>
          </p:cNvSpPr>
          <p:nvPr>
            <p:ph type="sldNum" sz="quarter" idx="12"/>
          </p:nvPr>
        </p:nvSpPr>
        <p:spPr>
          <a:ln/>
        </p:spPr>
        <p:txBody>
          <a:bodyPr/>
          <a:lstStyle>
            <a:lvl1pPr>
              <a:defRPr/>
            </a:lvl1pPr>
          </a:lstStyle>
          <a:p>
            <a:fld id="{513840CC-5404-4648-A8CF-D8F56971BC94}" type="slidenum">
              <a:rPr lang="en-US" altLang="en-US"/>
              <a:pPr/>
              <a:t>‹#›</a:t>
            </a:fld>
            <a:endParaRPr lang="en-US" altLang="en-US"/>
          </a:p>
        </p:txBody>
      </p:sp>
    </p:spTree>
    <p:extLst>
      <p:ext uri="{BB962C8B-B14F-4D97-AF65-F5344CB8AC3E}">
        <p14:creationId xmlns:p14="http://schemas.microsoft.com/office/powerpoint/2010/main" val="2046588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1808B53-9482-0AE9-3E51-84EF1C2FB9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2CED6C26-C1D7-35F6-4DBA-D8E4D95C48E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38D7701-9908-C51F-C5F5-69100B9486C5}"/>
              </a:ext>
            </a:extLst>
          </p:cNvPr>
          <p:cNvSpPr>
            <a:spLocks noGrp="1" noChangeArrowheads="1"/>
          </p:cNvSpPr>
          <p:nvPr>
            <p:ph type="sldNum" sz="quarter" idx="12"/>
          </p:nvPr>
        </p:nvSpPr>
        <p:spPr>
          <a:ln/>
        </p:spPr>
        <p:txBody>
          <a:bodyPr/>
          <a:lstStyle>
            <a:lvl1pPr>
              <a:defRPr/>
            </a:lvl1pPr>
          </a:lstStyle>
          <a:p>
            <a:fld id="{A77678C5-2D0A-2A4B-BF14-EA586A003F27}" type="slidenum">
              <a:rPr lang="en-US" altLang="en-US"/>
              <a:pPr/>
              <a:t>‹#›</a:t>
            </a:fld>
            <a:endParaRPr lang="en-US" altLang="en-US"/>
          </a:p>
        </p:txBody>
      </p:sp>
    </p:spTree>
    <p:extLst>
      <p:ext uri="{BB962C8B-B14F-4D97-AF65-F5344CB8AC3E}">
        <p14:creationId xmlns:p14="http://schemas.microsoft.com/office/powerpoint/2010/main" val="260113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305D-8EB3-BA4F-A4A5-0F8235FA9AB9}"/>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D634CA-A2C4-1D48-961A-5213E33870A7}"/>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03325E-8DA6-014C-B1C3-78C1D6E73E19}"/>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62D58C82-F549-E505-88E7-26BF3BD0DF8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1C1AFFAA-2866-07E3-BEBB-4BB2BC2F892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A0DCC26-E848-A802-EE72-F595FF2CAEFE}"/>
              </a:ext>
            </a:extLst>
          </p:cNvPr>
          <p:cNvSpPr>
            <a:spLocks noGrp="1" noChangeArrowheads="1"/>
          </p:cNvSpPr>
          <p:nvPr>
            <p:ph type="sldNum" sz="quarter" idx="12"/>
          </p:nvPr>
        </p:nvSpPr>
        <p:spPr>
          <a:ln/>
        </p:spPr>
        <p:txBody>
          <a:bodyPr/>
          <a:lstStyle>
            <a:lvl1pPr>
              <a:defRPr/>
            </a:lvl1pPr>
          </a:lstStyle>
          <a:p>
            <a:fld id="{A81261DB-7DE8-024E-8D99-D3B7FD574691}" type="slidenum">
              <a:rPr lang="en-US" altLang="en-US"/>
              <a:pPr/>
              <a:t>‹#›</a:t>
            </a:fld>
            <a:endParaRPr lang="en-US" altLang="en-US"/>
          </a:p>
        </p:txBody>
      </p:sp>
    </p:spTree>
    <p:extLst>
      <p:ext uri="{BB962C8B-B14F-4D97-AF65-F5344CB8AC3E}">
        <p14:creationId xmlns:p14="http://schemas.microsoft.com/office/powerpoint/2010/main" val="95066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572A-57AA-4C4D-AE26-99B243355088}"/>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EEC452-73ED-3547-A58D-35CBEB56AA9F}"/>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EEA1FEE4-167F-764D-89F2-5EB92F143F5D}"/>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620EA1A9-6711-E374-D2C2-0534235CB8F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E3283FE-DDA6-4D1E-8265-C31D9F28156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0AFBF93B-6B47-0279-791D-E13AB2900A2E}"/>
              </a:ext>
            </a:extLst>
          </p:cNvPr>
          <p:cNvSpPr>
            <a:spLocks noGrp="1" noChangeArrowheads="1"/>
          </p:cNvSpPr>
          <p:nvPr>
            <p:ph type="sldNum" sz="quarter" idx="12"/>
          </p:nvPr>
        </p:nvSpPr>
        <p:spPr>
          <a:ln/>
        </p:spPr>
        <p:txBody>
          <a:bodyPr/>
          <a:lstStyle>
            <a:lvl1pPr>
              <a:defRPr/>
            </a:lvl1pPr>
          </a:lstStyle>
          <a:p>
            <a:fld id="{827197F3-C559-C04B-BCD6-9C3795235014}" type="slidenum">
              <a:rPr lang="en-US" altLang="en-US"/>
              <a:pPr/>
              <a:t>‹#›</a:t>
            </a:fld>
            <a:endParaRPr lang="en-US" altLang="en-US"/>
          </a:p>
        </p:txBody>
      </p:sp>
    </p:spTree>
    <p:extLst>
      <p:ext uri="{BB962C8B-B14F-4D97-AF65-F5344CB8AC3E}">
        <p14:creationId xmlns:p14="http://schemas.microsoft.com/office/powerpoint/2010/main" val="1325612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D3E57-7BA5-8B4B-AB8B-CC4B3153B3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388769-13C3-7140-A45C-7B4D3E27D0F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D04AED9-6B16-E699-3BD5-2C2A6EA0DFF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E5E8564F-0F66-0C16-CEC6-EA5BAE4B87D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B5B5775-31F2-F56C-0088-961005E550BA}"/>
              </a:ext>
            </a:extLst>
          </p:cNvPr>
          <p:cNvSpPr>
            <a:spLocks noGrp="1" noChangeArrowheads="1"/>
          </p:cNvSpPr>
          <p:nvPr>
            <p:ph type="sldNum" sz="quarter" idx="12"/>
          </p:nvPr>
        </p:nvSpPr>
        <p:spPr>
          <a:ln/>
        </p:spPr>
        <p:txBody>
          <a:bodyPr/>
          <a:lstStyle>
            <a:lvl1pPr>
              <a:defRPr/>
            </a:lvl1pPr>
          </a:lstStyle>
          <a:p>
            <a:fld id="{5E0CB47E-7F54-C246-9386-A6B61C62F71B}" type="slidenum">
              <a:rPr lang="en-US" altLang="en-US"/>
              <a:pPr/>
              <a:t>‹#›</a:t>
            </a:fld>
            <a:endParaRPr lang="en-US" altLang="en-US"/>
          </a:p>
        </p:txBody>
      </p:sp>
    </p:spTree>
    <p:extLst>
      <p:ext uri="{BB962C8B-B14F-4D97-AF65-F5344CB8AC3E}">
        <p14:creationId xmlns:p14="http://schemas.microsoft.com/office/powerpoint/2010/main" val="738262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3D3C0C-E1AE-C941-85C5-73C127261154}"/>
              </a:ext>
            </a:extLst>
          </p:cNvPr>
          <p:cNvSpPr>
            <a:spLocks noGrp="1"/>
          </p:cNvSpPr>
          <p:nvPr>
            <p:ph type="title" orient="vert"/>
          </p:nvPr>
        </p:nvSpPr>
        <p:spPr>
          <a:xfrm>
            <a:off x="8686800" y="533400"/>
            <a:ext cx="2590800" cy="56388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D2288B-3D6B-4342-986C-C5BA01475DEF}"/>
              </a:ext>
            </a:extLst>
          </p:cNvPr>
          <p:cNvSpPr>
            <a:spLocks noGrp="1"/>
          </p:cNvSpPr>
          <p:nvPr>
            <p:ph type="body" orient="vert" idx="1"/>
          </p:nvPr>
        </p:nvSpPr>
        <p:spPr>
          <a:xfrm>
            <a:off x="914400" y="533400"/>
            <a:ext cx="75692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C4B232F-1306-4508-5464-9566E0420A1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6427C15-509A-08DF-FBC1-E80CAA02C3A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0E51149-C784-2E4D-C822-7BB81B5231E2}"/>
              </a:ext>
            </a:extLst>
          </p:cNvPr>
          <p:cNvSpPr>
            <a:spLocks noGrp="1" noChangeArrowheads="1"/>
          </p:cNvSpPr>
          <p:nvPr>
            <p:ph type="sldNum" sz="quarter" idx="12"/>
          </p:nvPr>
        </p:nvSpPr>
        <p:spPr>
          <a:ln/>
        </p:spPr>
        <p:txBody>
          <a:bodyPr/>
          <a:lstStyle>
            <a:lvl1pPr>
              <a:defRPr/>
            </a:lvl1pPr>
          </a:lstStyle>
          <a:p>
            <a:fld id="{FC497163-91E3-1A4E-AD86-2D146FB7B0EF}" type="slidenum">
              <a:rPr lang="en-US" altLang="en-US"/>
              <a:pPr/>
              <a:t>‹#›</a:t>
            </a:fld>
            <a:endParaRPr lang="en-US" altLang="en-US"/>
          </a:p>
        </p:txBody>
      </p:sp>
    </p:spTree>
    <p:extLst>
      <p:ext uri="{BB962C8B-B14F-4D97-AF65-F5344CB8AC3E}">
        <p14:creationId xmlns:p14="http://schemas.microsoft.com/office/powerpoint/2010/main" val="436994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67" name="Title Text"/>
          <p:cNvSpPr txBox="1">
            <a:spLocks noGrp="1"/>
          </p:cNvSpPr>
          <p:nvPr>
            <p:ph type="title"/>
          </p:nvPr>
        </p:nvSpPr>
        <p:spPr>
          <a:xfrm>
            <a:off x="2416969" y="178593"/>
            <a:ext cx="7358063" cy="1714501"/>
          </a:xfrm>
          <a:prstGeom prst="rect">
            <a:avLst/>
          </a:prstGeom>
        </p:spPr>
        <p:txBody>
          <a:bodyPr lIns="71437" tIns="71437" rIns="71437" bIns="71437" anchor="ctr">
            <a:noAutofit/>
          </a:bodyPr>
          <a:lstStyle>
            <a:lvl1pPr defTabSz="410766">
              <a:lnSpc>
                <a:spcPct val="100000"/>
              </a:lnSpc>
              <a:defRPr sz="5900" spc="0">
                <a:latin typeface="Gill Sans"/>
                <a:ea typeface="Gill Sans"/>
                <a:cs typeface="Gill Sans"/>
                <a:sym typeface="Gill Sans"/>
              </a:defRPr>
            </a:lvl1pPr>
          </a:lstStyle>
          <a:p>
            <a:r>
              <a:t>Title Text</a:t>
            </a:r>
          </a:p>
        </p:txBody>
      </p:sp>
      <p:sp>
        <p:nvSpPr>
          <p:cNvPr id="168" name="Body Level One…"/>
          <p:cNvSpPr txBox="1">
            <a:spLocks noGrp="1"/>
          </p:cNvSpPr>
          <p:nvPr>
            <p:ph type="body" sz="half" idx="1"/>
          </p:nvPr>
        </p:nvSpPr>
        <p:spPr>
          <a:xfrm>
            <a:off x="2416969" y="1946672"/>
            <a:ext cx="7358063" cy="4018360"/>
          </a:xfrm>
          <a:prstGeom prst="rect">
            <a:avLst/>
          </a:prstGeom>
        </p:spPr>
        <p:txBody>
          <a:bodyPr lIns="71437" tIns="71437" rIns="71437" bIns="71437" anchor="ctr">
            <a:noAutofit/>
          </a:bodyPr>
          <a:lstStyle>
            <a:lvl1pPr marL="553357" indent="-394607" defTabSz="410766">
              <a:lnSpc>
                <a:spcPct val="100000"/>
              </a:lnSpc>
              <a:spcBef>
                <a:spcPts val="1650"/>
              </a:spcBef>
              <a:buSzPct val="171000"/>
              <a:defRPr sz="2900">
                <a:latin typeface="Gill Sans"/>
                <a:ea typeface="Gill Sans"/>
                <a:cs typeface="Gill Sans"/>
                <a:sym typeface="Gill Sans"/>
              </a:defRPr>
            </a:lvl1pPr>
            <a:lvl2pPr marL="775607" indent="-394607" defTabSz="410766">
              <a:lnSpc>
                <a:spcPct val="100000"/>
              </a:lnSpc>
              <a:spcBef>
                <a:spcPts val="1650"/>
              </a:spcBef>
              <a:buSzPct val="171000"/>
              <a:defRPr sz="2900">
                <a:latin typeface="Gill Sans"/>
                <a:ea typeface="Gill Sans"/>
                <a:cs typeface="Gill Sans"/>
                <a:sym typeface="Gill Sans"/>
              </a:defRPr>
            </a:lvl2pPr>
            <a:lvl3pPr marL="997857" indent="-394607" defTabSz="410766">
              <a:lnSpc>
                <a:spcPct val="100000"/>
              </a:lnSpc>
              <a:spcBef>
                <a:spcPts val="1650"/>
              </a:spcBef>
              <a:buSzPct val="171000"/>
              <a:defRPr sz="2900">
                <a:latin typeface="Gill Sans"/>
                <a:ea typeface="Gill Sans"/>
                <a:cs typeface="Gill Sans"/>
                <a:sym typeface="Gill Sans"/>
              </a:defRPr>
            </a:lvl3pPr>
            <a:lvl4pPr marL="1220107" indent="-394607" defTabSz="410766">
              <a:lnSpc>
                <a:spcPct val="100000"/>
              </a:lnSpc>
              <a:spcBef>
                <a:spcPts val="1650"/>
              </a:spcBef>
              <a:buSzPct val="171000"/>
              <a:defRPr sz="2900">
                <a:latin typeface="Gill Sans"/>
                <a:ea typeface="Gill Sans"/>
                <a:cs typeface="Gill Sans"/>
                <a:sym typeface="Gill Sans"/>
              </a:defRPr>
            </a:lvl4pPr>
            <a:lvl5pPr marL="1442357" indent="-394607" defTabSz="410766">
              <a:lnSpc>
                <a:spcPct val="100000"/>
              </a:lnSpc>
              <a:spcBef>
                <a:spcPts val="1650"/>
              </a:spcBef>
              <a:buSzPct val="171000"/>
              <a:defRPr sz="2900">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69" name="Slide Number"/>
          <p:cNvSpPr txBox="1">
            <a:spLocks noGrp="1"/>
          </p:cNvSpPr>
          <p:nvPr>
            <p:ph type="sldNum" sz="quarter" idx="2"/>
          </p:nvPr>
        </p:nvSpPr>
        <p:spPr>
          <a:xfrm>
            <a:off x="5976441" y="6519466"/>
            <a:ext cx="230188" cy="249238"/>
          </a:xfrm>
          <a:prstGeom prst="rect">
            <a:avLst/>
          </a:prstGeom>
        </p:spPr>
        <p:txBody>
          <a:bodyPr lIns="71437" tIns="71437" rIns="71437" bIns="71437"/>
          <a:lstStyle>
            <a:lvl1pPr defTabSz="410766">
              <a:defRPr sz="1200">
                <a:solidFill>
                  <a:srgbClr val="000000"/>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333414706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1_Title &amp; Bullets">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190625" y="178594"/>
            <a:ext cx="9810750" cy="1714500"/>
          </a:xfrm>
          <a:prstGeom prst="rect">
            <a:avLst/>
          </a:prstGeom>
          <a:effectLst/>
        </p:spPr>
        <p:txBody>
          <a:bodyPr/>
          <a:lstStyle>
            <a:lvl1pPr defTabSz="410780">
              <a:defRPr sz="5907" b="0" i="0">
                <a:solidFill>
                  <a:srgbClr val="000000"/>
                </a:solidFill>
                <a:latin typeface="Times New Roman" panose="02020603050405020304" pitchFamily="18" charset="0"/>
                <a:ea typeface="+mn-ea"/>
                <a:cs typeface="Times New Roman" panose="02020603050405020304" pitchFamily="18" charset="0"/>
                <a:sym typeface="Gill Sans"/>
              </a:defRPr>
            </a:lvl1pPr>
          </a:lstStyle>
          <a:p>
            <a:r>
              <a:t>Title Text</a:t>
            </a:r>
          </a:p>
        </p:txBody>
      </p:sp>
      <p:sp>
        <p:nvSpPr>
          <p:cNvPr id="12" name="Body Level One…"/>
          <p:cNvSpPr txBox="1">
            <a:spLocks noGrp="1"/>
          </p:cNvSpPr>
          <p:nvPr>
            <p:ph type="body" idx="1"/>
          </p:nvPr>
        </p:nvSpPr>
        <p:spPr>
          <a:xfrm>
            <a:off x="1190625" y="1946672"/>
            <a:ext cx="9810750" cy="4018360"/>
          </a:xfrm>
          <a:prstGeom prst="rect">
            <a:avLst/>
          </a:prstGeom>
          <a:effectLst/>
        </p:spPr>
        <p:txBody>
          <a:bodyPr/>
          <a:lstStyle>
            <a:lvl1pPr marL="625101" indent="-401850" defTabSz="410780">
              <a:spcBef>
                <a:spcPts val="1688"/>
              </a:spcBef>
              <a:buSzPct val="171000"/>
              <a:defRPr sz="2953" b="0" i="0">
                <a:solidFill>
                  <a:srgbClr val="000000"/>
                </a:solidFill>
                <a:latin typeface="Times New Roman" panose="02020603050405020304" pitchFamily="18" charset="0"/>
                <a:ea typeface="+mn-ea"/>
                <a:cs typeface="Times New Roman" panose="02020603050405020304" pitchFamily="18" charset="0"/>
                <a:sym typeface="Gill Sans"/>
              </a:defRPr>
            </a:lvl1pPr>
            <a:lvl2pPr marL="937651" indent="-401850" defTabSz="410780">
              <a:spcBef>
                <a:spcPts val="1688"/>
              </a:spcBef>
              <a:buSzPct val="171000"/>
              <a:defRPr sz="2953" b="0" i="0">
                <a:solidFill>
                  <a:srgbClr val="000000"/>
                </a:solidFill>
                <a:latin typeface="Times New Roman" panose="02020603050405020304" pitchFamily="18" charset="0"/>
                <a:ea typeface="+mn-ea"/>
                <a:cs typeface="Times New Roman" panose="02020603050405020304" pitchFamily="18" charset="0"/>
                <a:sym typeface="Gill Sans"/>
              </a:defRPr>
            </a:lvl2pPr>
            <a:lvl3pPr marL="1250201" indent="-401850" defTabSz="410780">
              <a:spcBef>
                <a:spcPts val="1688"/>
              </a:spcBef>
              <a:buSzPct val="171000"/>
              <a:defRPr sz="2953" b="0" i="0">
                <a:solidFill>
                  <a:srgbClr val="000000"/>
                </a:solidFill>
                <a:latin typeface="Times New Roman" panose="02020603050405020304" pitchFamily="18" charset="0"/>
                <a:ea typeface="+mn-ea"/>
                <a:cs typeface="Times New Roman" panose="02020603050405020304" pitchFamily="18" charset="0"/>
                <a:sym typeface="Gill Sans"/>
              </a:defRPr>
            </a:lvl3pPr>
            <a:lvl4pPr marL="1562751" indent="-401850" defTabSz="410780">
              <a:spcBef>
                <a:spcPts val="1688"/>
              </a:spcBef>
              <a:buSzPct val="171000"/>
              <a:defRPr sz="2953" b="0" i="0">
                <a:solidFill>
                  <a:srgbClr val="000000"/>
                </a:solidFill>
                <a:latin typeface="Times New Roman" panose="02020603050405020304" pitchFamily="18" charset="0"/>
                <a:ea typeface="+mn-ea"/>
                <a:cs typeface="Times New Roman" panose="02020603050405020304" pitchFamily="18" charset="0"/>
                <a:sym typeface="Gill Sans"/>
              </a:defRPr>
            </a:lvl4pPr>
            <a:lvl5pPr marL="1875301" indent="-401850" defTabSz="410780">
              <a:spcBef>
                <a:spcPts val="1688"/>
              </a:spcBef>
              <a:buSzPct val="171000"/>
              <a:defRPr sz="2953" b="0" i="0">
                <a:solidFill>
                  <a:srgbClr val="000000"/>
                </a:solidFill>
                <a:latin typeface="Times New Roman" panose="02020603050405020304" pitchFamily="18" charset="0"/>
                <a:ea typeface="+mn-ea"/>
                <a:cs typeface="Times New Roman" panose="02020603050405020304" pitchFamily="18" charset="0"/>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5971425" y="6471314"/>
            <a:ext cx="293350" cy="297389"/>
          </a:xfrm>
          <a:prstGeom prst="rect">
            <a:avLst/>
          </a:prstGeom>
          <a:effectLst/>
        </p:spPr>
        <p:txBody>
          <a:bodyPr/>
          <a:lstStyle>
            <a:lvl1pPr defTabSz="410780">
              <a:defRPr sz="1266" b="0" i="0">
                <a:solidFill>
                  <a:srgbClr val="000000"/>
                </a:solidFill>
                <a:latin typeface="Times New Roman" panose="02020603050405020304" pitchFamily="18" charset="0"/>
                <a:ea typeface="+mn-ea"/>
                <a:cs typeface="Times New Roman" panose="02020603050405020304" pitchFamily="18" charset="0"/>
                <a:sym typeface="Gill Sans"/>
              </a:defRPr>
            </a:lvl1pPr>
          </a:lstStyle>
          <a:p>
            <a:fld id="{86CB4B4D-7CA3-9044-876B-883B54F8677D}" type="slidenum">
              <a:rPr lang="en-US"/>
              <a:pPr/>
              <a:t>‹#›</a:t>
            </a:fld>
            <a:endParaRPr lang="en-US"/>
          </a:p>
        </p:txBody>
      </p:sp>
    </p:spTree>
    <p:extLst>
      <p:ext uri="{BB962C8B-B14F-4D97-AF65-F5344CB8AC3E}">
        <p14:creationId xmlns:p14="http://schemas.microsoft.com/office/powerpoint/2010/main" val="194350547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9600" y="5993081"/>
            <a:ext cx="10972800" cy="302896"/>
          </a:xfrm>
          <a:prstGeom prst="rect">
            <a:avLst/>
          </a:prstGeom>
        </p:spPr>
        <p:txBody>
          <a:bodyPr/>
          <a:lstStyle>
            <a:lvl1pPr marL="0" indent="0" algn="ctr" defTabSz="412750">
              <a:lnSpc>
                <a:spcPct val="100000"/>
              </a:lnSpc>
              <a:spcBef>
                <a:spcPts val="0"/>
              </a:spcBef>
              <a:buSzTx/>
              <a:buNone/>
              <a:defRPr sz="1500" spc="-14">
                <a:latin typeface="Graphik-Medium"/>
                <a:ea typeface="Graphik-Medium"/>
                <a:cs typeface="Graphik-Medium"/>
                <a:sym typeface="Graphik Medium"/>
              </a:defRPr>
            </a:lvl1pPr>
          </a:lstStyle>
          <a:p>
            <a:r>
              <a:t>Author and Date</a:t>
            </a:r>
          </a:p>
        </p:txBody>
      </p:sp>
      <p:sp>
        <p:nvSpPr>
          <p:cNvPr id="12" name="Presentation Title"/>
          <p:cNvSpPr txBox="1">
            <a:spLocks noGrp="1"/>
          </p:cNvSpPr>
          <p:nvPr>
            <p:ph type="title" hasCustomPrompt="1"/>
          </p:nvPr>
        </p:nvSpPr>
        <p:spPr>
          <a:xfrm>
            <a:off x="609600" y="1771650"/>
            <a:ext cx="10972800" cy="2133600"/>
          </a:xfrm>
          <a:prstGeom prst="rect">
            <a:avLst/>
          </a:prstGeom>
        </p:spPr>
        <p:txBody>
          <a:bodyPr anchor="b"/>
          <a:lstStyle>
            <a:lvl1pPr>
              <a:defRPr sz="6400" b="0" i="0" spc="-64"/>
            </a:lvl1pPr>
          </a:lstStyle>
          <a:p>
            <a:r>
              <a:t>Presentation Title</a:t>
            </a:r>
          </a:p>
        </p:txBody>
      </p:sp>
      <p:sp>
        <p:nvSpPr>
          <p:cNvPr id="13" name="Body Level One…"/>
          <p:cNvSpPr txBox="1">
            <a:spLocks noGrp="1"/>
          </p:cNvSpPr>
          <p:nvPr>
            <p:ph type="body" sz="quarter" idx="1" hasCustomPrompt="1"/>
          </p:nvPr>
        </p:nvSpPr>
        <p:spPr>
          <a:xfrm>
            <a:off x="609600" y="3783790"/>
            <a:ext cx="10972800" cy="1125297"/>
          </a:xfrm>
          <a:prstGeom prst="rect">
            <a:avLst/>
          </a:prstGeom>
        </p:spPr>
        <p:txBody>
          <a:bodyPr/>
          <a:lstStyle>
            <a:lvl1pPr marL="0" indent="0" algn="ctr" defTabSz="412750">
              <a:lnSpc>
                <a:spcPct val="100000"/>
              </a:lnSpc>
              <a:spcBef>
                <a:spcPts val="0"/>
              </a:spcBef>
              <a:buSzTx/>
              <a:buNone/>
              <a:defRPr sz="3000" spc="-30">
                <a:latin typeface="Graphik-SemiboldItalic"/>
                <a:ea typeface="Graphik-SemiboldItalic"/>
                <a:cs typeface="Graphik-SemiboldItalic"/>
                <a:sym typeface="Graphik Semibold"/>
              </a:defRPr>
            </a:lvl1pPr>
            <a:lvl2pPr marL="0" indent="228600" algn="ctr" defTabSz="412750">
              <a:lnSpc>
                <a:spcPct val="100000"/>
              </a:lnSpc>
              <a:spcBef>
                <a:spcPts val="0"/>
              </a:spcBef>
              <a:buSzTx/>
              <a:buNone/>
              <a:defRPr sz="3000" spc="-30">
                <a:latin typeface="Graphik-SemiboldItalic"/>
                <a:ea typeface="Graphik-SemiboldItalic"/>
                <a:cs typeface="Graphik-SemiboldItalic"/>
                <a:sym typeface="Graphik Semibold"/>
              </a:defRPr>
            </a:lvl2pPr>
            <a:lvl3pPr marL="0" indent="457200" algn="ctr" defTabSz="412750">
              <a:lnSpc>
                <a:spcPct val="100000"/>
              </a:lnSpc>
              <a:spcBef>
                <a:spcPts val="0"/>
              </a:spcBef>
              <a:buSzTx/>
              <a:buNone/>
              <a:defRPr sz="3000" spc="-30">
                <a:latin typeface="Graphik-SemiboldItalic"/>
                <a:ea typeface="Graphik-SemiboldItalic"/>
                <a:cs typeface="Graphik-SemiboldItalic"/>
                <a:sym typeface="Graphik Semibold"/>
              </a:defRPr>
            </a:lvl3pPr>
            <a:lvl4pPr marL="0" indent="685800" algn="ctr" defTabSz="412750">
              <a:lnSpc>
                <a:spcPct val="100000"/>
              </a:lnSpc>
              <a:spcBef>
                <a:spcPts val="0"/>
              </a:spcBef>
              <a:buSzTx/>
              <a:buNone/>
              <a:defRPr sz="3000" spc="-30">
                <a:latin typeface="Graphik-SemiboldItalic"/>
                <a:ea typeface="Graphik-SemiboldItalic"/>
                <a:cs typeface="Graphik-SemiboldItalic"/>
                <a:sym typeface="Graphik Semibold"/>
              </a:defRPr>
            </a:lvl4pPr>
            <a:lvl5pPr marL="0" indent="914400" algn="ctr" defTabSz="412750">
              <a:lnSpc>
                <a:spcPct val="100000"/>
              </a:lnSpc>
              <a:spcBef>
                <a:spcPts val="0"/>
              </a:spcBef>
              <a:buSzTx/>
              <a:buNone/>
              <a:defRPr sz="3000" spc="-30">
                <a:latin typeface="Graphik-SemiboldItalic"/>
                <a:ea typeface="Graphik-SemiboldItalic"/>
                <a:cs typeface="Graphik-SemiboldItalic"/>
                <a:sym typeface="Graphik Semibold"/>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3471182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Beach and sea at sunset"/>
          <p:cNvSpPr>
            <a:spLocks noGrp="1"/>
          </p:cNvSpPr>
          <p:nvPr>
            <p:ph type="pic" idx="21"/>
          </p:nvPr>
        </p:nvSpPr>
        <p:spPr>
          <a:xfrm>
            <a:off x="0" y="-635000"/>
            <a:ext cx="12192000" cy="8128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609600" y="1771650"/>
            <a:ext cx="10972800" cy="2133600"/>
          </a:xfrm>
          <a:prstGeom prst="rect">
            <a:avLst/>
          </a:prstGeom>
        </p:spPr>
        <p:txBody>
          <a:bodyPr anchor="b"/>
          <a:lstStyle>
            <a:lvl1pPr>
              <a:defRPr sz="6400" b="0" i="0" spc="-64">
                <a:solidFill>
                  <a:srgbClr val="FFFFFF"/>
                </a:solidFill>
              </a:defRPr>
            </a:lvl1pPr>
          </a:lstStyle>
          <a:p>
            <a:r>
              <a:t>Presentation Title</a:t>
            </a:r>
          </a:p>
        </p:txBody>
      </p:sp>
      <p:sp>
        <p:nvSpPr>
          <p:cNvPr id="23" name="Body Level One…"/>
          <p:cNvSpPr txBox="1">
            <a:spLocks noGrp="1"/>
          </p:cNvSpPr>
          <p:nvPr>
            <p:ph type="body" sz="quarter" idx="1" hasCustomPrompt="1"/>
          </p:nvPr>
        </p:nvSpPr>
        <p:spPr>
          <a:xfrm>
            <a:off x="609600" y="3784600"/>
            <a:ext cx="10972800" cy="1126056"/>
          </a:xfrm>
          <a:prstGeom prst="rect">
            <a:avLst/>
          </a:prstGeom>
        </p:spPr>
        <p:txBody>
          <a:bodyPr/>
          <a:lstStyle>
            <a:lvl1pPr marL="0" indent="0" algn="ctr" defTabSz="412750">
              <a:lnSpc>
                <a:spcPct val="100000"/>
              </a:lnSpc>
              <a:spcBef>
                <a:spcPts val="0"/>
              </a:spcBef>
              <a:buSzTx/>
              <a:buNone/>
              <a:defRPr sz="3000" spc="-30">
                <a:solidFill>
                  <a:srgbClr val="FFFFFF"/>
                </a:solidFill>
                <a:latin typeface="Graphik-SemiboldItalic"/>
                <a:ea typeface="Graphik-SemiboldItalic"/>
                <a:cs typeface="Graphik-SemiboldItalic"/>
                <a:sym typeface="Graphik Semibold"/>
              </a:defRPr>
            </a:lvl1pPr>
            <a:lvl2pPr marL="0" indent="228600" algn="ctr" defTabSz="412750">
              <a:lnSpc>
                <a:spcPct val="100000"/>
              </a:lnSpc>
              <a:spcBef>
                <a:spcPts val="0"/>
              </a:spcBef>
              <a:buSzTx/>
              <a:buNone/>
              <a:defRPr sz="3000" spc="-30">
                <a:solidFill>
                  <a:srgbClr val="FFFFFF"/>
                </a:solidFill>
                <a:latin typeface="Graphik-SemiboldItalic"/>
                <a:ea typeface="Graphik-SemiboldItalic"/>
                <a:cs typeface="Graphik-SemiboldItalic"/>
                <a:sym typeface="Graphik Semibold"/>
              </a:defRPr>
            </a:lvl2pPr>
            <a:lvl3pPr marL="0" indent="457200" algn="ctr" defTabSz="412750">
              <a:lnSpc>
                <a:spcPct val="100000"/>
              </a:lnSpc>
              <a:spcBef>
                <a:spcPts val="0"/>
              </a:spcBef>
              <a:buSzTx/>
              <a:buNone/>
              <a:defRPr sz="3000" spc="-30">
                <a:solidFill>
                  <a:srgbClr val="FFFFFF"/>
                </a:solidFill>
                <a:latin typeface="Graphik-SemiboldItalic"/>
                <a:ea typeface="Graphik-SemiboldItalic"/>
                <a:cs typeface="Graphik-SemiboldItalic"/>
                <a:sym typeface="Graphik Semibold"/>
              </a:defRPr>
            </a:lvl3pPr>
            <a:lvl4pPr marL="0" indent="685800" algn="ctr" defTabSz="412750">
              <a:lnSpc>
                <a:spcPct val="100000"/>
              </a:lnSpc>
              <a:spcBef>
                <a:spcPts val="0"/>
              </a:spcBef>
              <a:buSzTx/>
              <a:buNone/>
              <a:defRPr sz="3000" spc="-30">
                <a:solidFill>
                  <a:srgbClr val="FFFFFF"/>
                </a:solidFill>
                <a:latin typeface="Graphik-SemiboldItalic"/>
                <a:ea typeface="Graphik-SemiboldItalic"/>
                <a:cs typeface="Graphik-SemiboldItalic"/>
                <a:sym typeface="Graphik Semibold"/>
              </a:defRPr>
            </a:lvl4pPr>
            <a:lvl5pPr marL="0" indent="914400" algn="ctr" defTabSz="412750">
              <a:lnSpc>
                <a:spcPct val="100000"/>
              </a:lnSpc>
              <a:spcBef>
                <a:spcPts val="0"/>
              </a:spcBef>
              <a:buSzTx/>
              <a:buNone/>
              <a:defRPr sz="3000" spc="-30">
                <a:solidFill>
                  <a:srgbClr val="FFFFFF"/>
                </a:solidFill>
                <a:latin typeface="Graphik-SemiboldItalic"/>
                <a:ea typeface="Graphik-SemiboldItalic"/>
                <a:cs typeface="Graphik-SemiboldItalic"/>
                <a:sym typeface="Graphik Semibold"/>
              </a:defRPr>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609600" y="5994400"/>
            <a:ext cx="10972801" cy="302896"/>
          </a:xfrm>
          <a:prstGeom prst="rect">
            <a:avLst/>
          </a:prstGeom>
        </p:spPr>
        <p:txBody>
          <a:bodyPr/>
          <a:lstStyle>
            <a:lvl1pPr marL="0" indent="0" algn="ctr" defTabSz="412750">
              <a:lnSpc>
                <a:spcPct val="100000"/>
              </a:lnSpc>
              <a:spcBef>
                <a:spcPts val="0"/>
              </a:spcBef>
              <a:buSzTx/>
              <a:buNone/>
              <a:defRPr sz="1500" spc="-14">
                <a:solidFill>
                  <a:srgbClr val="FFFFFF"/>
                </a:solidFill>
                <a:latin typeface="Graphik-Medium"/>
                <a:ea typeface="Graphik-Medium"/>
                <a:cs typeface="Graphik-Medium"/>
                <a:sym typeface="Graphik Medium"/>
              </a:defRPr>
            </a:lvl1pPr>
          </a:lstStyle>
          <a:p>
            <a:r>
              <a:t>Author and Date</a:t>
            </a:r>
          </a:p>
        </p:txBody>
      </p:sp>
      <p:sp>
        <p:nvSpPr>
          <p:cNvPr id="2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extLst>
      <p:ext uri="{BB962C8B-B14F-4D97-AF65-F5344CB8AC3E}">
        <p14:creationId xmlns:p14="http://schemas.microsoft.com/office/powerpoint/2010/main" val="2334291288"/>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Slide Title"/>
          <p:cNvSpPr txBox="1">
            <a:spLocks noGrp="1"/>
          </p:cNvSpPr>
          <p:nvPr>
            <p:ph type="title" hasCustomPrompt="1"/>
          </p:nvPr>
        </p:nvSpPr>
        <p:spPr>
          <a:xfrm>
            <a:off x="607748" y="2292551"/>
            <a:ext cx="4878669" cy="1270001"/>
          </a:xfrm>
          <a:prstGeom prst="rect">
            <a:avLst/>
          </a:prstGeom>
        </p:spPr>
        <p:txBody>
          <a:bodyPr anchor="b"/>
          <a:lstStyle>
            <a:lvl1pPr>
              <a:defRPr b="0" i="0"/>
            </a:lvl1pPr>
          </a:lstStyle>
          <a:p>
            <a:r>
              <a:t>Slide Title</a:t>
            </a:r>
          </a:p>
        </p:txBody>
      </p:sp>
      <p:sp>
        <p:nvSpPr>
          <p:cNvPr id="33" name="Sea against sky at sunset"/>
          <p:cNvSpPr>
            <a:spLocks noGrp="1"/>
          </p:cNvSpPr>
          <p:nvPr>
            <p:ph type="pic" idx="21"/>
          </p:nvPr>
        </p:nvSpPr>
        <p:spPr>
          <a:xfrm>
            <a:off x="4641850" y="635000"/>
            <a:ext cx="8375650" cy="5588000"/>
          </a:xfrm>
          <a:prstGeom prst="rect">
            <a:avLst/>
          </a:prstGeom>
        </p:spPr>
        <p:txBody>
          <a:bodyPr lIns="91439" tIns="45719" rIns="91439" bIns="45719">
            <a:noAutofit/>
          </a:bodyPr>
          <a:lstStyle/>
          <a:p>
            <a:endParaRPr/>
          </a:p>
        </p:txBody>
      </p:sp>
      <p:sp>
        <p:nvSpPr>
          <p:cNvPr id="34" name="Body Level One…"/>
          <p:cNvSpPr txBox="1">
            <a:spLocks noGrp="1"/>
          </p:cNvSpPr>
          <p:nvPr>
            <p:ph type="body" sz="quarter" idx="1" hasCustomPrompt="1"/>
          </p:nvPr>
        </p:nvSpPr>
        <p:spPr>
          <a:xfrm>
            <a:off x="609600" y="3508375"/>
            <a:ext cx="4876800" cy="2708275"/>
          </a:xfrm>
          <a:prstGeom prst="rect">
            <a:avLst/>
          </a:prstGeom>
        </p:spPr>
        <p:txBody>
          <a:bodyP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vl2pPr marL="0" indent="228600" algn="ctr" defTabSz="412750">
              <a:lnSpc>
                <a:spcPct val="100000"/>
              </a:lnSpc>
              <a:spcBef>
                <a:spcPts val="0"/>
              </a:spcBef>
              <a:buSzTx/>
              <a:buNone/>
              <a:defRPr spc="-22">
                <a:latin typeface="Graphik-SemiboldItalic"/>
                <a:ea typeface="Graphik-SemiboldItalic"/>
                <a:cs typeface="Graphik-SemiboldItalic"/>
                <a:sym typeface="Graphik Semibold"/>
              </a:defRPr>
            </a:lvl2pPr>
            <a:lvl3pPr marL="0" indent="457200" algn="ctr" defTabSz="412750">
              <a:lnSpc>
                <a:spcPct val="100000"/>
              </a:lnSpc>
              <a:spcBef>
                <a:spcPts val="0"/>
              </a:spcBef>
              <a:buSzTx/>
              <a:buNone/>
              <a:defRPr spc="-22">
                <a:latin typeface="Graphik-SemiboldItalic"/>
                <a:ea typeface="Graphik-SemiboldItalic"/>
                <a:cs typeface="Graphik-SemiboldItalic"/>
                <a:sym typeface="Graphik Semibold"/>
              </a:defRPr>
            </a:lvl3pPr>
            <a:lvl4pPr marL="0" indent="685800" algn="ctr" defTabSz="412750">
              <a:lnSpc>
                <a:spcPct val="100000"/>
              </a:lnSpc>
              <a:spcBef>
                <a:spcPts val="0"/>
              </a:spcBef>
              <a:buSzTx/>
              <a:buNone/>
              <a:defRPr spc="-22">
                <a:latin typeface="Graphik-SemiboldItalic"/>
                <a:ea typeface="Graphik-SemiboldItalic"/>
                <a:cs typeface="Graphik-SemiboldItalic"/>
                <a:sym typeface="Graphik Semibold"/>
              </a:defRPr>
            </a:lvl4pPr>
            <a:lvl5pPr marL="0" indent="914400" algn="ctr" defTabSz="412750">
              <a:lnSpc>
                <a:spcPct val="100000"/>
              </a:lnSpc>
              <a:spcBef>
                <a:spcPts val="0"/>
              </a:spcBef>
              <a:buSzTx/>
              <a:buNone/>
              <a:defRPr spc="-22">
                <a:latin typeface="Graphik-SemiboldItalic"/>
                <a:ea typeface="Graphik-SemiboldItalic"/>
                <a:cs typeface="Graphik-SemiboldItalic"/>
                <a:sym typeface="Graphik Semibold"/>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45654838"/>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lvl1pPr>
              <a:defRPr b="0" i="0"/>
            </a:lvl1pPr>
          </a:lstStyle>
          <a:p>
            <a:r>
              <a:t>Slide Title</a:t>
            </a:r>
          </a:p>
        </p:txBody>
      </p:sp>
      <p:sp>
        <p:nvSpPr>
          <p:cNvPr id="4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4" name="Slide Subtitle"/>
          <p:cNvSpPr txBox="1">
            <a:spLocks noGrp="1"/>
          </p:cNvSpPr>
          <p:nvPr>
            <p:ph type="body" sz="quarter" idx="21" hasCustomPrompt="1"/>
          </p:nvPr>
        </p:nvSpPr>
        <p:spPr>
          <a:xfrm>
            <a:off x="609600" y="1192324"/>
            <a:ext cx="10972801" cy="416307"/>
          </a:xfrm>
          <a:prstGeom prst="rect">
            <a:avLst/>
          </a:prstGeom>
        </p:spPr>
        <p:txBody>
          <a:bodyP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stStyle>
          <a:p>
            <a:r>
              <a:t>Slide Subtitle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3891525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609600" y="2006600"/>
            <a:ext cx="10972800" cy="4243574"/>
          </a:xfrm>
          <a:prstGeom prst="rect">
            <a:avLst/>
          </a:prstGeom>
        </p:spPr>
        <p:txBody>
          <a:bodyPr numCol="2" spcCol="2558384"/>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7042966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Title"/>
          <p:cNvSpPr txBox="1">
            <a:spLocks noGrp="1"/>
          </p:cNvSpPr>
          <p:nvPr>
            <p:ph type="title" hasCustomPrompt="1"/>
          </p:nvPr>
        </p:nvSpPr>
        <p:spPr>
          <a:xfrm>
            <a:off x="609600" y="387350"/>
            <a:ext cx="4876800" cy="800100"/>
          </a:xfrm>
          <a:prstGeom prst="rect">
            <a:avLst/>
          </a:prstGeom>
        </p:spPr>
        <p:txBody>
          <a:bodyPr/>
          <a:lstStyle>
            <a:lvl1pPr>
              <a:defRPr b="0" i="0"/>
            </a:lvl1pPr>
          </a:lstStyle>
          <a:p>
            <a:r>
              <a:t>Slide Title</a:t>
            </a:r>
          </a:p>
        </p:txBody>
      </p:sp>
      <p:sp>
        <p:nvSpPr>
          <p:cNvPr id="61" name="Sea against sky at sunset"/>
          <p:cNvSpPr>
            <a:spLocks noGrp="1"/>
          </p:cNvSpPr>
          <p:nvPr>
            <p:ph type="pic" idx="21"/>
          </p:nvPr>
        </p:nvSpPr>
        <p:spPr>
          <a:xfrm>
            <a:off x="6096322" y="359294"/>
            <a:ext cx="5486401" cy="6164812"/>
          </a:xfrm>
          <a:prstGeom prst="rect">
            <a:avLst/>
          </a:prstGeom>
        </p:spPr>
        <p:txBody>
          <a:bodyPr lIns="91439" tIns="45719" rIns="91439" bIns="45719">
            <a:noAutofit/>
          </a:bodyPr>
          <a:lstStyle/>
          <a:p>
            <a:endParaRPr/>
          </a:p>
        </p:txBody>
      </p:sp>
      <p:sp>
        <p:nvSpPr>
          <p:cNvPr id="62" name="Slide Subtitle"/>
          <p:cNvSpPr txBox="1">
            <a:spLocks noGrp="1"/>
          </p:cNvSpPr>
          <p:nvPr>
            <p:ph type="body" sz="quarter" idx="22" hasCustomPrompt="1"/>
          </p:nvPr>
        </p:nvSpPr>
        <p:spPr>
          <a:xfrm>
            <a:off x="609600" y="1193800"/>
            <a:ext cx="4878785" cy="416306"/>
          </a:xfrm>
          <a:prstGeom prst="rect">
            <a:avLst/>
          </a:prstGeom>
        </p:spPr>
        <p:txBody>
          <a:bodyP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stStyle>
          <a:p>
            <a:r>
              <a:t>Slide Subtitle</a:t>
            </a:r>
          </a:p>
        </p:txBody>
      </p:sp>
      <p:sp>
        <p:nvSpPr>
          <p:cNvPr id="63" name="Body Level One…"/>
          <p:cNvSpPr txBox="1">
            <a:spLocks noGrp="1"/>
          </p:cNvSpPr>
          <p:nvPr>
            <p:ph type="body" sz="half" idx="1" hasCustomPrompt="1"/>
          </p:nvPr>
        </p:nvSpPr>
        <p:spPr>
          <a:xfrm>
            <a:off x="609600" y="2011611"/>
            <a:ext cx="4878785" cy="4192340"/>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600202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1921851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609600" y="1621135"/>
            <a:ext cx="10972800" cy="3302001"/>
          </a:xfrm>
          <a:prstGeom prst="rect">
            <a:avLst/>
          </a:prstGeom>
        </p:spPr>
        <p:txBody>
          <a:bodyPr anchor="ctr"/>
          <a:lstStyle>
            <a:lvl1pPr>
              <a:defRPr sz="6400" b="0" i="0" spc="0"/>
            </a:lvl1pPr>
          </a:lstStyle>
          <a:p>
            <a:r>
              <a:t>Section Title</a:t>
            </a:r>
          </a:p>
        </p:txBody>
      </p:sp>
      <p:sp>
        <p:nvSpPr>
          <p:cNvPr id="72"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5428341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prstGeom prst="rect">
            <a:avLst/>
          </a:prstGeom>
        </p:spPr>
        <p:txBody>
          <a:bodyPr/>
          <a:lstStyle>
            <a:lvl1pPr>
              <a:defRPr b="0" i="0"/>
            </a:lvl1pPr>
          </a:lstStyle>
          <a:p>
            <a:r>
              <a:t>Slide Title</a:t>
            </a:r>
          </a:p>
        </p:txBody>
      </p:sp>
      <p:sp>
        <p:nvSpPr>
          <p:cNvPr id="80" name="Slide Subtitle"/>
          <p:cNvSpPr txBox="1">
            <a:spLocks noGrp="1"/>
          </p:cNvSpPr>
          <p:nvPr>
            <p:ph type="body" sz="quarter" idx="21" hasCustomPrompt="1"/>
          </p:nvPr>
        </p:nvSpPr>
        <p:spPr>
          <a:xfrm>
            <a:off x="609600" y="1192324"/>
            <a:ext cx="10972801" cy="416307"/>
          </a:xfrm>
          <a:prstGeom prst="rect">
            <a:avLst/>
          </a:prstGeom>
        </p:spPr>
        <p:txBody>
          <a:bodyP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stStyle>
          <a:p>
            <a:r>
              <a:t>Slide Subtitle</a:t>
            </a:r>
          </a:p>
        </p:txBody>
      </p:sp>
      <p:sp>
        <p:nvSpPr>
          <p:cNvPr id="81"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6177880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prstGeom prst="rect">
            <a:avLst/>
          </a:prstGeom>
        </p:spPr>
        <p:txBody>
          <a:bodyPr/>
          <a:lstStyle>
            <a:lvl1pPr>
              <a:defRPr b="0" i="0"/>
            </a:lvl1pPr>
          </a:lstStyle>
          <a:p>
            <a:r>
              <a:t>Agenda Title</a:t>
            </a:r>
          </a:p>
        </p:txBody>
      </p:sp>
      <p:sp>
        <p:nvSpPr>
          <p:cNvPr id="89" name="Body Level One…"/>
          <p:cNvSpPr txBox="1">
            <a:spLocks noGrp="1"/>
          </p:cNvSpPr>
          <p:nvPr>
            <p:ph type="body" idx="1" hasCustomPrompt="1"/>
          </p:nvPr>
        </p:nvSpPr>
        <p:spPr>
          <a:xfrm>
            <a:off x="609600" y="2006600"/>
            <a:ext cx="10972800" cy="4192774"/>
          </a:xfrm>
          <a:prstGeom prst="rect">
            <a:avLst/>
          </a:prstGeom>
        </p:spPr>
        <p:txBody>
          <a:bodyPr/>
          <a:lstStyle>
            <a:lvl1pPr marL="0" indent="0" defTabSz="412750">
              <a:lnSpc>
                <a:spcPct val="100000"/>
              </a:lnSpc>
              <a:buSzTx/>
              <a:buNone/>
              <a:defRPr sz="3400" spc="-68">
                <a:latin typeface="Canela Deck Regular"/>
                <a:ea typeface="Canela Deck Regular"/>
                <a:cs typeface="Canela Deck Regular"/>
                <a:sym typeface="Canela Deck Regular"/>
              </a:defRPr>
            </a:lvl1pPr>
            <a:lvl2pPr marL="0" indent="228600" defTabSz="412750">
              <a:lnSpc>
                <a:spcPct val="100000"/>
              </a:lnSpc>
              <a:buSzTx/>
              <a:buNone/>
              <a:defRPr sz="3400" spc="-68">
                <a:latin typeface="Canela Deck Regular"/>
                <a:ea typeface="Canela Deck Regular"/>
                <a:cs typeface="Canela Deck Regular"/>
                <a:sym typeface="Canela Deck Regular"/>
              </a:defRPr>
            </a:lvl2pPr>
            <a:lvl3pPr marL="0" indent="457200" defTabSz="412750">
              <a:lnSpc>
                <a:spcPct val="100000"/>
              </a:lnSpc>
              <a:buSzTx/>
              <a:buNone/>
              <a:defRPr sz="3400" spc="-68">
                <a:latin typeface="Canela Deck Regular"/>
                <a:ea typeface="Canela Deck Regular"/>
                <a:cs typeface="Canela Deck Regular"/>
                <a:sym typeface="Canela Deck Regular"/>
              </a:defRPr>
            </a:lvl3pPr>
            <a:lvl4pPr marL="0" indent="685800" defTabSz="412750">
              <a:lnSpc>
                <a:spcPct val="100000"/>
              </a:lnSpc>
              <a:buSzTx/>
              <a:buNone/>
              <a:defRPr sz="3400" spc="-68">
                <a:latin typeface="Canela Deck Regular"/>
                <a:ea typeface="Canela Deck Regular"/>
                <a:cs typeface="Canela Deck Regular"/>
                <a:sym typeface="Canela Deck Regular"/>
              </a:defRPr>
            </a:lvl4pPr>
            <a:lvl5pPr marL="0" indent="914400" defTabSz="412750">
              <a:lnSpc>
                <a:spcPct val="100000"/>
              </a:lnSpc>
              <a:buSzTx/>
              <a:buNone/>
              <a:defRPr sz="3400" spc="-68">
                <a:latin typeface="Canela Deck Regular"/>
                <a:ea typeface="Canela Deck Regular"/>
                <a:cs typeface="Canela Deck Regular"/>
                <a:sym typeface="Canela Deck Regular"/>
              </a:defRPr>
            </a:lvl5pPr>
          </a:lstStyle>
          <a:p>
            <a:r>
              <a:t>Agenda Topics</a:t>
            </a:r>
          </a:p>
          <a:p>
            <a:pPr lvl="1"/>
            <a:endParaRPr/>
          </a:p>
          <a:p>
            <a:pPr lvl="2"/>
            <a:endParaRPr/>
          </a:p>
          <a:p>
            <a:pPr lvl="3"/>
            <a:endParaRPr/>
          </a:p>
          <a:p>
            <a:pPr lvl="4"/>
            <a:endParaRPr/>
          </a:p>
        </p:txBody>
      </p:sp>
      <p:sp>
        <p:nvSpPr>
          <p:cNvPr id="90" name="Agenda Subtitle"/>
          <p:cNvSpPr txBox="1">
            <a:spLocks noGrp="1"/>
          </p:cNvSpPr>
          <p:nvPr>
            <p:ph type="body" sz="quarter" idx="21" hasCustomPrompt="1"/>
          </p:nvPr>
        </p:nvSpPr>
        <p:spPr>
          <a:xfrm>
            <a:off x="609600" y="1193558"/>
            <a:ext cx="10972801" cy="416307"/>
          </a:xfrm>
          <a:prstGeom prst="rect">
            <a:avLst/>
          </a:prstGeom>
        </p:spPr>
        <p:txBody>
          <a:bodyP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stStyle>
          <a:p>
            <a:r>
              <a:t>Agenda Subtitle</a:t>
            </a:r>
          </a:p>
        </p:txBody>
      </p:sp>
      <p:sp>
        <p:nvSpPr>
          <p:cNvPr id="91"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93678535"/>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Body Level One…"/>
          <p:cNvSpPr txBox="1">
            <a:spLocks noGrp="1"/>
          </p:cNvSpPr>
          <p:nvPr>
            <p:ph type="body" idx="1" hasCustomPrompt="1"/>
          </p:nvPr>
        </p:nvSpPr>
        <p:spPr>
          <a:xfrm>
            <a:off x="609600" y="1625600"/>
            <a:ext cx="10972800" cy="3302000"/>
          </a:xfrm>
          <a:prstGeom prst="rect">
            <a:avLst/>
          </a:prstGeom>
        </p:spPr>
        <p:txBody>
          <a:bodyPr anchor="ctr"/>
          <a:lstStyle>
            <a:lvl1pPr marL="0" indent="0" algn="ctr" defTabSz="1219200">
              <a:lnSpc>
                <a:spcPct val="80000"/>
              </a:lnSpc>
              <a:spcBef>
                <a:spcPts val="0"/>
              </a:spcBef>
              <a:buSzTx/>
              <a:buNone/>
              <a:defRPr sz="6400">
                <a:latin typeface="Canela Regular"/>
                <a:ea typeface="Canela Regular"/>
                <a:cs typeface="Canela Regular"/>
                <a:sym typeface="Canela Regular"/>
              </a:defRPr>
            </a:lvl1pPr>
            <a:lvl2pPr marL="0" indent="228600" algn="ctr" defTabSz="1219200">
              <a:lnSpc>
                <a:spcPct val="80000"/>
              </a:lnSpc>
              <a:spcBef>
                <a:spcPts val="0"/>
              </a:spcBef>
              <a:buSzTx/>
              <a:buNone/>
              <a:defRPr sz="6400">
                <a:latin typeface="Canela Regular"/>
                <a:ea typeface="Canela Regular"/>
                <a:cs typeface="Canela Regular"/>
                <a:sym typeface="Canela Regular"/>
              </a:defRPr>
            </a:lvl2pPr>
            <a:lvl3pPr marL="0" indent="457200" algn="ctr" defTabSz="1219200">
              <a:lnSpc>
                <a:spcPct val="80000"/>
              </a:lnSpc>
              <a:spcBef>
                <a:spcPts val="0"/>
              </a:spcBef>
              <a:buSzTx/>
              <a:buNone/>
              <a:defRPr sz="6400">
                <a:latin typeface="Canela Regular"/>
                <a:ea typeface="Canela Regular"/>
                <a:cs typeface="Canela Regular"/>
                <a:sym typeface="Canela Regular"/>
              </a:defRPr>
            </a:lvl3pPr>
            <a:lvl4pPr marL="0" indent="685800" algn="ctr" defTabSz="1219200">
              <a:lnSpc>
                <a:spcPct val="80000"/>
              </a:lnSpc>
              <a:spcBef>
                <a:spcPts val="0"/>
              </a:spcBef>
              <a:buSzTx/>
              <a:buNone/>
              <a:defRPr sz="6400">
                <a:latin typeface="Canela Regular"/>
                <a:ea typeface="Canela Regular"/>
                <a:cs typeface="Canela Regular"/>
                <a:sym typeface="Canela Regular"/>
              </a:defRPr>
            </a:lvl4pPr>
            <a:lvl5pPr marL="0" indent="914400" algn="ctr" defTabSz="1219200">
              <a:lnSpc>
                <a:spcPct val="80000"/>
              </a:lnSpc>
              <a:spcBef>
                <a:spcPts val="0"/>
              </a:spcBef>
              <a:buSzTx/>
              <a:buNone/>
              <a:defRPr sz="6400">
                <a:latin typeface="Canela Regular"/>
                <a:ea typeface="Canela Regular"/>
                <a:cs typeface="Canela Regular"/>
                <a:sym typeface="Canela Regular"/>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314384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Fact information"/>
          <p:cNvSpPr txBox="1">
            <a:spLocks noGrp="1"/>
          </p:cNvSpPr>
          <p:nvPr>
            <p:ph type="body" sz="quarter" idx="21" hasCustomPrompt="1"/>
          </p:nvPr>
        </p:nvSpPr>
        <p:spPr>
          <a:xfrm>
            <a:off x="609600" y="4231120"/>
            <a:ext cx="10972801" cy="416307"/>
          </a:xfrm>
          <a:prstGeom prst="rect">
            <a:avLst/>
          </a:prstGeom>
        </p:spPr>
        <p:txBody>
          <a:bodyP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stStyle>
          <a:p>
            <a:r>
              <a:t>Fact information</a:t>
            </a:r>
          </a:p>
        </p:txBody>
      </p:sp>
      <p:sp>
        <p:nvSpPr>
          <p:cNvPr id="107" name="Body Level One…"/>
          <p:cNvSpPr txBox="1">
            <a:spLocks noGrp="1"/>
          </p:cNvSpPr>
          <p:nvPr>
            <p:ph type="body" sz="half" idx="1" hasCustomPrompt="1"/>
          </p:nvPr>
        </p:nvSpPr>
        <p:spPr>
          <a:xfrm>
            <a:off x="609600" y="2107242"/>
            <a:ext cx="10972800" cy="2134854"/>
          </a:xfrm>
          <a:prstGeom prst="rect">
            <a:avLst/>
          </a:prstGeom>
        </p:spPr>
        <p:txBody>
          <a:bodyPr anchor="b"/>
          <a:lstStyle>
            <a:lvl1pPr marL="0" indent="0" algn="ctr" defTabSz="1219200">
              <a:lnSpc>
                <a:spcPct val="80000"/>
              </a:lnSpc>
              <a:spcBef>
                <a:spcPts val="0"/>
              </a:spcBef>
              <a:buSzTx/>
              <a:buNone/>
              <a:defRPr sz="11200" b="0" i="0">
                <a:latin typeface="Times New Roman" panose="02020603050405020304" pitchFamily="18" charset="0"/>
                <a:ea typeface="+mn-ea"/>
                <a:cs typeface="Times New Roman" panose="02020603050405020304" pitchFamily="18" charset="0"/>
                <a:sym typeface="Canela Bold"/>
              </a:defRPr>
            </a:lvl1pPr>
            <a:lvl2pPr marL="0" indent="228600" algn="ctr" defTabSz="1219200">
              <a:lnSpc>
                <a:spcPct val="80000"/>
              </a:lnSpc>
              <a:spcBef>
                <a:spcPts val="0"/>
              </a:spcBef>
              <a:buSzTx/>
              <a:buNone/>
              <a:defRPr sz="11200" b="0" i="0">
                <a:latin typeface="Times New Roman" panose="02020603050405020304" pitchFamily="18" charset="0"/>
                <a:ea typeface="+mn-ea"/>
                <a:cs typeface="Times New Roman" panose="02020603050405020304" pitchFamily="18" charset="0"/>
                <a:sym typeface="Canela Bold"/>
              </a:defRPr>
            </a:lvl2pPr>
            <a:lvl3pPr marL="0" indent="457200" algn="ctr" defTabSz="1219200">
              <a:lnSpc>
                <a:spcPct val="80000"/>
              </a:lnSpc>
              <a:spcBef>
                <a:spcPts val="0"/>
              </a:spcBef>
              <a:buSzTx/>
              <a:buNone/>
              <a:defRPr sz="11200" b="0" i="0">
                <a:latin typeface="Times New Roman" panose="02020603050405020304" pitchFamily="18" charset="0"/>
                <a:ea typeface="+mn-ea"/>
                <a:cs typeface="Times New Roman" panose="02020603050405020304" pitchFamily="18" charset="0"/>
                <a:sym typeface="Canela Bold"/>
              </a:defRPr>
            </a:lvl3pPr>
            <a:lvl4pPr marL="0" indent="685800" algn="ctr" defTabSz="1219200">
              <a:lnSpc>
                <a:spcPct val="80000"/>
              </a:lnSpc>
              <a:spcBef>
                <a:spcPts val="0"/>
              </a:spcBef>
              <a:buSzTx/>
              <a:buNone/>
              <a:defRPr sz="11200" b="0" i="0">
                <a:latin typeface="Times New Roman" panose="02020603050405020304" pitchFamily="18" charset="0"/>
                <a:ea typeface="+mn-ea"/>
                <a:cs typeface="Times New Roman" panose="02020603050405020304" pitchFamily="18" charset="0"/>
                <a:sym typeface="Canela Bold"/>
              </a:defRPr>
            </a:lvl4pPr>
            <a:lvl5pPr marL="0" indent="914400" algn="ctr" defTabSz="1219200">
              <a:lnSpc>
                <a:spcPct val="80000"/>
              </a:lnSpc>
              <a:spcBef>
                <a:spcPts val="0"/>
              </a:spcBef>
              <a:buSzTx/>
              <a:buNone/>
              <a:defRPr sz="11200" b="0" i="0">
                <a:latin typeface="Times New Roman" panose="02020603050405020304" pitchFamily="18" charset="0"/>
                <a:ea typeface="+mn-ea"/>
                <a:cs typeface="Times New Roman" panose="02020603050405020304" pitchFamily="18" charset="0"/>
                <a:sym typeface="Canela Bold"/>
              </a:defRPr>
            </a:lvl5pPr>
          </a:lstStyle>
          <a:p>
            <a:r>
              <a:t>100%</a:t>
            </a:r>
          </a:p>
          <a:p>
            <a:pPr lvl="1"/>
            <a:endParaRPr/>
          </a:p>
          <a:p>
            <a:pPr lvl="2"/>
            <a:endParaRPr/>
          </a:p>
          <a:p>
            <a:pPr lvl="3"/>
            <a:endParaRPr/>
          </a:p>
          <a:p>
            <a:pPr lvl="4"/>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17002017"/>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609600" y="5550027"/>
            <a:ext cx="10972801" cy="416307"/>
          </a:xfrm>
          <a:prstGeom prst="rect">
            <a:avLst/>
          </a:prstGeom>
        </p:spPr>
        <p:txBody>
          <a:bodyPr anchor="ctr"/>
          <a:lstStyle>
            <a:lvl1pPr marL="0" indent="0" algn="ctr" defTabSz="412750">
              <a:lnSpc>
                <a:spcPct val="100000"/>
              </a:lnSpc>
              <a:spcBef>
                <a:spcPts val="0"/>
              </a:spcBef>
              <a:buSzTx/>
              <a:buNone/>
              <a:defRPr spc="-22">
                <a:latin typeface="Graphik-SemiboldItalic"/>
                <a:ea typeface="Graphik-SemiboldItalic"/>
                <a:cs typeface="Graphik-SemiboldItalic"/>
                <a:sym typeface="Graphik Semibold"/>
              </a:defRPr>
            </a:lvl1pPr>
          </a:lstStyle>
          <a:p>
            <a:r>
              <a:t>Attribution</a:t>
            </a:r>
          </a:p>
        </p:txBody>
      </p:sp>
      <p:sp>
        <p:nvSpPr>
          <p:cNvPr id="116" name="Body Level One…"/>
          <p:cNvSpPr txBox="1">
            <a:spLocks noGrp="1"/>
          </p:cNvSpPr>
          <p:nvPr>
            <p:ph type="body" sz="half" idx="1" hasCustomPrompt="1"/>
          </p:nvPr>
        </p:nvSpPr>
        <p:spPr>
          <a:xfrm>
            <a:off x="609600" y="2089150"/>
            <a:ext cx="10972800" cy="2208213"/>
          </a:xfrm>
          <a:prstGeom prst="rect">
            <a:avLst/>
          </a:prstGeom>
        </p:spPr>
        <p:txBody>
          <a:bodyPr anchor="ctr"/>
          <a:lstStyle>
            <a:lvl1pPr marL="0" indent="0" algn="ctr" defTabSz="1219200">
              <a:lnSpc>
                <a:spcPct val="80000"/>
              </a:lnSpc>
              <a:spcBef>
                <a:spcPts val="0"/>
              </a:spcBef>
              <a:buSzTx/>
              <a:buNone/>
              <a:defRPr sz="4200" b="0" i="0">
                <a:latin typeface="Times New Roman" panose="02020603050405020304" pitchFamily="18" charset="0"/>
                <a:ea typeface="+mn-ea"/>
                <a:cs typeface="Times New Roman" panose="02020603050405020304" pitchFamily="18" charset="0"/>
                <a:sym typeface="Canela Bold"/>
              </a:defRPr>
            </a:lvl1pPr>
            <a:lvl2pPr marL="0" indent="228600" algn="ctr" defTabSz="1219200">
              <a:lnSpc>
                <a:spcPct val="80000"/>
              </a:lnSpc>
              <a:spcBef>
                <a:spcPts val="0"/>
              </a:spcBef>
              <a:buSzTx/>
              <a:buNone/>
              <a:defRPr sz="4200" b="0" i="0">
                <a:latin typeface="Times New Roman" panose="02020603050405020304" pitchFamily="18" charset="0"/>
                <a:ea typeface="+mn-ea"/>
                <a:cs typeface="Times New Roman" panose="02020603050405020304" pitchFamily="18" charset="0"/>
                <a:sym typeface="Canela Bold"/>
              </a:defRPr>
            </a:lvl2pPr>
            <a:lvl3pPr marL="0" indent="457200" algn="ctr" defTabSz="1219200">
              <a:lnSpc>
                <a:spcPct val="80000"/>
              </a:lnSpc>
              <a:spcBef>
                <a:spcPts val="0"/>
              </a:spcBef>
              <a:buSzTx/>
              <a:buNone/>
              <a:defRPr sz="4200" b="0" i="0">
                <a:latin typeface="Times New Roman" panose="02020603050405020304" pitchFamily="18" charset="0"/>
                <a:ea typeface="+mn-ea"/>
                <a:cs typeface="Times New Roman" panose="02020603050405020304" pitchFamily="18" charset="0"/>
                <a:sym typeface="Canela Bold"/>
              </a:defRPr>
            </a:lvl3pPr>
            <a:lvl4pPr marL="0" indent="685800" algn="ctr" defTabSz="1219200">
              <a:lnSpc>
                <a:spcPct val="80000"/>
              </a:lnSpc>
              <a:spcBef>
                <a:spcPts val="0"/>
              </a:spcBef>
              <a:buSzTx/>
              <a:buNone/>
              <a:defRPr sz="4200" b="0" i="0">
                <a:latin typeface="Times New Roman" panose="02020603050405020304" pitchFamily="18" charset="0"/>
                <a:ea typeface="+mn-ea"/>
                <a:cs typeface="Times New Roman" panose="02020603050405020304" pitchFamily="18" charset="0"/>
                <a:sym typeface="Canela Bold"/>
              </a:defRPr>
            </a:lvl4pPr>
            <a:lvl5pPr marL="0" indent="914400" algn="ctr" defTabSz="1219200">
              <a:lnSpc>
                <a:spcPct val="80000"/>
              </a:lnSpc>
              <a:spcBef>
                <a:spcPts val="0"/>
              </a:spcBef>
              <a:buSzTx/>
              <a:buNone/>
              <a:defRPr sz="4200" b="0" i="0">
                <a:latin typeface="Times New Roman" panose="02020603050405020304" pitchFamily="18" charset="0"/>
                <a:ea typeface="+mn-ea"/>
                <a:cs typeface="Times New Roman" panose="02020603050405020304" pitchFamily="18" charset="0"/>
                <a:sym typeface="Canela Bold"/>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85152877"/>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Sea against sky at sunset 2"/>
          <p:cNvSpPr>
            <a:spLocks noGrp="1"/>
          </p:cNvSpPr>
          <p:nvPr>
            <p:ph type="pic" sz="quarter" idx="21"/>
          </p:nvPr>
        </p:nvSpPr>
        <p:spPr>
          <a:xfrm>
            <a:off x="7872413" y="2790876"/>
            <a:ext cx="3682704" cy="4140201"/>
          </a:xfrm>
          <a:prstGeom prst="rect">
            <a:avLst/>
          </a:prstGeom>
        </p:spPr>
        <p:txBody>
          <a:bodyPr lIns="91439" tIns="45719" rIns="91439" bIns="45719">
            <a:noAutofit/>
          </a:bodyPr>
          <a:lstStyle/>
          <a:p>
            <a:endParaRPr/>
          </a:p>
        </p:txBody>
      </p:sp>
      <p:sp>
        <p:nvSpPr>
          <p:cNvPr id="125" name="Sea against sky at sunset 1"/>
          <p:cNvSpPr>
            <a:spLocks noGrp="1"/>
          </p:cNvSpPr>
          <p:nvPr>
            <p:ph type="pic" sz="quarter" idx="22"/>
          </p:nvPr>
        </p:nvSpPr>
        <p:spPr>
          <a:xfrm>
            <a:off x="7681913" y="635000"/>
            <a:ext cx="4057650" cy="2704503"/>
          </a:xfrm>
          <a:prstGeom prst="rect">
            <a:avLst/>
          </a:prstGeom>
        </p:spPr>
        <p:txBody>
          <a:bodyPr lIns="91439" tIns="45719" rIns="91439" bIns="45719">
            <a:noAutofit/>
          </a:bodyPr>
          <a:lstStyle/>
          <a:p>
            <a:endParaRPr/>
          </a:p>
        </p:txBody>
      </p:sp>
      <p:sp>
        <p:nvSpPr>
          <p:cNvPr id="126" name="Beach and sea at sunset"/>
          <p:cNvSpPr>
            <a:spLocks noGrp="1"/>
          </p:cNvSpPr>
          <p:nvPr>
            <p:ph type="pic" idx="23"/>
          </p:nvPr>
        </p:nvSpPr>
        <p:spPr>
          <a:xfrm>
            <a:off x="-31750" y="635000"/>
            <a:ext cx="8382000" cy="5588000"/>
          </a:xfrm>
          <a:prstGeom prst="rect">
            <a:avLst/>
          </a:prstGeom>
        </p:spPr>
        <p:txBody>
          <a:bodyPr lIns="91439" tIns="45719" rIns="91439" bIns="45719">
            <a:noAutofit/>
          </a:bodyPr>
          <a:lstStyle/>
          <a:p>
            <a:endParaRPr/>
          </a:p>
        </p:txBody>
      </p:sp>
      <p:sp>
        <p:nvSpPr>
          <p:cNvPr id="127"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53266881"/>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beach and sea at sunset"/>
          <p:cNvSpPr>
            <a:spLocks noGrp="1"/>
          </p:cNvSpPr>
          <p:nvPr>
            <p:ph type="pic" idx="21"/>
          </p:nvPr>
        </p:nvSpPr>
        <p:spPr>
          <a:xfrm>
            <a:off x="635000" y="-211667"/>
            <a:ext cx="10922000" cy="7281334"/>
          </a:xfrm>
          <a:prstGeom prst="rect">
            <a:avLst/>
          </a:prstGeom>
        </p:spPr>
        <p:txBody>
          <a:bodyPr lIns="91439" tIns="45719" rIns="91439" bIns="45719">
            <a:noAutofit/>
          </a:bodyPr>
          <a:lstStyle/>
          <a:p>
            <a:endParaRPr/>
          </a:p>
        </p:txBody>
      </p:sp>
      <p:sp>
        <p:nvSpPr>
          <p:cNvPr id="135"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12678568"/>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2_Title &amp; Bullets">
    <p:spTree>
      <p:nvGrpSpPr>
        <p:cNvPr id="1" name=""/>
        <p:cNvGrpSpPr/>
        <p:nvPr/>
      </p:nvGrpSpPr>
      <p:grpSpPr>
        <a:xfrm>
          <a:off x="0" y="0"/>
          <a:ext cx="0" cy="0"/>
          <a:chOff x="0" y="0"/>
          <a:chExt cx="0" cy="0"/>
        </a:xfrm>
      </p:grpSpPr>
      <p:sp>
        <p:nvSpPr>
          <p:cNvPr id="149" name="Title Text"/>
          <p:cNvSpPr txBox="1">
            <a:spLocks noGrp="1"/>
          </p:cNvSpPr>
          <p:nvPr>
            <p:ph type="title"/>
          </p:nvPr>
        </p:nvSpPr>
        <p:spPr>
          <a:xfrm>
            <a:off x="2193727" y="178594"/>
            <a:ext cx="7804547" cy="1518048"/>
          </a:xfrm>
          <a:prstGeom prst="rect">
            <a:avLst/>
          </a:prstGeom>
        </p:spPr>
        <p:txBody>
          <a:bodyPr lIns="71437" tIns="71437" rIns="71437" bIns="71437" anchor="ctr"/>
          <a:lstStyle>
            <a:lvl1pPr defTabSz="410766">
              <a:lnSpc>
                <a:spcPct val="100000"/>
              </a:lnSpc>
              <a:defRPr sz="5600" b="0" i="0" spc="0">
                <a:latin typeface="Times New Roman" panose="02020603050405020304" pitchFamily="18" charset="0"/>
                <a:ea typeface="Helvetica Neue Medium"/>
                <a:cs typeface="Times New Roman" panose="02020603050405020304" pitchFamily="18" charset="0"/>
                <a:sym typeface="Helvetica Neue Medium"/>
              </a:defRPr>
            </a:lvl1pPr>
          </a:lstStyle>
          <a:p>
            <a:r>
              <a:t>Title Text</a:t>
            </a:r>
          </a:p>
        </p:txBody>
      </p:sp>
      <p:sp>
        <p:nvSpPr>
          <p:cNvPr id="150" name="Body Level One…"/>
          <p:cNvSpPr txBox="1">
            <a:spLocks noGrp="1"/>
          </p:cNvSpPr>
          <p:nvPr>
            <p:ph type="body" idx="1"/>
          </p:nvPr>
        </p:nvSpPr>
        <p:spPr>
          <a:xfrm>
            <a:off x="2193727" y="1821656"/>
            <a:ext cx="7804547" cy="4420196"/>
          </a:xfrm>
          <a:prstGeom prst="rect">
            <a:avLst/>
          </a:prstGeom>
        </p:spPr>
        <p:txBody>
          <a:bodyPr lIns="71437" tIns="71437" rIns="71437" bIns="71437" anchor="ctr"/>
          <a:lstStyle>
            <a:lvl1pPr marL="305594" indent="-305594" defTabSz="410766">
              <a:lnSpc>
                <a:spcPct val="100000"/>
              </a:lnSpc>
              <a:spcBef>
                <a:spcPts val="2950"/>
              </a:spcBef>
              <a:buSzPct val="145000"/>
              <a:defRPr b="0" i="0">
                <a:latin typeface="Times New Roman" panose="02020603050405020304" pitchFamily="18" charset="0"/>
                <a:ea typeface="Helvetica Neue"/>
                <a:cs typeface="Times New Roman" panose="02020603050405020304" pitchFamily="18" charset="0"/>
                <a:sym typeface="Helvetica Neue"/>
              </a:defRPr>
            </a:lvl1pPr>
            <a:lvl2pPr marL="527844" indent="-305594" defTabSz="410766">
              <a:lnSpc>
                <a:spcPct val="100000"/>
              </a:lnSpc>
              <a:spcBef>
                <a:spcPts val="2950"/>
              </a:spcBef>
              <a:buSzPct val="145000"/>
              <a:defRPr b="0" i="0">
                <a:latin typeface="Times New Roman" panose="02020603050405020304" pitchFamily="18" charset="0"/>
                <a:ea typeface="Helvetica Neue"/>
                <a:cs typeface="Times New Roman" panose="02020603050405020304" pitchFamily="18" charset="0"/>
                <a:sym typeface="Helvetica Neue"/>
              </a:defRPr>
            </a:lvl2pPr>
            <a:lvl3pPr marL="750094" indent="-305594" defTabSz="410766">
              <a:lnSpc>
                <a:spcPct val="100000"/>
              </a:lnSpc>
              <a:spcBef>
                <a:spcPts val="2950"/>
              </a:spcBef>
              <a:buSzPct val="145000"/>
              <a:defRPr b="0" i="0">
                <a:latin typeface="Times New Roman" panose="02020603050405020304" pitchFamily="18" charset="0"/>
                <a:ea typeface="Helvetica Neue"/>
                <a:cs typeface="Times New Roman" panose="02020603050405020304" pitchFamily="18" charset="0"/>
                <a:sym typeface="Helvetica Neue"/>
              </a:defRPr>
            </a:lvl3pPr>
            <a:lvl4pPr marL="972344" indent="-305594" defTabSz="410766">
              <a:lnSpc>
                <a:spcPct val="100000"/>
              </a:lnSpc>
              <a:spcBef>
                <a:spcPts val="2950"/>
              </a:spcBef>
              <a:buSzPct val="145000"/>
              <a:defRPr b="0" i="0">
                <a:latin typeface="Times New Roman" panose="02020603050405020304" pitchFamily="18" charset="0"/>
                <a:ea typeface="Helvetica Neue"/>
                <a:cs typeface="Times New Roman" panose="02020603050405020304" pitchFamily="18" charset="0"/>
                <a:sym typeface="Helvetica Neue"/>
              </a:defRPr>
            </a:lvl4pPr>
            <a:lvl5pPr marL="1194594" indent="-305594" defTabSz="410766">
              <a:lnSpc>
                <a:spcPct val="100000"/>
              </a:lnSpc>
              <a:spcBef>
                <a:spcPts val="2950"/>
              </a:spcBef>
              <a:buSzPct val="145000"/>
              <a:defRPr b="0" i="0">
                <a:latin typeface="Times New Roman" panose="02020603050405020304" pitchFamily="18" charset="0"/>
                <a:ea typeface="Helvetica Neue"/>
                <a:cs typeface="Times New Roman" panose="02020603050405020304" pitchFamily="18" charset="0"/>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151" name="Slide Number"/>
          <p:cNvSpPr txBox="1">
            <a:spLocks noGrp="1"/>
          </p:cNvSpPr>
          <p:nvPr>
            <p:ph type="sldNum" sz="quarter" idx="2"/>
          </p:nvPr>
        </p:nvSpPr>
        <p:spPr>
          <a:xfrm>
            <a:off x="5977052" y="6536531"/>
            <a:ext cx="296555" cy="313546"/>
          </a:xfrm>
          <a:prstGeom prst="rect">
            <a:avLst/>
          </a:prstGeom>
        </p:spPr>
        <p:txBody>
          <a:bodyPr lIns="71437" tIns="71437" rIns="71437" bIns="71437" anchor="t"/>
          <a:lstStyle>
            <a:lvl1pPr defTabSz="410766">
              <a:defRPr sz="1100">
                <a:solidFill>
                  <a:srgbClr val="000000"/>
                </a:solidFill>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3533836415"/>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3_Title &amp; Bullets">
    <p:spTree>
      <p:nvGrpSpPr>
        <p:cNvPr id="1" name=""/>
        <p:cNvGrpSpPr/>
        <p:nvPr/>
      </p:nvGrpSpPr>
      <p:grpSpPr>
        <a:xfrm>
          <a:off x="0" y="0"/>
          <a:ext cx="0" cy="0"/>
          <a:chOff x="0" y="0"/>
          <a:chExt cx="0" cy="0"/>
        </a:xfrm>
      </p:grpSpPr>
      <p:sp>
        <p:nvSpPr>
          <p:cNvPr id="158" name="Title Text"/>
          <p:cNvSpPr txBox="1">
            <a:spLocks noGrp="1"/>
          </p:cNvSpPr>
          <p:nvPr>
            <p:ph type="title"/>
          </p:nvPr>
        </p:nvSpPr>
        <p:spPr>
          <a:xfrm>
            <a:off x="2416969" y="178593"/>
            <a:ext cx="7358063" cy="1714501"/>
          </a:xfrm>
          <a:prstGeom prst="rect">
            <a:avLst/>
          </a:prstGeom>
        </p:spPr>
        <p:txBody>
          <a:bodyPr lIns="71437" tIns="71437" rIns="71437" bIns="71437" anchor="ctr">
            <a:noAutofit/>
          </a:bodyPr>
          <a:lstStyle>
            <a:lvl1pPr defTabSz="410766">
              <a:lnSpc>
                <a:spcPct val="100000"/>
              </a:lnSpc>
              <a:defRPr sz="5900" spc="0">
                <a:latin typeface="Gill Sans"/>
                <a:ea typeface="Gill Sans"/>
                <a:cs typeface="Gill Sans"/>
                <a:sym typeface="Gill Sans"/>
              </a:defRPr>
            </a:lvl1pPr>
          </a:lstStyle>
          <a:p>
            <a:r>
              <a:t>Title Text</a:t>
            </a:r>
          </a:p>
        </p:txBody>
      </p:sp>
      <p:sp>
        <p:nvSpPr>
          <p:cNvPr id="159" name="Body Level One…"/>
          <p:cNvSpPr txBox="1">
            <a:spLocks noGrp="1"/>
          </p:cNvSpPr>
          <p:nvPr>
            <p:ph type="body" sz="half" idx="1"/>
          </p:nvPr>
        </p:nvSpPr>
        <p:spPr>
          <a:xfrm>
            <a:off x="2416969" y="1946672"/>
            <a:ext cx="7358063" cy="4018360"/>
          </a:xfrm>
          <a:prstGeom prst="rect">
            <a:avLst/>
          </a:prstGeom>
        </p:spPr>
        <p:txBody>
          <a:bodyPr lIns="71437" tIns="71437" rIns="71437" bIns="71437" anchor="ctr">
            <a:noAutofit/>
          </a:bodyPr>
          <a:lstStyle>
            <a:lvl1pPr marL="553357" indent="-394607" defTabSz="410766">
              <a:lnSpc>
                <a:spcPct val="100000"/>
              </a:lnSpc>
              <a:spcBef>
                <a:spcPts val="1650"/>
              </a:spcBef>
              <a:buSzPct val="171000"/>
              <a:defRPr sz="2900">
                <a:latin typeface="Gill Sans"/>
                <a:ea typeface="Gill Sans"/>
                <a:cs typeface="Gill Sans"/>
                <a:sym typeface="Gill Sans"/>
              </a:defRPr>
            </a:lvl1pPr>
            <a:lvl2pPr marL="775607" indent="-394607" defTabSz="410766">
              <a:lnSpc>
                <a:spcPct val="100000"/>
              </a:lnSpc>
              <a:spcBef>
                <a:spcPts val="1650"/>
              </a:spcBef>
              <a:buSzPct val="171000"/>
              <a:defRPr sz="2900">
                <a:latin typeface="Gill Sans"/>
                <a:ea typeface="Gill Sans"/>
                <a:cs typeface="Gill Sans"/>
                <a:sym typeface="Gill Sans"/>
              </a:defRPr>
            </a:lvl2pPr>
            <a:lvl3pPr marL="997857" indent="-394607" defTabSz="410766">
              <a:lnSpc>
                <a:spcPct val="100000"/>
              </a:lnSpc>
              <a:spcBef>
                <a:spcPts val="1650"/>
              </a:spcBef>
              <a:buSzPct val="171000"/>
              <a:defRPr sz="2900">
                <a:latin typeface="Gill Sans"/>
                <a:ea typeface="Gill Sans"/>
                <a:cs typeface="Gill Sans"/>
                <a:sym typeface="Gill Sans"/>
              </a:defRPr>
            </a:lvl3pPr>
            <a:lvl4pPr marL="1220107" indent="-394607" defTabSz="410766">
              <a:lnSpc>
                <a:spcPct val="100000"/>
              </a:lnSpc>
              <a:spcBef>
                <a:spcPts val="1650"/>
              </a:spcBef>
              <a:buSzPct val="171000"/>
              <a:defRPr sz="2900">
                <a:latin typeface="Gill Sans"/>
                <a:ea typeface="Gill Sans"/>
                <a:cs typeface="Gill Sans"/>
                <a:sym typeface="Gill Sans"/>
              </a:defRPr>
            </a:lvl4pPr>
            <a:lvl5pPr marL="1442357" indent="-394607" defTabSz="410766">
              <a:lnSpc>
                <a:spcPct val="100000"/>
              </a:lnSpc>
              <a:spcBef>
                <a:spcPts val="1650"/>
              </a:spcBef>
              <a:buSzPct val="171000"/>
              <a:defRPr sz="2900">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60" name="Slide Number"/>
          <p:cNvSpPr txBox="1">
            <a:spLocks noGrp="1"/>
          </p:cNvSpPr>
          <p:nvPr>
            <p:ph type="sldNum" sz="quarter" idx="2"/>
          </p:nvPr>
        </p:nvSpPr>
        <p:spPr>
          <a:xfrm>
            <a:off x="5976441" y="6439769"/>
            <a:ext cx="330218" cy="328935"/>
          </a:xfrm>
          <a:prstGeom prst="rect">
            <a:avLst/>
          </a:prstGeom>
        </p:spPr>
        <p:txBody>
          <a:bodyPr lIns="71437" tIns="71437" rIns="71437" bIns="71437"/>
          <a:lstStyle>
            <a:lvl1pPr defTabSz="410766">
              <a:defRPr sz="1200">
                <a:solidFill>
                  <a:srgbClr val="000000"/>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407736408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4_Title &amp; Bullets">
    <p:spTree>
      <p:nvGrpSpPr>
        <p:cNvPr id="1" name=""/>
        <p:cNvGrpSpPr/>
        <p:nvPr/>
      </p:nvGrpSpPr>
      <p:grpSpPr>
        <a:xfrm>
          <a:off x="0" y="0"/>
          <a:ext cx="0" cy="0"/>
          <a:chOff x="0" y="0"/>
          <a:chExt cx="0" cy="0"/>
        </a:xfrm>
      </p:grpSpPr>
      <p:sp>
        <p:nvSpPr>
          <p:cNvPr id="167" name="Title Text"/>
          <p:cNvSpPr txBox="1">
            <a:spLocks noGrp="1"/>
          </p:cNvSpPr>
          <p:nvPr>
            <p:ph type="title"/>
          </p:nvPr>
        </p:nvSpPr>
        <p:spPr>
          <a:xfrm>
            <a:off x="2416969" y="178593"/>
            <a:ext cx="7358063" cy="1714501"/>
          </a:xfrm>
          <a:prstGeom prst="rect">
            <a:avLst/>
          </a:prstGeom>
        </p:spPr>
        <p:txBody>
          <a:bodyPr lIns="71437" tIns="71437" rIns="71437" bIns="71437" anchor="ctr">
            <a:noAutofit/>
          </a:bodyPr>
          <a:lstStyle>
            <a:lvl1pPr defTabSz="410766">
              <a:lnSpc>
                <a:spcPct val="100000"/>
              </a:lnSpc>
              <a:defRPr sz="5900" spc="0">
                <a:latin typeface="Gill Sans"/>
                <a:ea typeface="Gill Sans"/>
                <a:cs typeface="Gill Sans"/>
                <a:sym typeface="Gill Sans"/>
              </a:defRPr>
            </a:lvl1pPr>
          </a:lstStyle>
          <a:p>
            <a:r>
              <a:t>Title Text</a:t>
            </a:r>
          </a:p>
        </p:txBody>
      </p:sp>
      <p:sp>
        <p:nvSpPr>
          <p:cNvPr id="168" name="Body Level One…"/>
          <p:cNvSpPr txBox="1">
            <a:spLocks noGrp="1"/>
          </p:cNvSpPr>
          <p:nvPr>
            <p:ph type="body" sz="half" idx="1"/>
          </p:nvPr>
        </p:nvSpPr>
        <p:spPr>
          <a:xfrm>
            <a:off x="2416969" y="1946672"/>
            <a:ext cx="7358063" cy="4018360"/>
          </a:xfrm>
          <a:prstGeom prst="rect">
            <a:avLst/>
          </a:prstGeom>
        </p:spPr>
        <p:txBody>
          <a:bodyPr lIns="71437" tIns="71437" rIns="71437" bIns="71437" anchor="ctr">
            <a:noAutofit/>
          </a:bodyPr>
          <a:lstStyle>
            <a:lvl1pPr marL="553357" indent="-394607" defTabSz="410766">
              <a:lnSpc>
                <a:spcPct val="100000"/>
              </a:lnSpc>
              <a:spcBef>
                <a:spcPts val="1650"/>
              </a:spcBef>
              <a:buSzPct val="171000"/>
              <a:defRPr sz="2900">
                <a:latin typeface="Gill Sans"/>
                <a:ea typeface="Gill Sans"/>
                <a:cs typeface="Gill Sans"/>
                <a:sym typeface="Gill Sans"/>
              </a:defRPr>
            </a:lvl1pPr>
            <a:lvl2pPr marL="775607" indent="-394607" defTabSz="410766">
              <a:lnSpc>
                <a:spcPct val="100000"/>
              </a:lnSpc>
              <a:spcBef>
                <a:spcPts val="1650"/>
              </a:spcBef>
              <a:buSzPct val="171000"/>
              <a:defRPr sz="2900">
                <a:latin typeface="Gill Sans"/>
                <a:ea typeface="Gill Sans"/>
                <a:cs typeface="Gill Sans"/>
                <a:sym typeface="Gill Sans"/>
              </a:defRPr>
            </a:lvl2pPr>
            <a:lvl3pPr marL="997857" indent="-394607" defTabSz="410766">
              <a:lnSpc>
                <a:spcPct val="100000"/>
              </a:lnSpc>
              <a:spcBef>
                <a:spcPts val="1650"/>
              </a:spcBef>
              <a:buSzPct val="171000"/>
              <a:defRPr sz="2900">
                <a:latin typeface="Gill Sans"/>
                <a:ea typeface="Gill Sans"/>
                <a:cs typeface="Gill Sans"/>
                <a:sym typeface="Gill Sans"/>
              </a:defRPr>
            </a:lvl3pPr>
            <a:lvl4pPr marL="1220107" indent="-394607" defTabSz="410766">
              <a:lnSpc>
                <a:spcPct val="100000"/>
              </a:lnSpc>
              <a:spcBef>
                <a:spcPts val="1650"/>
              </a:spcBef>
              <a:buSzPct val="171000"/>
              <a:defRPr sz="2900">
                <a:latin typeface="Gill Sans"/>
                <a:ea typeface="Gill Sans"/>
                <a:cs typeface="Gill Sans"/>
                <a:sym typeface="Gill Sans"/>
              </a:defRPr>
            </a:lvl4pPr>
            <a:lvl5pPr marL="1442357" indent="-394607" defTabSz="410766">
              <a:lnSpc>
                <a:spcPct val="100000"/>
              </a:lnSpc>
              <a:spcBef>
                <a:spcPts val="1650"/>
              </a:spcBef>
              <a:buSzPct val="171000"/>
              <a:defRPr sz="2900">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69" name="Slide Number"/>
          <p:cNvSpPr txBox="1">
            <a:spLocks noGrp="1"/>
          </p:cNvSpPr>
          <p:nvPr>
            <p:ph type="sldNum" sz="quarter" idx="2"/>
          </p:nvPr>
        </p:nvSpPr>
        <p:spPr>
          <a:xfrm>
            <a:off x="5976441" y="6509742"/>
            <a:ext cx="330218" cy="328935"/>
          </a:xfrm>
          <a:prstGeom prst="rect">
            <a:avLst/>
          </a:prstGeom>
        </p:spPr>
        <p:txBody>
          <a:bodyPr lIns="71437" tIns="71437" rIns="71437" bIns="71437" anchor="t"/>
          <a:lstStyle>
            <a:lvl1pPr defTabSz="410766">
              <a:defRPr sz="1200">
                <a:solidFill>
                  <a:srgbClr val="000000"/>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2060299203"/>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176" name="Title Text"/>
          <p:cNvSpPr txBox="1">
            <a:spLocks noGrp="1"/>
          </p:cNvSpPr>
          <p:nvPr>
            <p:ph type="title"/>
          </p:nvPr>
        </p:nvSpPr>
        <p:spPr>
          <a:xfrm>
            <a:off x="2416969" y="1151930"/>
            <a:ext cx="7358063" cy="2321719"/>
          </a:xfrm>
          <a:prstGeom prst="rect">
            <a:avLst/>
          </a:prstGeom>
        </p:spPr>
        <p:txBody>
          <a:bodyPr lIns="71437" tIns="71437" rIns="71437" bIns="71437" anchor="b">
            <a:noAutofit/>
          </a:bodyPr>
          <a:lstStyle>
            <a:lvl1pPr defTabSz="410766">
              <a:lnSpc>
                <a:spcPct val="100000"/>
              </a:lnSpc>
              <a:defRPr sz="5900" spc="0">
                <a:latin typeface="Gill Sans"/>
                <a:ea typeface="Gill Sans"/>
                <a:cs typeface="Gill Sans"/>
                <a:sym typeface="Gill Sans"/>
              </a:defRPr>
            </a:lvl1pPr>
          </a:lstStyle>
          <a:p>
            <a:r>
              <a:t>Title Text</a:t>
            </a:r>
          </a:p>
        </p:txBody>
      </p:sp>
      <p:sp>
        <p:nvSpPr>
          <p:cNvPr id="177" name="Body Level One…"/>
          <p:cNvSpPr txBox="1">
            <a:spLocks noGrp="1"/>
          </p:cNvSpPr>
          <p:nvPr>
            <p:ph type="body" sz="quarter" idx="1"/>
          </p:nvPr>
        </p:nvSpPr>
        <p:spPr>
          <a:xfrm>
            <a:off x="2416969" y="3536156"/>
            <a:ext cx="7358063" cy="794743"/>
          </a:xfrm>
          <a:prstGeom prst="rect">
            <a:avLst/>
          </a:prstGeom>
        </p:spPr>
        <p:txBody>
          <a:bodyPr lIns="71437" tIns="71437" rIns="71437" bIns="71437">
            <a:noAutofit/>
          </a:bodyPr>
          <a:lstStyle>
            <a:lvl1pPr marL="0" indent="0" algn="ctr" defTabSz="410766">
              <a:lnSpc>
                <a:spcPct val="100000"/>
              </a:lnSpc>
              <a:spcBef>
                <a:spcPts val="0"/>
              </a:spcBef>
              <a:buSzTx/>
              <a:buNone/>
              <a:defRPr sz="2500">
                <a:latin typeface="Gill Sans"/>
                <a:ea typeface="Gill Sans"/>
                <a:cs typeface="Gill Sans"/>
                <a:sym typeface="Gill Sans"/>
              </a:defRPr>
            </a:lvl1pPr>
            <a:lvl2pPr marL="0" indent="0" algn="ctr" defTabSz="410766">
              <a:lnSpc>
                <a:spcPct val="100000"/>
              </a:lnSpc>
              <a:spcBef>
                <a:spcPts val="0"/>
              </a:spcBef>
              <a:buSzTx/>
              <a:buNone/>
              <a:defRPr sz="2500">
                <a:latin typeface="Gill Sans"/>
                <a:ea typeface="Gill Sans"/>
                <a:cs typeface="Gill Sans"/>
                <a:sym typeface="Gill Sans"/>
              </a:defRPr>
            </a:lvl2pPr>
            <a:lvl3pPr marL="0" indent="0" algn="ctr" defTabSz="410766">
              <a:lnSpc>
                <a:spcPct val="100000"/>
              </a:lnSpc>
              <a:spcBef>
                <a:spcPts val="0"/>
              </a:spcBef>
              <a:buSzTx/>
              <a:buNone/>
              <a:defRPr sz="2500">
                <a:latin typeface="Gill Sans"/>
                <a:ea typeface="Gill Sans"/>
                <a:cs typeface="Gill Sans"/>
                <a:sym typeface="Gill Sans"/>
              </a:defRPr>
            </a:lvl3pPr>
            <a:lvl4pPr marL="0" indent="0" algn="ctr" defTabSz="410766">
              <a:lnSpc>
                <a:spcPct val="100000"/>
              </a:lnSpc>
              <a:spcBef>
                <a:spcPts val="0"/>
              </a:spcBef>
              <a:buSzTx/>
              <a:buNone/>
              <a:defRPr sz="2500">
                <a:latin typeface="Gill Sans"/>
                <a:ea typeface="Gill Sans"/>
                <a:cs typeface="Gill Sans"/>
                <a:sym typeface="Gill Sans"/>
              </a:defRPr>
            </a:lvl4pPr>
            <a:lvl5pPr marL="0" indent="0" algn="ctr" defTabSz="410766">
              <a:lnSpc>
                <a:spcPct val="100000"/>
              </a:lnSpc>
              <a:spcBef>
                <a:spcPts val="0"/>
              </a:spcBef>
              <a:buSzTx/>
              <a:buNone/>
              <a:defRPr sz="2500">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78" name="Slide Number"/>
          <p:cNvSpPr txBox="1">
            <a:spLocks noGrp="1"/>
          </p:cNvSpPr>
          <p:nvPr>
            <p:ph type="sldNum" sz="quarter" idx="2"/>
          </p:nvPr>
        </p:nvSpPr>
        <p:spPr>
          <a:xfrm>
            <a:off x="5976441" y="6439769"/>
            <a:ext cx="330218" cy="328935"/>
          </a:xfrm>
          <a:prstGeom prst="rect">
            <a:avLst/>
          </a:prstGeom>
        </p:spPr>
        <p:txBody>
          <a:bodyPr lIns="71437" tIns="71437" rIns="71437" bIns="71437"/>
          <a:lstStyle>
            <a:lvl1pPr defTabSz="410766">
              <a:defRPr sz="1200">
                <a:solidFill>
                  <a:srgbClr val="000000"/>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349922386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xfrm>
            <a:off x="6000750" y="6308151"/>
            <a:ext cx="250068" cy="25648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897847317"/>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7">
            <a:extLst>
              <a:ext uri="{FF2B5EF4-FFF2-40B4-BE49-F238E27FC236}">
                <a16:creationId xmlns:a16="http://schemas.microsoft.com/office/drawing/2014/main" id="{7A42CF27-03BC-1ED4-9F32-CB785CEC9824}"/>
              </a:ext>
            </a:extLst>
          </p:cNvPr>
          <p:cNvSpPr>
            <a:spLocks noGrp="1" noChangeArrowheads="1"/>
          </p:cNvSpPr>
          <p:nvPr>
            <p:ph type="sldNum" sz="quarter" idx="10"/>
          </p:nvPr>
        </p:nvSpPr>
        <p:spPr>
          <a:ln/>
        </p:spPr>
        <p:txBody>
          <a:bodyPr/>
          <a:lstStyle>
            <a:lvl1pPr>
              <a:defRPr/>
            </a:lvl1pPr>
          </a:lstStyle>
          <a:p>
            <a:fld id="{CA5C1949-315F-AF4E-8AC6-7448BFC8D6CC}" type="slidenum">
              <a:rPr lang="en-US" altLang="en-US"/>
              <a:pPr/>
              <a:t>‹#›</a:t>
            </a:fld>
            <a:endParaRPr lang="en-US" altLang="en-US"/>
          </a:p>
        </p:txBody>
      </p:sp>
    </p:spTree>
    <p:extLst>
      <p:ext uri="{BB962C8B-B14F-4D97-AF65-F5344CB8AC3E}">
        <p14:creationId xmlns:p14="http://schemas.microsoft.com/office/powerpoint/2010/main" val="187764258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7">
            <a:extLst>
              <a:ext uri="{FF2B5EF4-FFF2-40B4-BE49-F238E27FC236}">
                <a16:creationId xmlns:a16="http://schemas.microsoft.com/office/drawing/2014/main" id="{D14367A8-D9E0-BAB4-D6B8-C15717A18E5F}"/>
              </a:ext>
            </a:extLst>
          </p:cNvPr>
          <p:cNvSpPr>
            <a:spLocks noGrp="1" noChangeArrowheads="1"/>
          </p:cNvSpPr>
          <p:nvPr>
            <p:ph type="sldNum" sz="quarter" idx="10"/>
          </p:nvPr>
        </p:nvSpPr>
        <p:spPr>
          <a:ln/>
        </p:spPr>
        <p:txBody>
          <a:bodyPr/>
          <a:lstStyle>
            <a:lvl1pPr>
              <a:defRPr/>
            </a:lvl1pPr>
          </a:lstStyle>
          <a:p>
            <a:fld id="{6B69CBE1-A7D5-7240-8D99-C0F6CAE01367}" type="slidenum">
              <a:rPr lang="en-US" altLang="en-US"/>
              <a:pPr/>
              <a:t>‹#›</a:t>
            </a:fld>
            <a:endParaRPr lang="en-US" altLang="en-US"/>
          </a:p>
        </p:txBody>
      </p:sp>
    </p:spTree>
    <p:extLst>
      <p:ext uri="{BB962C8B-B14F-4D97-AF65-F5344CB8AC3E}">
        <p14:creationId xmlns:p14="http://schemas.microsoft.com/office/powerpoint/2010/main" val="124165636"/>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7">
            <a:extLst>
              <a:ext uri="{FF2B5EF4-FFF2-40B4-BE49-F238E27FC236}">
                <a16:creationId xmlns:a16="http://schemas.microsoft.com/office/drawing/2014/main" id="{52410A17-7E35-3666-266B-FEE73C33171A}"/>
              </a:ext>
            </a:extLst>
          </p:cNvPr>
          <p:cNvSpPr>
            <a:spLocks noGrp="1" noChangeArrowheads="1"/>
          </p:cNvSpPr>
          <p:nvPr>
            <p:ph type="sldNum" sz="quarter" idx="10"/>
          </p:nvPr>
        </p:nvSpPr>
        <p:spPr>
          <a:ln/>
        </p:spPr>
        <p:txBody>
          <a:bodyPr/>
          <a:lstStyle>
            <a:lvl1pPr>
              <a:defRPr/>
            </a:lvl1pPr>
          </a:lstStyle>
          <a:p>
            <a:fld id="{3B5AEF29-365F-2D43-B5DB-56C10BE3B213}" type="slidenum">
              <a:rPr lang="en-US" altLang="en-US"/>
              <a:pPr/>
              <a:t>‹#›</a:t>
            </a:fld>
            <a:endParaRPr lang="en-US" altLang="en-US"/>
          </a:p>
        </p:txBody>
      </p:sp>
    </p:spTree>
    <p:extLst>
      <p:ext uri="{BB962C8B-B14F-4D97-AF65-F5344CB8AC3E}">
        <p14:creationId xmlns:p14="http://schemas.microsoft.com/office/powerpoint/2010/main" val="103177950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43051" y="1981200"/>
            <a:ext cx="5092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38951" y="1981200"/>
            <a:ext cx="5092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7">
            <a:extLst>
              <a:ext uri="{FF2B5EF4-FFF2-40B4-BE49-F238E27FC236}">
                <a16:creationId xmlns:a16="http://schemas.microsoft.com/office/drawing/2014/main" id="{CD3180C7-199E-77CC-51BA-0EE67E2FC5F7}"/>
              </a:ext>
            </a:extLst>
          </p:cNvPr>
          <p:cNvSpPr>
            <a:spLocks noGrp="1" noChangeArrowheads="1"/>
          </p:cNvSpPr>
          <p:nvPr>
            <p:ph type="sldNum" sz="quarter" idx="10"/>
          </p:nvPr>
        </p:nvSpPr>
        <p:spPr>
          <a:ln/>
        </p:spPr>
        <p:txBody>
          <a:bodyPr/>
          <a:lstStyle>
            <a:lvl1pPr>
              <a:defRPr/>
            </a:lvl1pPr>
          </a:lstStyle>
          <a:p>
            <a:fld id="{97293F8E-B406-F847-8206-ADF8CD274ED2}" type="slidenum">
              <a:rPr lang="en-US" altLang="en-US"/>
              <a:pPr/>
              <a:t>‹#›</a:t>
            </a:fld>
            <a:endParaRPr lang="en-US" altLang="en-US"/>
          </a:p>
        </p:txBody>
      </p:sp>
    </p:spTree>
    <p:extLst>
      <p:ext uri="{BB962C8B-B14F-4D97-AF65-F5344CB8AC3E}">
        <p14:creationId xmlns:p14="http://schemas.microsoft.com/office/powerpoint/2010/main" val="127210711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7">
            <a:extLst>
              <a:ext uri="{FF2B5EF4-FFF2-40B4-BE49-F238E27FC236}">
                <a16:creationId xmlns:a16="http://schemas.microsoft.com/office/drawing/2014/main" id="{5ED837BA-1D18-D5CC-4213-8B1900EF26E0}"/>
              </a:ext>
            </a:extLst>
          </p:cNvPr>
          <p:cNvSpPr>
            <a:spLocks noGrp="1" noChangeArrowheads="1"/>
          </p:cNvSpPr>
          <p:nvPr>
            <p:ph type="sldNum" sz="quarter" idx="10"/>
          </p:nvPr>
        </p:nvSpPr>
        <p:spPr>
          <a:ln/>
        </p:spPr>
        <p:txBody>
          <a:bodyPr/>
          <a:lstStyle>
            <a:lvl1pPr>
              <a:defRPr/>
            </a:lvl1pPr>
          </a:lstStyle>
          <a:p>
            <a:fld id="{D8D2FC0C-957E-9F4C-BED9-517C6E68DF85}" type="slidenum">
              <a:rPr lang="en-US" altLang="en-US"/>
              <a:pPr/>
              <a:t>‹#›</a:t>
            </a:fld>
            <a:endParaRPr lang="en-US" altLang="en-US"/>
          </a:p>
        </p:txBody>
      </p:sp>
    </p:spTree>
    <p:extLst>
      <p:ext uri="{BB962C8B-B14F-4D97-AF65-F5344CB8AC3E}">
        <p14:creationId xmlns:p14="http://schemas.microsoft.com/office/powerpoint/2010/main" val="1758766321"/>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7">
            <a:extLst>
              <a:ext uri="{FF2B5EF4-FFF2-40B4-BE49-F238E27FC236}">
                <a16:creationId xmlns:a16="http://schemas.microsoft.com/office/drawing/2014/main" id="{E0A45C01-E589-6211-C82C-BED1011B4B3B}"/>
              </a:ext>
            </a:extLst>
          </p:cNvPr>
          <p:cNvSpPr>
            <a:spLocks noGrp="1" noChangeArrowheads="1"/>
          </p:cNvSpPr>
          <p:nvPr>
            <p:ph type="sldNum" sz="quarter" idx="10"/>
          </p:nvPr>
        </p:nvSpPr>
        <p:spPr>
          <a:ln/>
        </p:spPr>
        <p:txBody>
          <a:bodyPr/>
          <a:lstStyle>
            <a:lvl1pPr>
              <a:defRPr/>
            </a:lvl1pPr>
          </a:lstStyle>
          <a:p>
            <a:fld id="{DA891182-E4DC-BA46-A72A-FBB00D934AC4}" type="slidenum">
              <a:rPr lang="en-US" altLang="en-US"/>
              <a:pPr/>
              <a:t>‹#›</a:t>
            </a:fld>
            <a:endParaRPr lang="en-US" altLang="en-US"/>
          </a:p>
        </p:txBody>
      </p:sp>
    </p:spTree>
    <p:extLst>
      <p:ext uri="{BB962C8B-B14F-4D97-AF65-F5344CB8AC3E}">
        <p14:creationId xmlns:p14="http://schemas.microsoft.com/office/powerpoint/2010/main" val="317109884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7">
            <a:extLst>
              <a:ext uri="{FF2B5EF4-FFF2-40B4-BE49-F238E27FC236}">
                <a16:creationId xmlns:a16="http://schemas.microsoft.com/office/drawing/2014/main" id="{95F75AFE-66CD-9A7A-DBC4-9EC10194C5DC}"/>
              </a:ext>
            </a:extLst>
          </p:cNvPr>
          <p:cNvSpPr>
            <a:spLocks noGrp="1" noChangeArrowheads="1"/>
          </p:cNvSpPr>
          <p:nvPr>
            <p:ph type="sldNum" sz="quarter" idx="10"/>
          </p:nvPr>
        </p:nvSpPr>
        <p:spPr>
          <a:ln/>
        </p:spPr>
        <p:txBody>
          <a:bodyPr/>
          <a:lstStyle>
            <a:lvl1pPr>
              <a:defRPr/>
            </a:lvl1pPr>
          </a:lstStyle>
          <a:p>
            <a:fld id="{BA903100-9433-D34E-8547-1BEEB63ED6F0}" type="slidenum">
              <a:rPr lang="en-US" altLang="en-US"/>
              <a:pPr/>
              <a:t>‹#›</a:t>
            </a:fld>
            <a:endParaRPr lang="en-US" altLang="en-US"/>
          </a:p>
        </p:txBody>
      </p:sp>
    </p:spTree>
    <p:extLst>
      <p:ext uri="{BB962C8B-B14F-4D97-AF65-F5344CB8AC3E}">
        <p14:creationId xmlns:p14="http://schemas.microsoft.com/office/powerpoint/2010/main" val="392664463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7">
            <a:extLst>
              <a:ext uri="{FF2B5EF4-FFF2-40B4-BE49-F238E27FC236}">
                <a16:creationId xmlns:a16="http://schemas.microsoft.com/office/drawing/2014/main" id="{2EF2EC2E-7EDE-E3E9-27B4-22650DE8CFDA}"/>
              </a:ext>
            </a:extLst>
          </p:cNvPr>
          <p:cNvSpPr>
            <a:spLocks noGrp="1" noChangeArrowheads="1"/>
          </p:cNvSpPr>
          <p:nvPr>
            <p:ph type="sldNum" sz="quarter" idx="10"/>
          </p:nvPr>
        </p:nvSpPr>
        <p:spPr>
          <a:ln/>
        </p:spPr>
        <p:txBody>
          <a:bodyPr/>
          <a:lstStyle>
            <a:lvl1pPr>
              <a:defRPr/>
            </a:lvl1pPr>
          </a:lstStyle>
          <a:p>
            <a:fld id="{FDEBF43B-29C7-4449-B2C6-0F7B59491E97}" type="slidenum">
              <a:rPr lang="en-US" altLang="en-US"/>
              <a:pPr/>
              <a:t>‹#›</a:t>
            </a:fld>
            <a:endParaRPr lang="en-US" altLang="en-US"/>
          </a:p>
        </p:txBody>
      </p:sp>
    </p:spTree>
    <p:extLst>
      <p:ext uri="{BB962C8B-B14F-4D97-AF65-F5344CB8AC3E}">
        <p14:creationId xmlns:p14="http://schemas.microsoft.com/office/powerpoint/2010/main" val="131604105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7">
            <a:extLst>
              <a:ext uri="{FF2B5EF4-FFF2-40B4-BE49-F238E27FC236}">
                <a16:creationId xmlns:a16="http://schemas.microsoft.com/office/drawing/2014/main" id="{1410655D-76D8-D6E0-9B3B-B44CBA9BBD9B}"/>
              </a:ext>
            </a:extLst>
          </p:cNvPr>
          <p:cNvSpPr>
            <a:spLocks noGrp="1" noChangeArrowheads="1"/>
          </p:cNvSpPr>
          <p:nvPr>
            <p:ph type="sldNum" sz="quarter" idx="10"/>
          </p:nvPr>
        </p:nvSpPr>
        <p:spPr>
          <a:ln/>
        </p:spPr>
        <p:txBody>
          <a:bodyPr/>
          <a:lstStyle>
            <a:lvl1pPr>
              <a:defRPr/>
            </a:lvl1pPr>
          </a:lstStyle>
          <a:p>
            <a:fld id="{E7E842BE-CE78-D248-932B-5D45E85E479D}" type="slidenum">
              <a:rPr lang="en-US" altLang="en-US"/>
              <a:pPr/>
              <a:t>‹#›</a:t>
            </a:fld>
            <a:endParaRPr lang="en-US" altLang="en-US"/>
          </a:p>
        </p:txBody>
      </p:sp>
    </p:spTree>
    <p:extLst>
      <p:ext uri="{BB962C8B-B14F-4D97-AF65-F5344CB8AC3E}">
        <p14:creationId xmlns:p14="http://schemas.microsoft.com/office/powerpoint/2010/main" val="4174301136"/>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7">
            <a:extLst>
              <a:ext uri="{FF2B5EF4-FFF2-40B4-BE49-F238E27FC236}">
                <a16:creationId xmlns:a16="http://schemas.microsoft.com/office/drawing/2014/main" id="{6AE9DA85-E740-7B76-2BAD-2FB9FC0CD037}"/>
              </a:ext>
            </a:extLst>
          </p:cNvPr>
          <p:cNvSpPr>
            <a:spLocks noGrp="1" noChangeArrowheads="1"/>
          </p:cNvSpPr>
          <p:nvPr>
            <p:ph type="sldNum" sz="quarter" idx="10"/>
          </p:nvPr>
        </p:nvSpPr>
        <p:spPr>
          <a:ln/>
        </p:spPr>
        <p:txBody>
          <a:bodyPr/>
          <a:lstStyle>
            <a:lvl1pPr>
              <a:defRPr/>
            </a:lvl1pPr>
          </a:lstStyle>
          <a:p>
            <a:fld id="{754410C5-4096-784D-9DC5-91CA598A455B}" type="slidenum">
              <a:rPr lang="en-US" altLang="en-US"/>
              <a:pPr/>
              <a:t>‹#›</a:t>
            </a:fld>
            <a:endParaRPr lang="en-US" altLang="en-US"/>
          </a:p>
        </p:txBody>
      </p:sp>
    </p:spTree>
    <p:extLst>
      <p:ext uri="{BB962C8B-B14F-4D97-AF65-F5344CB8AC3E}">
        <p14:creationId xmlns:p14="http://schemas.microsoft.com/office/powerpoint/2010/main" val="3564522195"/>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34501" y="609600"/>
            <a:ext cx="2597151"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43052" y="609600"/>
            <a:ext cx="758824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7">
            <a:extLst>
              <a:ext uri="{FF2B5EF4-FFF2-40B4-BE49-F238E27FC236}">
                <a16:creationId xmlns:a16="http://schemas.microsoft.com/office/drawing/2014/main" id="{67369AB6-2D9F-BDFB-DFFD-73C9851CC354}"/>
              </a:ext>
            </a:extLst>
          </p:cNvPr>
          <p:cNvSpPr>
            <a:spLocks noGrp="1" noChangeArrowheads="1"/>
          </p:cNvSpPr>
          <p:nvPr>
            <p:ph type="sldNum" sz="quarter" idx="10"/>
          </p:nvPr>
        </p:nvSpPr>
        <p:spPr>
          <a:ln/>
        </p:spPr>
        <p:txBody>
          <a:bodyPr/>
          <a:lstStyle>
            <a:lvl1pPr>
              <a:defRPr/>
            </a:lvl1pPr>
          </a:lstStyle>
          <a:p>
            <a:fld id="{07BEB539-41DA-E143-BF54-EFB2120F6AB7}" type="slidenum">
              <a:rPr lang="en-US" altLang="en-US"/>
              <a:pPr/>
              <a:t>‹#›</a:t>
            </a:fld>
            <a:endParaRPr lang="en-US" altLang="en-US"/>
          </a:p>
        </p:txBody>
      </p:sp>
    </p:spTree>
    <p:extLst>
      <p:ext uri="{BB962C8B-B14F-4D97-AF65-F5344CB8AC3E}">
        <p14:creationId xmlns:p14="http://schemas.microsoft.com/office/powerpoint/2010/main" val="1717645293"/>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74800" y="609600"/>
            <a:ext cx="10287000" cy="1143000"/>
          </a:xfrm>
        </p:spPr>
        <p:txBody>
          <a:bodyPr/>
          <a:lstStyle/>
          <a:p>
            <a:r>
              <a:rPr lang="en-US"/>
              <a:t>Click to edit Master title style</a:t>
            </a:r>
          </a:p>
        </p:txBody>
      </p:sp>
      <p:sp>
        <p:nvSpPr>
          <p:cNvPr id="3" name="Table Placeholder 2"/>
          <p:cNvSpPr>
            <a:spLocks noGrp="1"/>
          </p:cNvSpPr>
          <p:nvPr>
            <p:ph type="tbl" idx="1"/>
          </p:nvPr>
        </p:nvSpPr>
        <p:spPr>
          <a:xfrm>
            <a:off x="1543051" y="1981200"/>
            <a:ext cx="10388600" cy="4114800"/>
          </a:xfrm>
        </p:spPr>
        <p:txBody>
          <a:bodyPr/>
          <a:lstStyle/>
          <a:p>
            <a:pPr lvl="0"/>
            <a:endParaRPr lang="en-US" noProof="0"/>
          </a:p>
        </p:txBody>
      </p:sp>
      <p:sp>
        <p:nvSpPr>
          <p:cNvPr id="4" name="Rectangle 37">
            <a:extLst>
              <a:ext uri="{FF2B5EF4-FFF2-40B4-BE49-F238E27FC236}">
                <a16:creationId xmlns:a16="http://schemas.microsoft.com/office/drawing/2014/main" id="{F56C32B1-E5F4-1206-19B7-65D8D95BC409}"/>
              </a:ext>
            </a:extLst>
          </p:cNvPr>
          <p:cNvSpPr>
            <a:spLocks noGrp="1" noChangeArrowheads="1"/>
          </p:cNvSpPr>
          <p:nvPr>
            <p:ph type="sldNum" sz="quarter" idx="10"/>
          </p:nvPr>
        </p:nvSpPr>
        <p:spPr>
          <a:ln/>
        </p:spPr>
        <p:txBody>
          <a:bodyPr/>
          <a:lstStyle>
            <a:lvl1pPr>
              <a:defRPr/>
            </a:lvl1pPr>
          </a:lstStyle>
          <a:p>
            <a:fld id="{B4ECF0DA-74CE-7B48-805B-C815E507D9FD}" type="slidenum">
              <a:rPr lang="en-US" altLang="en-US"/>
              <a:pPr/>
              <a:t>‹#›</a:t>
            </a:fld>
            <a:endParaRPr lang="en-US" altLang="en-US"/>
          </a:p>
        </p:txBody>
      </p:sp>
    </p:spTree>
    <p:extLst>
      <p:ext uri="{BB962C8B-B14F-4D97-AF65-F5344CB8AC3E}">
        <p14:creationId xmlns:p14="http://schemas.microsoft.com/office/powerpoint/2010/main" val="267035164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heme" Target="../theme/theme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3B783B9-7EFE-0F27-D4CF-1517F4104692}"/>
              </a:ext>
            </a:extLst>
          </p:cNvPr>
          <p:cNvSpPr>
            <a:spLocks noGrp="1" noChangeArrowheads="1"/>
          </p:cNvSpPr>
          <p:nvPr>
            <p:ph type="title"/>
          </p:nvPr>
        </p:nvSpPr>
        <p:spPr bwMode="auto">
          <a:xfrm>
            <a:off x="914400" y="533400"/>
            <a:ext cx="10363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529BCAEA-0964-FB6B-8CDB-DCCF0C00ECBB}"/>
              </a:ext>
            </a:extLst>
          </p:cNvPr>
          <p:cNvSpPr>
            <a:spLocks noGrp="1" noChangeArrowheads="1"/>
          </p:cNvSpPr>
          <p:nvPr>
            <p:ph type="body" idx="1"/>
          </p:nvPr>
        </p:nvSpPr>
        <p:spPr bwMode="auto">
          <a:xfrm>
            <a:off x="914400" y="1828800"/>
            <a:ext cx="103632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1748" name="Rectangle 4">
            <a:extLst>
              <a:ext uri="{FF2B5EF4-FFF2-40B4-BE49-F238E27FC236}">
                <a16:creationId xmlns:a16="http://schemas.microsoft.com/office/drawing/2014/main" id="{F0BF4690-9AEA-244B-A714-65D64010776D}"/>
              </a:ext>
            </a:extLst>
          </p:cNvPr>
          <p:cNvSpPr>
            <a:spLocks noGrp="1" noChangeArrowheads="1"/>
          </p:cNvSpPr>
          <p:nvPr>
            <p:ph type="dt" sz="half" idx="2"/>
          </p:nvPr>
        </p:nvSpPr>
        <p:spPr bwMode="auto">
          <a:xfrm>
            <a:off x="914400" y="6270625"/>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b="0" i="0">
                <a:latin typeface="Times New Roman" panose="02020603050405020304" pitchFamily="18" charset="0"/>
              </a:defRPr>
            </a:lvl1pPr>
          </a:lstStyle>
          <a:p>
            <a:pPr>
              <a:defRPr/>
            </a:pPr>
            <a:endParaRPr lang="en-US" altLang="en-US"/>
          </a:p>
        </p:txBody>
      </p:sp>
      <p:sp>
        <p:nvSpPr>
          <p:cNvPr id="31749" name="Rectangle 5">
            <a:extLst>
              <a:ext uri="{FF2B5EF4-FFF2-40B4-BE49-F238E27FC236}">
                <a16:creationId xmlns:a16="http://schemas.microsoft.com/office/drawing/2014/main" id="{8A0A1EF0-C095-754C-B8D0-EBA8BA40E05C}"/>
              </a:ext>
            </a:extLst>
          </p:cNvPr>
          <p:cNvSpPr>
            <a:spLocks noGrp="1" noChangeArrowheads="1"/>
          </p:cNvSpPr>
          <p:nvPr>
            <p:ph type="ftr" sz="quarter" idx="3"/>
          </p:nvPr>
        </p:nvSpPr>
        <p:spPr bwMode="auto">
          <a:xfrm>
            <a:off x="4165600" y="6270625"/>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b="0" i="0">
                <a:latin typeface="Times New Roman" panose="02020603050405020304" pitchFamily="18" charset="0"/>
              </a:defRPr>
            </a:lvl1pPr>
          </a:lstStyle>
          <a:p>
            <a:pPr>
              <a:defRPr/>
            </a:pPr>
            <a:endParaRPr lang="en-US" altLang="en-US"/>
          </a:p>
        </p:txBody>
      </p:sp>
      <p:sp>
        <p:nvSpPr>
          <p:cNvPr id="31750" name="Rectangle 6">
            <a:extLst>
              <a:ext uri="{FF2B5EF4-FFF2-40B4-BE49-F238E27FC236}">
                <a16:creationId xmlns:a16="http://schemas.microsoft.com/office/drawing/2014/main" id="{39E874FB-D869-7E4E-9B5A-982DEBFD602D}"/>
              </a:ext>
            </a:extLst>
          </p:cNvPr>
          <p:cNvSpPr>
            <a:spLocks noGrp="1" noChangeArrowheads="1"/>
          </p:cNvSpPr>
          <p:nvPr>
            <p:ph type="sldNum" sz="quarter" idx="4"/>
          </p:nvPr>
        </p:nvSpPr>
        <p:spPr bwMode="auto">
          <a:xfrm>
            <a:off x="8737600" y="6270625"/>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i="0">
                <a:latin typeface="Times New Roman" panose="02020603050405020304" pitchFamily="18" charset="0"/>
              </a:defRPr>
            </a:lvl1pPr>
          </a:lstStyle>
          <a:p>
            <a:fld id="{49478F6E-3CEC-EA45-A16E-5467C206EA4D}" type="slidenum">
              <a:rPr lang="en-US" altLang="en-US"/>
              <a:pPr/>
              <a:t>‹#›</a:t>
            </a:fld>
            <a:endParaRPr lang="en-US" altLang="en-US"/>
          </a:p>
        </p:txBody>
      </p:sp>
    </p:spTree>
    <p:extLst>
      <p:ext uri="{BB962C8B-B14F-4D97-AF65-F5344CB8AC3E}">
        <p14:creationId xmlns:p14="http://schemas.microsoft.com/office/powerpoint/2010/main" val="1943644975"/>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93" r:id="rId12"/>
  </p:sldLayoutIdLst>
  <p:hf hdr="0" ftr="0" dt="0"/>
  <p:txStyles>
    <p:titleStyle>
      <a:lvl1pPr algn="l" rtl="0" eaLnBrk="0" fontAlgn="base" hangingPunct="0">
        <a:lnSpc>
          <a:spcPct val="90000"/>
        </a:lnSpc>
        <a:spcBef>
          <a:spcPct val="0"/>
        </a:spcBef>
        <a:spcAft>
          <a:spcPct val="0"/>
        </a:spcAft>
        <a:defRPr sz="4400" kern="1200">
          <a:solidFill>
            <a:schemeClr val="tx2"/>
          </a:solidFill>
          <a:latin typeface="+mj-lt"/>
          <a:ea typeface="+mj-ea"/>
          <a:cs typeface="+mj-cs"/>
        </a:defRPr>
      </a:lvl1pPr>
      <a:lvl2pPr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2pPr>
      <a:lvl3pPr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3pPr>
      <a:lvl4pPr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4pPr>
      <a:lvl5pPr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5pPr>
      <a:lvl6pPr marL="457200"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6pPr>
      <a:lvl7pPr marL="914400"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7pPr>
      <a:lvl8pPr marL="1371600"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8pPr>
      <a:lvl9pPr marL="1828800" algn="l" rtl="0" eaLnBrk="0" fontAlgn="base" hangingPunct="0">
        <a:lnSpc>
          <a:spcPct val="90000"/>
        </a:lnSpc>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lnSpc>
          <a:spcPct val="90000"/>
        </a:lnSpc>
        <a:spcBef>
          <a:spcPct val="20000"/>
        </a:spcBef>
        <a:spcAft>
          <a:spcPct val="0"/>
        </a:spcAft>
        <a:buSzPct val="80000"/>
        <a:buFont typeface="Wingdings" pitchFamily="2" charset="2"/>
        <a:buChar char="l"/>
        <a:defRPr sz="3200" b="0" i="0" kern="1200">
          <a:solidFill>
            <a:schemeClr val="tx1"/>
          </a:solidFill>
          <a:latin typeface="Times New Roman" panose="02020603050405020304" pitchFamily="18" charset="0"/>
          <a:ea typeface="+mn-ea"/>
          <a:cs typeface="+mn-cs"/>
        </a:defRPr>
      </a:lvl1pPr>
      <a:lvl2pPr marL="742950" indent="-285750" algn="l" rtl="0" eaLnBrk="0" fontAlgn="base" hangingPunct="0">
        <a:lnSpc>
          <a:spcPct val="90000"/>
        </a:lnSpc>
        <a:spcBef>
          <a:spcPct val="20000"/>
        </a:spcBef>
        <a:spcAft>
          <a:spcPct val="0"/>
        </a:spcAft>
        <a:buSzPct val="80000"/>
        <a:buFont typeface="Wingdings" pitchFamily="2" charset="2"/>
        <a:buChar char="n"/>
        <a:defRPr sz="2800" b="0" i="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20000"/>
        </a:spcBef>
        <a:spcAft>
          <a:spcPct val="0"/>
        </a:spcAft>
        <a:buSzPct val="80000"/>
        <a:buFont typeface="Wingdings" pitchFamily="2" charset="2"/>
        <a:buChar char="l"/>
        <a:defRPr sz="2400" b="0" i="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20000"/>
        </a:spcBef>
        <a:spcAft>
          <a:spcPct val="0"/>
        </a:spcAft>
        <a:buSzPct val="80000"/>
        <a:buFont typeface="Wingdings" pitchFamily="2" charset="2"/>
        <a:buChar char="n"/>
        <a:defRPr sz="2000" b="0" i="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20000"/>
        </a:spcBef>
        <a:spcAft>
          <a:spcPct val="0"/>
        </a:spcAft>
        <a:buSzPct val="80000"/>
        <a:buFont typeface="Wingdings" pitchFamily="2" charset="2"/>
        <a:buChar char="l"/>
        <a:defRPr sz="2000" b="0" i="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609600" y="387350"/>
            <a:ext cx="10972800" cy="86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609600" y="2006600"/>
            <a:ext cx="10974289" cy="4241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5998845" y="6308151"/>
            <a:ext cx="250068" cy="256480"/>
          </a:xfrm>
          <a:prstGeom prst="rect">
            <a:avLst/>
          </a:prstGeom>
          <a:ln w="12700">
            <a:miter lim="400000"/>
          </a:ln>
        </p:spPr>
        <p:txBody>
          <a:bodyPr wrap="none" lIns="50800" tIns="50800" rIns="50800" bIns="50800" anchor="b">
            <a:spAutoFit/>
          </a:bodyPr>
          <a:lstStyle>
            <a:lvl1pPr defTabSz="292100">
              <a:lnSpc>
                <a:spcPct val="100000"/>
              </a:lnSpc>
              <a:defRPr sz="1000">
                <a:solidFill>
                  <a:srgbClr val="5E5E5E"/>
                </a:solidFill>
                <a:latin typeface="Graphik"/>
                <a:ea typeface="Graphik"/>
                <a:cs typeface="Graphik"/>
                <a:sym typeface="Graphik"/>
              </a:defRPr>
            </a:lvl1pPr>
          </a:lstStyle>
          <a:p>
            <a:fld id="{86CB4B4D-7CA3-9044-876B-883B54F8677D}" type="slidenum">
              <a:t>‹#›</a:t>
            </a:fld>
            <a:endParaRPr/>
          </a:p>
        </p:txBody>
      </p:sp>
    </p:spTree>
    <p:extLst>
      <p:ext uri="{BB962C8B-B14F-4D97-AF65-F5344CB8AC3E}">
        <p14:creationId xmlns:p14="http://schemas.microsoft.com/office/powerpoint/2010/main" val="38342839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transition spd="med"/>
  <p:hf hdr="0" ftr="0" dt="0"/>
  <p:txStyles>
    <p:titleStyle>
      <a:lvl1pPr marL="0" marR="0" indent="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Times New Roman" panose="02020603050405020304" pitchFamily="18" charset="0"/>
          <a:ea typeface="+mn-ea"/>
          <a:cs typeface="Times New Roman" panose="02020603050405020304" pitchFamily="18" charset="0"/>
          <a:sym typeface="Canela Bold"/>
        </a:defRPr>
      </a:lvl1pPr>
      <a:lvl2pPr marL="0" marR="0" indent="2286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2pPr>
      <a:lvl3pPr marL="0" marR="0" indent="4572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3pPr>
      <a:lvl4pPr marL="0" marR="0" indent="6858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4pPr>
      <a:lvl5pPr marL="0" marR="0" indent="9144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5pPr>
      <a:lvl6pPr marL="0" marR="0" indent="11430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6pPr>
      <a:lvl7pPr marL="0" marR="0" indent="13716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7pPr>
      <a:lvl8pPr marL="0" marR="0" indent="16002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8pPr>
      <a:lvl9pPr marL="0" marR="0" indent="1828800" algn="ctr" defTabSz="1219200" rtl="0" latinLnBrk="0">
        <a:lnSpc>
          <a:spcPct val="80000"/>
        </a:lnSpc>
        <a:spcBef>
          <a:spcPts val="0"/>
        </a:spcBef>
        <a:spcAft>
          <a:spcPts val="0"/>
        </a:spcAft>
        <a:buClrTx/>
        <a:buSzTx/>
        <a:buFontTx/>
        <a:buNone/>
        <a:tabLst/>
        <a:defRPr sz="4200" b="0" i="0" u="none" strike="noStrike" cap="none" spc="-42" baseline="0">
          <a:solidFill>
            <a:srgbClr val="000000"/>
          </a:solidFill>
          <a:uFillTx/>
          <a:latin typeface="+mn-lt"/>
          <a:ea typeface="+mn-ea"/>
          <a:cs typeface="+mn-cs"/>
          <a:sym typeface="Canela Bold"/>
        </a:defRPr>
      </a:lvl9pPr>
    </p:titleStyle>
    <p:bodyStyle>
      <a:lvl1pPr marL="27305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1pPr>
      <a:lvl2pPr marL="54610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2pPr>
      <a:lvl3pPr marL="81915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3pPr>
      <a:lvl4pPr marL="109220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4pPr>
      <a:lvl5pPr marL="136525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5pPr>
      <a:lvl6pPr marL="163830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6pPr>
      <a:lvl7pPr marL="191135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7pPr>
      <a:lvl8pPr marL="218440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8pPr>
      <a:lvl9pPr marL="2457450" marR="0" indent="-273050" algn="l" defTabSz="1219169" rtl="0" latinLnBrk="0">
        <a:lnSpc>
          <a:spcPct val="90000"/>
        </a:lnSpc>
        <a:spcBef>
          <a:spcPts val="1200"/>
        </a:spcBef>
        <a:spcAft>
          <a:spcPts val="0"/>
        </a:spcAft>
        <a:buClrTx/>
        <a:buSzPct val="150000"/>
        <a:buFontTx/>
        <a:buChar char="•"/>
        <a:tabLst/>
        <a:defRPr sz="2200" b="0" i="0" u="none" strike="noStrike" cap="none" spc="0" baseline="0">
          <a:solidFill>
            <a:srgbClr val="000000"/>
          </a:solidFill>
          <a:uFillTx/>
          <a:latin typeface="Canela Text Regular"/>
          <a:ea typeface="Canela Text Regular"/>
          <a:cs typeface="Canela Text Regular"/>
          <a:sym typeface="Canela Text Regular"/>
        </a:defRPr>
      </a:lvl9pPr>
    </p:bodyStyle>
    <p:otherStyle>
      <a:lvl1pPr marL="0" marR="0" indent="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1pPr>
      <a:lvl2pPr marL="0" marR="0" indent="2286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2pPr>
      <a:lvl3pPr marL="0" marR="0" indent="4572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3pPr>
      <a:lvl4pPr marL="0" marR="0" indent="6858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4pPr>
      <a:lvl5pPr marL="0" marR="0" indent="9144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5pPr>
      <a:lvl6pPr marL="0" marR="0" indent="11430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6pPr>
      <a:lvl7pPr marL="0" marR="0" indent="13716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7pPr>
      <a:lvl8pPr marL="0" marR="0" indent="16002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8pPr>
      <a:lvl9pPr marL="0" marR="0" indent="1828800" algn="ctr" defTabSz="2921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raphik"/>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72064"/>
            </a:gs>
            <a:gs pos="100000">
              <a:schemeClr val="bg1"/>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5E549A3-AFBD-6C59-3698-38D8E4AD2EC6}"/>
              </a:ext>
            </a:extLst>
          </p:cNvPr>
          <p:cNvSpPr>
            <a:spLocks noGrp="1" noChangeArrowheads="1"/>
          </p:cNvSpPr>
          <p:nvPr>
            <p:ph type="body" idx="1"/>
          </p:nvPr>
        </p:nvSpPr>
        <p:spPr bwMode="auto">
          <a:xfrm>
            <a:off x="1543051" y="1981200"/>
            <a:ext cx="10388600" cy="4114800"/>
          </a:xfrm>
          <a:prstGeom prst="rect">
            <a:avLst/>
          </a:prstGeom>
          <a:noFill/>
          <a:ln>
            <a:noFill/>
          </a:ln>
          <a:effectLst/>
        </p:spPr>
        <p:txBody>
          <a:bodyPr vert="horz" wrap="square" lIns="90487" tIns="44450" rIns="90487"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7" name="Rectangle 3">
            <a:extLst>
              <a:ext uri="{FF2B5EF4-FFF2-40B4-BE49-F238E27FC236}">
                <a16:creationId xmlns:a16="http://schemas.microsoft.com/office/drawing/2014/main" id="{4D923C57-DDF1-89CC-2E54-634C0F238FAB}"/>
              </a:ext>
            </a:extLst>
          </p:cNvPr>
          <p:cNvSpPr>
            <a:spLocks noGrp="1" noChangeArrowheads="1"/>
          </p:cNvSpPr>
          <p:nvPr>
            <p:ph type="title"/>
          </p:nvPr>
        </p:nvSpPr>
        <p:spPr bwMode="auto">
          <a:xfrm>
            <a:off x="1574800" y="609600"/>
            <a:ext cx="10287000" cy="1143000"/>
          </a:xfrm>
          <a:prstGeom prst="rect">
            <a:avLst/>
          </a:prstGeom>
          <a:noFill/>
          <a:ln>
            <a:noFill/>
          </a:ln>
          <a:effectLst>
            <a:outerShdw blurRad="63500" dist="38099" dir="2700000" algn="ctr" rotWithShape="0">
              <a:srgbClr val="000000">
                <a:alpha val="74997"/>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0487" tIns="44450" rIns="90487" bIns="44450" numCol="1" anchor="ctr" anchorCtr="0" compatLnSpc="1">
            <a:prstTxWarp prst="textNoShape">
              <a:avLst/>
            </a:prstTxWarp>
          </a:bodyPr>
          <a:lstStyle/>
          <a:p>
            <a:pPr lvl="0"/>
            <a:r>
              <a:rPr lang="en-US"/>
              <a:t>Click to edit Master title style</a:t>
            </a:r>
          </a:p>
        </p:txBody>
      </p:sp>
      <p:sp>
        <p:nvSpPr>
          <p:cNvPr id="1061" name="Rectangle 37">
            <a:extLst>
              <a:ext uri="{FF2B5EF4-FFF2-40B4-BE49-F238E27FC236}">
                <a16:creationId xmlns:a16="http://schemas.microsoft.com/office/drawing/2014/main" id="{9E2C4976-461F-D7E7-6395-CF95B6CA2471}"/>
              </a:ext>
            </a:extLst>
          </p:cNvPr>
          <p:cNvSpPr>
            <a:spLocks noGrp="1" noChangeArrowheads="1"/>
          </p:cNvSpPr>
          <p:nvPr>
            <p:ph type="sldNum" sz="quarter" idx="4"/>
          </p:nvPr>
        </p:nvSpPr>
        <p:spPr bwMode="auto">
          <a:xfrm>
            <a:off x="9652000" y="64008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Times" pitchFamily="2" charset="0"/>
              </a:defRPr>
            </a:lvl1pPr>
          </a:lstStyle>
          <a:p>
            <a:fld id="{1DA357DE-6D26-3945-AC27-807D76255403}" type="slidenum">
              <a:rPr lang="en-US" altLang="en-US"/>
              <a:pPr/>
              <a:t>‹#›</a:t>
            </a:fld>
            <a:endParaRPr lang="en-US" altLang="en-US"/>
          </a:p>
        </p:txBody>
      </p:sp>
      <p:grpSp>
        <p:nvGrpSpPr>
          <p:cNvPr id="1029" name="Group 38">
            <a:extLst>
              <a:ext uri="{FF2B5EF4-FFF2-40B4-BE49-F238E27FC236}">
                <a16:creationId xmlns:a16="http://schemas.microsoft.com/office/drawing/2014/main" id="{E1061B41-03E2-77B8-2C58-725B280AAE4D}"/>
              </a:ext>
            </a:extLst>
          </p:cNvPr>
          <p:cNvGrpSpPr>
            <a:grpSpLocks/>
          </p:cNvGrpSpPr>
          <p:nvPr userDrawn="1"/>
        </p:nvGrpSpPr>
        <p:grpSpPr bwMode="auto">
          <a:xfrm>
            <a:off x="0" y="0"/>
            <a:ext cx="1447800" cy="6845300"/>
            <a:chOff x="0" y="0"/>
            <a:chExt cx="684" cy="4312"/>
          </a:xfrm>
        </p:grpSpPr>
        <p:sp>
          <p:nvSpPr>
            <p:cNvPr id="1030" name="Rectangle 39">
              <a:extLst>
                <a:ext uri="{FF2B5EF4-FFF2-40B4-BE49-F238E27FC236}">
                  <a16:creationId xmlns:a16="http://schemas.microsoft.com/office/drawing/2014/main" id="{85F6C31F-16E4-7751-486C-257CCBE0E128}"/>
                </a:ext>
              </a:extLst>
            </p:cNvPr>
            <p:cNvSpPr>
              <a:spLocks noChangeArrowheads="1"/>
            </p:cNvSpPr>
            <p:nvPr userDrawn="1"/>
          </p:nvSpPr>
          <p:spPr bwMode="auto">
            <a:xfrm>
              <a:off x="0" y="0"/>
              <a:ext cx="684" cy="4312"/>
            </a:xfrm>
            <a:prstGeom prst="rect">
              <a:avLst/>
            </a:prstGeom>
            <a:gradFill rotWithShape="0">
              <a:gsLst>
                <a:gs pos="0">
                  <a:srgbClr val="114FFB"/>
                </a:gs>
                <a:gs pos="50000">
                  <a:srgbClr val="031032"/>
                </a:gs>
                <a:gs pos="100000">
                  <a:srgbClr val="114FFB"/>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grpSp>
          <p:nvGrpSpPr>
            <p:cNvPr id="1031" name="Group 40">
              <a:extLst>
                <a:ext uri="{FF2B5EF4-FFF2-40B4-BE49-F238E27FC236}">
                  <a16:creationId xmlns:a16="http://schemas.microsoft.com/office/drawing/2014/main" id="{6239B6EB-BF19-43D4-5D3D-D9070F6A68AE}"/>
                </a:ext>
              </a:extLst>
            </p:cNvPr>
            <p:cNvGrpSpPr>
              <a:grpSpLocks/>
            </p:cNvGrpSpPr>
            <p:nvPr userDrawn="1"/>
          </p:nvGrpSpPr>
          <p:grpSpPr bwMode="auto">
            <a:xfrm>
              <a:off x="48" y="102"/>
              <a:ext cx="96" cy="4122"/>
              <a:chOff x="48" y="102"/>
              <a:chExt cx="96" cy="4122"/>
            </a:xfrm>
          </p:grpSpPr>
          <p:sp>
            <p:nvSpPr>
              <p:cNvPr id="1032" name="Rectangle 41">
                <a:extLst>
                  <a:ext uri="{FF2B5EF4-FFF2-40B4-BE49-F238E27FC236}">
                    <a16:creationId xmlns:a16="http://schemas.microsoft.com/office/drawing/2014/main" id="{6A97AA75-15F4-A5CE-2A39-ACBDD172948D}"/>
                  </a:ext>
                </a:extLst>
              </p:cNvPr>
              <p:cNvSpPr>
                <a:spLocks noChangeArrowheads="1"/>
              </p:cNvSpPr>
              <p:nvPr userDrawn="1"/>
            </p:nvSpPr>
            <p:spPr bwMode="auto">
              <a:xfrm>
                <a:off x="48" y="1104"/>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3" name="Rectangle 42">
                <a:extLst>
                  <a:ext uri="{FF2B5EF4-FFF2-40B4-BE49-F238E27FC236}">
                    <a16:creationId xmlns:a16="http://schemas.microsoft.com/office/drawing/2014/main" id="{4D87C41E-8570-9A93-49AE-74D234F45052}"/>
                  </a:ext>
                </a:extLst>
              </p:cNvPr>
              <p:cNvSpPr>
                <a:spLocks noChangeArrowheads="1"/>
              </p:cNvSpPr>
              <p:nvPr userDrawn="1"/>
            </p:nvSpPr>
            <p:spPr bwMode="auto">
              <a:xfrm>
                <a:off x="48" y="1248"/>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4" name="Rectangle 43">
                <a:extLst>
                  <a:ext uri="{FF2B5EF4-FFF2-40B4-BE49-F238E27FC236}">
                    <a16:creationId xmlns:a16="http://schemas.microsoft.com/office/drawing/2014/main" id="{B30BD641-9EA5-C6F5-299D-68DBE2672615}"/>
                  </a:ext>
                </a:extLst>
              </p:cNvPr>
              <p:cNvSpPr>
                <a:spLocks noChangeArrowheads="1"/>
              </p:cNvSpPr>
              <p:nvPr userDrawn="1"/>
            </p:nvSpPr>
            <p:spPr bwMode="auto">
              <a:xfrm>
                <a:off x="48" y="1392"/>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5" name="Rectangle 44">
                <a:extLst>
                  <a:ext uri="{FF2B5EF4-FFF2-40B4-BE49-F238E27FC236}">
                    <a16:creationId xmlns:a16="http://schemas.microsoft.com/office/drawing/2014/main" id="{DC5D89CE-B927-9432-5196-11D19CAC769C}"/>
                  </a:ext>
                </a:extLst>
              </p:cNvPr>
              <p:cNvSpPr>
                <a:spLocks noChangeArrowheads="1"/>
              </p:cNvSpPr>
              <p:nvPr userDrawn="1"/>
            </p:nvSpPr>
            <p:spPr bwMode="auto">
              <a:xfrm>
                <a:off x="48" y="1536"/>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6" name="Rectangle 45">
                <a:extLst>
                  <a:ext uri="{FF2B5EF4-FFF2-40B4-BE49-F238E27FC236}">
                    <a16:creationId xmlns:a16="http://schemas.microsoft.com/office/drawing/2014/main" id="{7842E668-0407-5AEC-90FF-087C74CAD6B0}"/>
                  </a:ext>
                </a:extLst>
              </p:cNvPr>
              <p:cNvSpPr>
                <a:spLocks noChangeArrowheads="1"/>
              </p:cNvSpPr>
              <p:nvPr userDrawn="1"/>
            </p:nvSpPr>
            <p:spPr bwMode="auto">
              <a:xfrm>
                <a:off x="48" y="1680"/>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7" name="Rectangle 46">
                <a:extLst>
                  <a:ext uri="{FF2B5EF4-FFF2-40B4-BE49-F238E27FC236}">
                    <a16:creationId xmlns:a16="http://schemas.microsoft.com/office/drawing/2014/main" id="{E95DE543-2421-BC7F-7B21-DF7B55A58E41}"/>
                  </a:ext>
                </a:extLst>
              </p:cNvPr>
              <p:cNvSpPr>
                <a:spLocks noChangeArrowheads="1"/>
              </p:cNvSpPr>
              <p:nvPr userDrawn="1"/>
            </p:nvSpPr>
            <p:spPr bwMode="auto">
              <a:xfrm>
                <a:off x="48" y="1824"/>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8" name="Rectangle 47">
                <a:extLst>
                  <a:ext uri="{FF2B5EF4-FFF2-40B4-BE49-F238E27FC236}">
                    <a16:creationId xmlns:a16="http://schemas.microsoft.com/office/drawing/2014/main" id="{FFC6B28A-63B4-BDEA-6220-8CC446C2FC36}"/>
                  </a:ext>
                </a:extLst>
              </p:cNvPr>
              <p:cNvSpPr>
                <a:spLocks noChangeArrowheads="1"/>
              </p:cNvSpPr>
              <p:nvPr userDrawn="1"/>
            </p:nvSpPr>
            <p:spPr bwMode="auto">
              <a:xfrm>
                <a:off x="48" y="1968"/>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39" name="Rectangle 48">
                <a:extLst>
                  <a:ext uri="{FF2B5EF4-FFF2-40B4-BE49-F238E27FC236}">
                    <a16:creationId xmlns:a16="http://schemas.microsoft.com/office/drawing/2014/main" id="{7395E0AA-A895-B8E1-F316-2648B5458434}"/>
                  </a:ext>
                </a:extLst>
              </p:cNvPr>
              <p:cNvSpPr>
                <a:spLocks noChangeArrowheads="1"/>
              </p:cNvSpPr>
              <p:nvPr userDrawn="1"/>
            </p:nvSpPr>
            <p:spPr bwMode="auto">
              <a:xfrm>
                <a:off x="48" y="2112"/>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0" name="Rectangle 49">
                <a:extLst>
                  <a:ext uri="{FF2B5EF4-FFF2-40B4-BE49-F238E27FC236}">
                    <a16:creationId xmlns:a16="http://schemas.microsoft.com/office/drawing/2014/main" id="{1E06FC98-DBF6-B67A-F7C6-F7BCA325B67C}"/>
                  </a:ext>
                </a:extLst>
              </p:cNvPr>
              <p:cNvSpPr>
                <a:spLocks noChangeArrowheads="1"/>
              </p:cNvSpPr>
              <p:nvPr userDrawn="1"/>
            </p:nvSpPr>
            <p:spPr bwMode="auto">
              <a:xfrm>
                <a:off x="48" y="2256"/>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1" name="Rectangle 50">
                <a:extLst>
                  <a:ext uri="{FF2B5EF4-FFF2-40B4-BE49-F238E27FC236}">
                    <a16:creationId xmlns:a16="http://schemas.microsoft.com/office/drawing/2014/main" id="{1F2C905C-6914-8F68-A305-4D3027BFF31E}"/>
                  </a:ext>
                </a:extLst>
              </p:cNvPr>
              <p:cNvSpPr>
                <a:spLocks noChangeArrowheads="1"/>
              </p:cNvSpPr>
              <p:nvPr userDrawn="1"/>
            </p:nvSpPr>
            <p:spPr bwMode="auto">
              <a:xfrm>
                <a:off x="48" y="2400"/>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2" name="Rectangle 51">
                <a:extLst>
                  <a:ext uri="{FF2B5EF4-FFF2-40B4-BE49-F238E27FC236}">
                    <a16:creationId xmlns:a16="http://schemas.microsoft.com/office/drawing/2014/main" id="{61EFB335-BE7D-D28C-44B4-1D063DA755FF}"/>
                  </a:ext>
                </a:extLst>
              </p:cNvPr>
              <p:cNvSpPr>
                <a:spLocks noChangeArrowheads="1"/>
              </p:cNvSpPr>
              <p:nvPr userDrawn="1"/>
            </p:nvSpPr>
            <p:spPr bwMode="auto">
              <a:xfrm>
                <a:off x="48" y="2544"/>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3" name="Rectangle 52">
                <a:extLst>
                  <a:ext uri="{FF2B5EF4-FFF2-40B4-BE49-F238E27FC236}">
                    <a16:creationId xmlns:a16="http://schemas.microsoft.com/office/drawing/2014/main" id="{CF6B54EA-EF8B-9F9D-AC76-3879A0C4A13E}"/>
                  </a:ext>
                </a:extLst>
              </p:cNvPr>
              <p:cNvSpPr>
                <a:spLocks noChangeArrowheads="1"/>
              </p:cNvSpPr>
              <p:nvPr userDrawn="1"/>
            </p:nvSpPr>
            <p:spPr bwMode="auto">
              <a:xfrm>
                <a:off x="48" y="2688"/>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4" name="Rectangle 53">
                <a:extLst>
                  <a:ext uri="{FF2B5EF4-FFF2-40B4-BE49-F238E27FC236}">
                    <a16:creationId xmlns:a16="http://schemas.microsoft.com/office/drawing/2014/main" id="{C67E5945-0025-C7D2-8074-0143522F4F27}"/>
                  </a:ext>
                </a:extLst>
              </p:cNvPr>
              <p:cNvSpPr>
                <a:spLocks noChangeArrowheads="1"/>
              </p:cNvSpPr>
              <p:nvPr userDrawn="1"/>
            </p:nvSpPr>
            <p:spPr bwMode="auto">
              <a:xfrm>
                <a:off x="48" y="2832"/>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5" name="Rectangle 54">
                <a:extLst>
                  <a:ext uri="{FF2B5EF4-FFF2-40B4-BE49-F238E27FC236}">
                    <a16:creationId xmlns:a16="http://schemas.microsoft.com/office/drawing/2014/main" id="{5230B5F0-3E2B-9675-2AD9-B4282C0F0090}"/>
                  </a:ext>
                </a:extLst>
              </p:cNvPr>
              <p:cNvSpPr>
                <a:spLocks noChangeArrowheads="1"/>
              </p:cNvSpPr>
              <p:nvPr userDrawn="1"/>
            </p:nvSpPr>
            <p:spPr bwMode="auto">
              <a:xfrm>
                <a:off x="48" y="2976"/>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6" name="Rectangle 55">
                <a:extLst>
                  <a:ext uri="{FF2B5EF4-FFF2-40B4-BE49-F238E27FC236}">
                    <a16:creationId xmlns:a16="http://schemas.microsoft.com/office/drawing/2014/main" id="{2EAB0F88-298A-F472-2CEE-40F467C4FAA6}"/>
                  </a:ext>
                </a:extLst>
              </p:cNvPr>
              <p:cNvSpPr>
                <a:spLocks noChangeArrowheads="1"/>
              </p:cNvSpPr>
              <p:nvPr userDrawn="1"/>
            </p:nvSpPr>
            <p:spPr bwMode="auto">
              <a:xfrm>
                <a:off x="48" y="3120"/>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7" name="Rectangle 56">
                <a:extLst>
                  <a:ext uri="{FF2B5EF4-FFF2-40B4-BE49-F238E27FC236}">
                    <a16:creationId xmlns:a16="http://schemas.microsoft.com/office/drawing/2014/main" id="{C3AC45FE-B492-7378-9BC7-94DB95F29579}"/>
                  </a:ext>
                </a:extLst>
              </p:cNvPr>
              <p:cNvSpPr>
                <a:spLocks noChangeArrowheads="1"/>
              </p:cNvSpPr>
              <p:nvPr userDrawn="1"/>
            </p:nvSpPr>
            <p:spPr bwMode="auto">
              <a:xfrm>
                <a:off x="48" y="3264"/>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8" name="Rectangle 57">
                <a:extLst>
                  <a:ext uri="{FF2B5EF4-FFF2-40B4-BE49-F238E27FC236}">
                    <a16:creationId xmlns:a16="http://schemas.microsoft.com/office/drawing/2014/main" id="{9B09F1A7-8C5B-5578-B262-A8DFA2E718C4}"/>
                  </a:ext>
                </a:extLst>
              </p:cNvPr>
              <p:cNvSpPr>
                <a:spLocks noChangeArrowheads="1"/>
              </p:cNvSpPr>
              <p:nvPr userDrawn="1"/>
            </p:nvSpPr>
            <p:spPr bwMode="auto">
              <a:xfrm>
                <a:off x="48" y="3408"/>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49" name="Rectangle 58">
                <a:extLst>
                  <a:ext uri="{FF2B5EF4-FFF2-40B4-BE49-F238E27FC236}">
                    <a16:creationId xmlns:a16="http://schemas.microsoft.com/office/drawing/2014/main" id="{31B00A12-9BF4-E7B0-E36F-FC190BD30264}"/>
                  </a:ext>
                </a:extLst>
              </p:cNvPr>
              <p:cNvSpPr>
                <a:spLocks noChangeArrowheads="1"/>
              </p:cNvSpPr>
              <p:nvPr userDrawn="1"/>
            </p:nvSpPr>
            <p:spPr bwMode="auto">
              <a:xfrm>
                <a:off x="48" y="3552"/>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0" name="Rectangle 59">
                <a:extLst>
                  <a:ext uri="{FF2B5EF4-FFF2-40B4-BE49-F238E27FC236}">
                    <a16:creationId xmlns:a16="http://schemas.microsoft.com/office/drawing/2014/main" id="{5573C7C7-FB93-6149-F69E-395D0F16988C}"/>
                  </a:ext>
                </a:extLst>
              </p:cNvPr>
              <p:cNvSpPr>
                <a:spLocks noChangeArrowheads="1"/>
              </p:cNvSpPr>
              <p:nvPr userDrawn="1"/>
            </p:nvSpPr>
            <p:spPr bwMode="auto">
              <a:xfrm>
                <a:off x="48" y="3696"/>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1" name="Rectangle 60">
                <a:extLst>
                  <a:ext uri="{FF2B5EF4-FFF2-40B4-BE49-F238E27FC236}">
                    <a16:creationId xmlns:a16="http://schemas.microsoft.com/office/drawing/2014/main" id="{4440EDC9-BDBA-5699-1492-B707C44A5C2A}"/>
                  </a:ext>
                </a:extLst>
              </p:cNvPr>
              <p:cNvSpPr>
                <a:spLocks noChangeArrowheads="1"/>
              </p:cNvSpPr>
              <p:nvPr userDrawn="1"/>
            </p:nvSpPr>
            <p:spPr bwMode="auto">
              <a:xfrm>
                <a:off x="48" y="3840"/>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2" name="Rectangle 61">
                <a:extLst>
                  <a:ext uri="{FF2B5EF4-FFF2-40B4-BE49-F238E27FC236}">
                    <a16:creationId xmlns:a16="http://schemas.microsoft.com/office/drawing/2014/main" id="{647E598C-1778-956A-4E24-D9B70235A6DE}"/>
                  </a:ext>
                </a:extLst>
              </p:cNvPr>
              <p:cNvSpPr>
                <a:spLocks noChangeArrowheads="1"/>
              </p:cNvSpPr>
              <p:nvPr userDrawn="1"/>
            </p:nvSpPr>
            <p:spPr bwMode="auto">
              <a:xfrm>
                <a:off x="48" y="3984"/>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3" name="Rectangle 62">
                <a:extLst>
                  <a:ext uri="{FF2B5EF4-FFF2-40B4-BE49-F238E27FC236}">
                    <a16:creationId xmlns:a16="http://schemas.microsoft.com/office/drawing/2014/main" id="{02A5A211-FEFD-861A-5D09-C9BC6262C1B0}"/>
                  </a:ext>
                </a:extLst>
              </p:cNvPr>
              <p:cNvSpPr>
                <a:spLocks noChangeArrowheads="1"/>
              </p:cNvSpPr>
              <p:nvPr userDrawn="1"/>
            </p:nvSpPr>
            <p:spPr bwMode="auto">
              <a:xfrm>
                <a:off x="48" y="4128"/>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4" name="Rectangle 63">
                <a:extLst>
                  <a:ext uri="{FF2B5EF4-FFF2-40B4-BE49-F238E27FC236}">
                    <a16:creationId xmlns:a16="http://schemas.microsoft.com/office/drawing/2014/main" id="{53D6CFCA-086D-1ECE-5ED6-E65FB64C9E3D}"/>
                  </a:ext>
                </a:extLst>
              </p:cNvPr>
              <p:cNvSpPr>
                <a:spLocks noChangeArrowheads="1"/>
              </p:cNvSpPr>
              <p:nvPr userDrawn="1"/>
            </p:nvSpPr>
            <p:spPr bwMode="auto">
              <a:xfrm>
                <a:off x="48" y="102"/>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5" name="Rectangle 64">
                <a:extLst>
                  <a:ext uri="{FF2B5EF4-FFF2-40B4-BE49-F238E27FC236}">
                    <a16:creationId xmlns:a16="http://schemas.microsoft.com/office/drawing/2014/main" id="{C0A77886-9BDD-50DE-F503-079580E884FD}"/>
                  </a:ext>
                </a:extLst>
              </p:cNvPr>
              <p:cNvSpPr>
                <a:spLocks noChangeArrowheads="1"/>
              </p:cNvSpPr>
              <p:nvPr userDrawn="1"/>
            </p:nvSpPr>
            <p:spPr bwMode="auto">
              <a:xfrm>
                <a:off x="48" y="246"/>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6" name="Rectangle 65">
                <a:extLst>
                  <a:ext uri="{FF2B5EF4-FFF2-40B4-BE49-F238E27FC236}">
                    <a16:creationId xmlns:a16="http://schemas.microsoft.com/office/drawing/2014/main" id="{B3EFF0AF-86FA-A177-3766-0465C79700C5}"/>
                  </a:ext>
                </a:extLst>
              </p:cNvPr>
              <p:cNvSpPr>
                <a:spLocks noChangeArrowheads="1"/>
              </p:cNvSpPr>
              <p:nvPr userDrawn="1"/>
            </p:nvSpPr>
            <p:spPr bwMode="auto">
              <a:xfrm>
                <a:off x="48" y="390"/>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7" name="Rectangle 66">
                <a:extLst>
                  <a:ext uri="{FF2B5EF4-FFF2-40B4-BE49-F238E27FC236}">
                    <a16:creationId xmlns:a16="http://schemas.microsoft.com/office/drawing/2014/main" id="{35813E27-053A-3417-E6EE-5818BA1D1DF0}"/>
                  </a:ext>
                </a:extLst>
              </p:cNvPr>
              <p:cNvSpPr>
                <a:spLocks noChangeArrowheads="1"/>
              </p:cNvSpPr>
              <p:nvPr userDrawn="1"/>
            </p:nvSpPr>
            <p:spPr bwMode="auto">
              <a:xfrm>
                <a:off x="48" y="534"/>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8" name="Rectangle 67">
                <a:extLst>
                  <a:ext uri="{FF2B5EF4-FFF2-40B4-BE49-F238E27FC236}">
                    <a16:creationId xmlns:a16="http://schemas.microsoft.com/office/drawing/2014/main" id="{1CCEC8C4-16D0-0103-D92B-227C78BC0066}"/>
                  </a:ext>
                </a:extLst>
              </p:cNvPr>
              <p:cNvSpPr>
                <a:spLocks noChangeArrowheads="1"/>
              </p:cNvSpPr>
              <p:nvPr userDrawn="1"/>
            </p:nvSpPr>
            <p:spPr bwMode="auto">
              <a:xfrm>
                <a:off x="48" y="678"/>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59" name="Rectangle 68">
                <a:extLst>
                  <a:ext uri="{FF2B5EF4-FFF2-40B4-BE49-F238E27FC236}">
                    <a16:creationId xmlns:a16="http://schemas.microsoft.com/office/drawing/2014/main" id="{BAB29D07-0DFE-5ED2-34E2-5C58B18684A4}"/>
                  </a:ext>
                </a:extLst>
              </p:cNvPr>
              <p:cNvSpPr>
                <a:spLocks noChangeArrowheads="1"/>
              </p:cNvSpPr>
              <p:nvPr userDrawn="1"/>
            </p:nvSpPr>
            <p:spPr bwMode="auto">
              <a:xfrm>
                <a:off x="48" y="822"/>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sp>
            <p:nvSpPr>
              <p:cNvPr id="1060" name="Rectangle 69">
                <a:extLst>
                  <a:ext uri="{FF2B5EF4-FFF2-40B4-BE49-F238E27FC236}">
                    <a16:creationId xmlns:a16="http://schemas.microsoft.com/office/drawing/2014/main" id="{BB239634-9E0A-C11D-4016-E9A6034B5356}"/>
                  </a:ext>
                </a:extLst>
              </p:cNvPr>
              <p:cNvSpPr>
                <a:spLocks noChangeArrowheads="1"/>
              </p:cNvSpPr>
              <p:nvPr userDrawn="1"/>
            </p:nvSpPr>
            <p:spPr bwMode="auto">
              <a:xfrm>
                <a:off x="48" y="966"/>
                <a:ext cx="96"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endParaRPr lang="en-US" altLang="en-US" sz="2400"/>
              </a:p>
            </p:txBody>
          </p:sp>
        </p:grpSp>
      </p:grpSp>
    </p:spTree>
    <p:extLst>
      <p:ext uri="{BB962C8B-B14F-4D97-AF65-F5344CB8AC3E}">
        <p14:creationId xmlns:p14="http://schemas.microsoft.com/office/powerpoint/2010/main" val="3602167693"/>
      </p:ext>
    </p:extLst>
  </p:cSld>
  <p:clrMap bg1="dk2" tx1="lt1" bg2="dk1"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Lst>
  <p:transition/>
  <p:hf hdr="0" ftr="0" dt="0"/>
  <p:txStyles>
    <p:titleStyle>
      <a:lvl1pPr algn="l" rtl="0" eaLnBrk="0" fontAlgn="base" hangingPunct="0">
        <a:spcBef>
          <a:spcPct val="0"/>
        </a:spcBef>
        <a:spcAft>
          <a:spcPct val="0"/>
        </a:spcAft>
        <a:defRPr sz="4400">
          <a:solidFill>
            <a:schemeClr val="tx2"/>
          </a:solidFill>
          <a:latin typeface="+mj-lt"/>
          <a:ea typeface="+mj-ea"/>
          <a:cs typeface="ＭＳ Ｐゴシック" charset="0"/>
        </a:defRPr>
      </a:lvl1pPr>
      <a:lvl2pPr algn="l"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2pPr>
      <a:lvl3pPr algn="l"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3pPr>
      <a:lvl4pPr algn="l"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4pPr>
      <a:lvl5pPr algn="l"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5pPr>
      <a:lvl6pPr marL="457200" algn="l" rtl="0" eaLnBrk="0" fontAlgn="base" hangingPunct="0">
        <a:spcBef>
          <a:spcPct val="0"/>
        </a:spcBef>
        <a:spcAft>
          <a:spcPct val="0"/>
        </a:spcAft>
        <a:defRPr sz="4400">
          <a:solidFill>
            <a:schemeClr val="tx2"/>
          </a:solidFill>
          <a:latin typeface="Times" charset="0"/>
          <a:ea typeface="ＭＳ Ｐゴシック" charset="0"/>
        </a:defRPr>
      </a:lvl6pPr>
      <a:lvl7pPr marL="914400" algn="l" rtl="0" eaLnBrk="0" fontAlgn="base" hangingPunct="0">
        <a:spcBef>
          <a:spcPct val="0"/>
        </a:spcBef>
        <a:spcAft>
          <a:spcPct val="0"/>
        </a:spcAft>
        <a:defRPr sz="4400">
          <a:solidFill>
            <a:schemeClr val="tx2"/>
          </a:solidFill>
          <a:latin typeface="Times" charset="0"/>
          <a:ea typeface="ＭＳ Ｐゴシック" charset="0"/>
        </a:defRPr>
      </a:lvl7pPr>
      <a:lvl8pPr marL="1371600" algn="l" rtl="0" eaLnBrk="0" fontAlgn="base" hangingPunct="0">
        <a:spcBef>
          <a:spcPct val="0"/>
        </a:spcBef>
        <a:spcAft>
          <a:spcPct val="0"/>
        </a:spcAft>
        <a:defRPr sz="4400">
          <a:solidFill>
            <a:schemeClr val="tx2"/>
          </a:solidFill>
          <a:latin typeface="Times" charset="0"/>
          <a:ea typeface="ＭＳ Ｐゴシック" charset="0"/>
        </a:defRPr>
      </a:lvl8pPr>
      <a:lvl9pPr marL="1828800" algn="l" rtl="0" eaLnBrk="0" fontAlgn="base" hangingPunct="0">
        <a:spcBef>
          <a:spcPct val="0"/>
        </a:spcBef>
        <a:spcAft>
          <a:spcPct val="0"/>
        </a:spcAft>
        <a:defRPr sz="4400">
          <a:solidFill>
            <a:schemeClr val="tx2"/>
          </a:solidFill>
          <a:latin typeface="Times" charset="0"/>
          <a:ea typeface="ＭＳ Ｐゴシック"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
        <a:defRPr sz="3200">
          <a:solidFill>
            <a:schemeClr val="tx1"/>
          </a:solidFill>
          <a:effectLst>
            <a:outerShdw blurRad="38100" dist="38100" dir="2700000" algn="tl">
              <a:srgbClr val="000000"/>
            </a:outerShdw>
          </a:effectLst>
          <a:latin typeface="+mn-lt"/>
          <a:ea typeface="+mn-ea"/>
          <a:cs typeface="ＭＳ Ｐゴシック" charset="0"/>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4.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4.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4.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34.xml"/><Relationship Id="rId1" Type="http://schemas.openxmlformats.org/officeDocument/2006/relationships/vmlDrawing" Target="../drawings/vmlDrawing4.vml"/><Relationship Id="rId6" Type="http://schemas.openxmlformats.org/officeDocument/2006/relationships/image" Target="../media/image11.emf"/><Relationship Id="rId5" Type="http://schemas.openxmlformats.org/officeDocument/2006/relationships/oleObject" Target="../embeddings/oleObject5.bin"/><Relationship Id="rId4" Type="http://schemas.openxmlformats.org/officeDocument/2006/relationships/image" Target="../media/image10.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8.png"/><Relationship Id="rId4" Type="http://schemas.openxmlformats.org/officeDocument/2006/relationships/oleObject" Target="../embeddings/oleObject7.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Dealing with Confounders?"/>
          <p:cNvSpPr txBox="1">
            <a:spLocks noGrp="1"/>
          </p:cNvSpPr>
          <p:nvPr>
            <p:ph type="title"/>
          </p:nvPr>
        </p:nvSpPr>
        <p:spPr>
          <a:xfrm>
            <a:off x="2172440" y="925212"/>
            <a:ext cx="7358063" cy="1714500"/>
          </a:xfrm>
          <a:prstGeom prst="rect">
            <a:avLst/>
          </a:prstGeom>
        </p:spPr>
        <p:txBody>
          <a:bodyPr>
            <a:normAutofit fontScale="90000"/>
          </a:bodyPr>
          <a:lstStyle>
            <a:lvl1pPr>
              <a:defRPr sz="9000">
                <a:latin typeface="Hoefler Text"/>
                <a:ea typeface="Hoefler Text"/>
                <a:cs typeface="Hoefler Text"/>
                <a:sym typeface="Hoefler Text"/>
              </a:defRPr>
            </a:lvl1pPr>
          </a:lstStyle>
          <a:p>
            <a:r>
              <a:rPr lang="en-US" dirty="0">
                <a:latin typeface="Times New Roman" panose="02020603050405020304" pitchFamily="18" charset="0"/>
                <a:cs typeface="Times New Roman" panose="02020603050405020304" pitchFamily="18" charset="0"/>
              </a:rPr>
              <a:t>Lecture 6</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5300" dirty="0">
                <a:latin typeface="Times New Roman" panose="02020603050405020304" pitchFamily="18" charset="0"/>
                <a:cs typeface="Times New Roman" panose="02020603050405020304" pitchFamily="18" charset="0"/>
              </a:rPr>
              <a:t>Unmeasured Confounders, Selection Bias, Missing Values</a:t>
            </a:r>
            <a:br>
              <a:rPr lang="en-US" sz="5300" dirty="0">
                <a:latin typeface="Times New Roman" panose="02020603050405020304" pitchFamily="18" charset="0"/>
                <a:cs typeface="Times New Roman" panose="02020603050405020304" pitchFamily="18" charset="0"/>
              </a:rPr>
            </a:br>
            <a:br>
              <a:rPr lang="en-US" sz="5300" dirty="0">
                <a:latin typeface="Times New Roman" panose="02020603050405020304" pitchFamily="18" charset="0"/>
                <a:cs typeface="Times New Roman" panose="02020603050405020304" pitchFamily="18" charset="0"/>
              </a:rPr>
            </a:br>
            <a:br>
              <a:rPr lang="en-US" sz="5300" dirty="0">
                <a:latin typeface="Times New Roman" panose="02020603050405020304" pitchFamily="18" charset="0"/>
                <a:cs typeface="Times New Roman" panose="02020603050405020304" pitchFamily="18" charset="0"/>
              </a:rPr>
            </a:br>
            <a:r>
              <a:rPr lang="en-US" sz="5300" dirty="0">
                <a:latin typeface="Times New Roman" panose="02020603050405020304" pitchFamily="18" charset="0"/>
                <a:cs typeface="Times New Roman" panose="02020603050405020304" pitchFamily="18" charset="0"/>
              </a:rPr>
              <a:t>Peter </a:t>
            </a:r>
            <a:r>
              <a:rPr lang="en-US" sz="5300" dirty="0" err="1">
                <a:latin typeface="Times New Roman" panose="02020603050405020304" pitchFamily="18" charset="0"/>
                <a:cs typeface="Times New Roman" panose="02020603050405020304" pitchFamily="18" charset="0"/>
              </a:rPr>
              <a:t>Spirtes</a:t>
            </a:r>
            <a:endParaRPr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FE96190-CDC6-D046-9CB2-DC744C5DD41E}"/>
              </a:ext>
            </a:extLst>
          </p:cNvPr>
          <p:cNvSpPr>
            <a:spLocks noGrp="1"/>
          </p:cNvSpPr>
          <p:nvPr>
            <p:ph type="sldNum" sz="quarter" idx="2"/>
          </p:nvPr>
        </p:nvSpPr>
        <p:spPr/>
        <p:txBody>
          <a:bodyPr/>
          <a:lstStyle/>
          <a:p>
            <a:fld id="{86CB4B4D-7CA3-9044-876B-883B54F8677D}" type="slidenum">
              <a:rPr lang="en-US" smtClean="0"/>
              <a:pPr/>
              <a:t>1</a:t>
            </a:fld>
            <a:endParaRPr lang="en-US"/>
          </a:p>
        </p:txBody>
      </p:sp>
    </p:spTree>
    <p:extLst>
      <p:ext uri="{BB962C8B-B14F-4D97-AF65-F5344CB8AC3E}">
        <p14:creationId xmlns:p14="http://schemas.microsoft.com/office/powerpoint/2010/main" val="271617761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ausal Sufficiency"/>
          <p:cNvSpPr txBox="1">
            <a:spLocks noGrp="1"/>
          </p:cNvSpPr>
          <p:nvPr>
            <p:ph type="title"/>
          </p:nvPr>
        </p:nvSpPr>
        <p:spPr>
          <a:xfrm>
            <a:off x="1979414" y="26789"/>
            <a:ext cx="8277821" cy="1241227"/>
          </a:xfrm>
          <a:prstGeom prst="rect">
            <a:avLst/>
          </a:prstGeom>
        </p:spPr>
        <p:txBody>
          <a:bodyPr/>
          <a:lstStyle>
            <a:lvl1pPr>
              <a:defRPr sz="7400">
                <a:latin typeface="Hoefler Text"/>
                <a:ea typeface="Hoefler Text"/>
                <a:cs typeface="Hoefler Text"/>
                <a:sym typeface="Hoefler Text"/>
              </a:defRPr>
            </a:lvl1pPr>
          </a:lstStyle>
          <a:p>
            <a:r>
              <a:rPr>
                <a:latin typeface="Times New Roman" panose="02020603050405020304" pitchFamily="18" charset="0"/>
                <a:cs typeface="Times New Roman" panose="02020603050405020304" pitchFamily="18" charset="0"/>
              </a:rPr>
              <a:t>Causal Sufficiency</a:t>
            </a:r>
          </a:p>
        </p:txBody>
      </p:sp>
      <p:sp>
        <p:nvSpPr>
          <p:cNvPr id="179" name="A set of random variables V is causally sufficient if V contains every direct cause (with respect to V) of any pair of variables in V…"/>
          <p:cNvSpPr txBox="1">
            <a:spLocks noGrp="1"/>
          </p:cNvSpPr>
          <p:nvPr>
            <p:ph type="body" sz="half" idx="1"/>
          </p:nvPr>
        </p:nvSpPr>
        <p:spPr>
          <a:xfrm>
            <a:off x="1192096" y="1516593"/>
            <a:ext cx="9056999" cy="4357688"/>
          </a:xfrm>
          <a:prstGeom prst="rect">
            <a:avLst/>
          </a:prstGeom>
        </p:spPr>
        <p:txBody>
          <a:bodyPr/>
          <a:lstStyle/>
          <a:p>
            <a:pPr marL="693964" lvl="1" indent="-312964">
              <a:defRPr sz="4600">
                <a:latin typeface="Hoefler Text"/>
                <a:ea typeface="Hoefler Text"/>
                <a:cs typeface="Hoefler Text"/>
                <a:sym typeface="Hoefler Text"/>
              </a:defRPr>
            </a:pPr>
            <a:r>
              <a:rPr sz="2000" dirty="0">
                <a:latin typeface="Times New Roman" panose="02020603050405020304" pitchFamily="18" charset="0"/>
                <a:cs typeface="Times New Roman" panose="02020603050405020304" pitchFamily="18" charset="0"/>
              </a:rPr>
              <a:t>A set of random variables V is causally sufficient if V contains every direct cause (with respect to V) of any pair of variables in V</a:t>
            </a:r>
          </a:p>
          <a:p>
            <a:pPr marL="693964" lvl="1" indent="-312964">
              <a:defRPr sz="4600">
                <a:latin typeface="Hoefler Text"/>
                <a:ea typeface="Hoefler Text"/>
                <a:cs typeface="Hoefler Text"/>
                <a:sym typeface="Hoefler Text"/>
              </a:defRPr>
            </a:pPr>
            <a:r>
              <a:rPr sz="2000" dirty="0">
                <a:latin typeface="Times New Roman" panose="02020603050405020304" pitchFamily="18" charset="0"/>
                <a:cs typeface="Times New Roman" panose="02020603050405020304" pitchFamily="18" charset="0"/>
              </a:rPr>
              <a:t>V </a:t>
            </a:r>
            <a:r>
              <a:rPr sz="2000" i="1" dirty="0">
                <a:latin typeface="Times New Roman"/>
                <a:ea typeface="Times New Roman"/>
                <a:cs typeface="Times New Roman"/>
                <a:sym typeface="Times New Roman"/>
              </a:rPr>
              <a:t>= </a:t>
            </a:r>
            <a:r>
              <a:rPr sz="2000" dirty="0">
                <a:latin typeface="Times New Roman"/>
                <a:ea typeface="Times New Roman"/>
                <a:cs typeface="Times New Roman"/>
                <a:sym typeface="Times New Roman"/>
              </a:rPr>
              <a:t>{</a:t>
            </a:r>
            <a:r>
              <a:rPr sz="2000" i="1" dirty="0">
                <a:latin typeface="Times New Roman"/>
                <a:ea typeface="Times New Roman"/>
                <a:cs typeface="Times New Roman"/>
                <a:sym typeface="Times New Roman"/>
              </a:rPr>
              <a:t>X,Y,Z</a:t>
            </a:r>
            <a:r>
              <a:rPr sz="2000" dirty="0">
                <a:latin typeface="Times New Roman"/>
                <a:ea typeface="Times New Roman"/>
                <a:cs typeface="Times New Roman"/>
                <a:sym typeface="Times New Roman"/>
              </a:rPr>
              <a:t>}: </a:t>
            </a:r>
            <a:r>
              <a:rPr sz="2000" dirty="0">
                <a:latin typeface="Times New Roman" panose="02020603050405020304" pitchFamily="18" charset="0"/>
                <a:cs typeface="Times New Roman" panose="02020603050405020304" pitchFamily="18" charset="0"/>
              </a:rPr>
              <a:t>causally sufficient</a:t>
            </a:r>
          </a:p>
          <a:p>
            <a:pPr marL="693964" lvl="1" indent="-312964">
              <a:defRPr sz="4600">
                <a:latin typeface="Hoefler Text"/>
                <a:ea typeface="Hoefler Text"/>
                <a:cs typeface="Hoefler Text"/>
                <a:sym typeface="Hoefler Text"/>
              </a:defRPr>
            </a:pPr>
            <a:r>
              <a:rPr sz="2000" dirty="0">
                <a:latin typeface="Times New Roman" panose="02020603050405020304" pitchFamily="18" charset="0"/>
                <a:cs typeface="Times New Roman" panose="02020603050405020304" pitchFamily="18" charset="0"/>
              </a:rPr>
              <a:t>V </a:t>
            </a:r>
            <a:r>
              <a:rPr sz="2000" i="1" dirty="0">
                <a:latin typeface="Times New Roman"/>
                <a:ea typeface="Times New Roman"/>
                <a:cs typeface="Times New Roman"/>
                <a:sym typeface="Times New Roman"/>
              </a:rPr>
              <a:t>= </a:t>
            </a:r>
            <a:r>
              <a:rPr sz="2000" dirty="0">
                <a:latin typeface="Times New Roman"/>
                <a:ea typeface="Times New Roman"/>
                <a:cs typeface="Times New Roman"/>
                <a:sym typeface="Times New Roman"/>
              </a:rPr>
              <a:t>{</a:t>
            </a:r>
            <a:r>
              <a:rPr sz="2000" i="1" dirty="0">
                <a:latin typeface="Times New Roman"/>
                <a:ea typeface="Times New Roman"/>
                <a:cs typeface="Times New Roman"/>
                <a:sym typeface="Times New Roman"/>
              </a:rPr>
              <a:t>X,Y</a:t>
            </a:r>
            <a:r>
              <a:rPr sz="2000" dirty="0">
                <a:latin typeface="Times New Roman"/>
                <a:ea typeface="Times New Roman"/>
                <a:cs typeface="Times New Roman"/>
                <a:sym typeface="Times New Roman"/>
              </a:rPr>
              <a:t>}: </a:t>
            </a:r>
            <a:r>
              <a:rPr sz="2000" dirty="0">
                <a:latin typeface="Times New Roman" panose="02020603050405020304" pitchFamily="18" charset="0"/>
                <a:cs typeface="Times New Roman" panose="02020603050405020304" pitchFamily="18" charset="0"/>
              </a:rPr>
              <a:t>causally insufficient</a:t>
            </a:r>
            <a:r>
              <a:rPr sz="2000" b="1" i="1" dirty="0">
                <a:latin typeface="Times New Roman"/>
                <a:ea typeface="Times New Roman"/>
                <a:cs typeface="Times New Roman"/>
                <a:sym typeface="Times New Roman"/>
              </a:rPr>
              <a:t> </a:t>
            </a:r>
          </a:p>
          <a:p>
            <a:pPr marL="693964" lvl="1" indent="-312964">
              <a:defRPr sz="4600">
                <a:latin typeface="Hoefler Text"/>
                <a:ea typeface="Hoefler Text"/>
                <a:cs typeface="Hoefler Text"/>
                <a:sym typeface="Hoefler Text"/>
              </a:defRPr>
            </a:pPr>
            <a:r>
              <a:rPr sz="2000" dirty="0">
                <a:latin typeface="Times New Roman"/>
                <a:ea typeface="Times New Roman"/>
                <a:cs typeface="Times New Roman"/>
                <a:sym typeface="Times New Roman"/>
              </a:rPr>
              <a:t>Methods exist in causally </a:t>
            </a:r>
            <a:r>
              <a:rPr sz="2000" b="1" dirty="0">
                <a:latin typeface="Times New Roman"/>
                <a:ea typeface="Times New Roman"/>
                <a:cs typeface="Times New Roman"/>
                <a:sym typeface="Times New Roman"/>
              </a:rPr>
              <a:t>insufficient</a:t>
            </a:r>
            <a:r>
              <a:rPr sz="2000" dirty="0">
                <a:latin typeface="Times New Roman"/>
                <a:ea typeface="Times New Roman"/>
                <a:cs typeface="Times New Roman"/>
                <a:sym typeface="Times New Roman"/>
              </a:rPr>
              <a:t> cases, e.g., FCI</a:t>
            </a:r>
            <a:r>
              <a:rPr dirty="0">
                <a:latin typeface="Times New Roman"/>
                <a:ea typeface="Times New Roman"/>
                <a:cs typeface="Times New Roman"/>
                <a:sym typeface="Times New Roman"/>
              </a:rPr>
              <a:t> </a:t>
            </a:r>
            <a:r>
              <a:rPr sz="2000" dirty="0">
                <a:latin typeface="Times New Roman"/>
                <a:ea typeface="Times New Roman"/>
                <a:cs typeface="Times New Roman"/>
                <a:sym typeface="Times New Roman"/>
              </a:rPr>
              <a:t>(</a:t>
            </a:r>
            <a:r>
              <a:rPr sz="2000" i="1" dirty="0">
                <a:latin typeface="Times New Roman"/>
                <a:ea typeface="Times New Roman"/>
                <a:cs typeface="Times New Roman"/>
                <a:sym typeface="Times New Roman"/>
              </a:rPr>
              <a:t>Chapter 6 of the SGS book</a:t>
            </a:r>
            <a:r>
              <a:rPr sz="2000" dirty="0">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180" name="Circle"/>
          <p:cNvSpPr/>
          <p:nvPr/>
        </p:nvSpPr>
        <p:spPr>
          <a:xfrm>
            <a:off x="8578902" y="3569182"/>
            <a:ext cx="381281" cy="380118"/>
          </a:xfrm>
          <a:prstGeom prst="ellipse">
            <a:avLst/>
          </a:prstGeom>
          <a:solidFill>
            <a:schemeClr val="accent1">
              <a:lumMod val="20000"/>
              <a:lumOff val="80000"/>
            </a:schemeClr>
          </a:solidFill>
          <a:ln w="12700">
            <a:solidFill>
              <a:srgbClr val="000000"/>
            </a:solidFill>
          </a:ln>
        </p:spPr>
        <p:txBody>
          <a:bodyPr lIns="35719" tIns="35719" rIns="35719" bIns="35719" anchor="ctr"/>
          <a:lstStyle/>
          <a:p>
            <a:pPr marL="28575" marR="28575" defTabSz="315888">
              <a:lnSpc>
                <a:spcPct val="81000"/>
              </a:lnSpc>
              <a:defRPr>
                <a:uFill>
                  <a:solidFill>
                    <a:srgbClr val="000000"/>
                  </a:solidFill>
                </a:uFill>
                <a:latin typeface="Arial"/>
                <a:ea typeface="Arial"/>
                <a:cs typeface="Arial"/>
                <a:sym typeface="Arial"/>
              </a:defRPr>
            </a:pPr>
            <a:endParaRPr sz="900">
              <a:solidFill>
                <a:schemeClr val="bg1"/>
              </a:solidFill>
            </a:endParaRPr>
          </a:p>
        </p:txBody>
      </p:sp>
      <p:sp>
        <p:nvSpPr>
          <p:cNvPr id="181" name="Circle"/>
          <p:cNvSpPr/>
          <p:nvPr/>
        </p:nvSpPr>
        <p:spPr>
          <a:xfrm>
            <a:off x="9875954" y="3569182"/>
            <a:ext cx="381281" cy="380118"/>
          </a:xfrm>
          <a:prstGeom prst="ellipse">
            <a:avLst/>
          </a:prstGeom>
          <a:solidFill>
            <a:schemeClr val="accent1">
              <a:lumMod val="20000"/>
              <a:lumOff val="80000"/>
            </a:schemeClr>
          </a:solidFill>
          <a:ln w="12700">
            <a:solidFill>
              <a:srgbClr val="000000"/>
            </a:solidFill>
          </a:ln>
        </p:spPr>
        <p:txBody>
          <a:bodyPr lIns="35719" tIns="35719" rIns="35719" bIns="35719" anchor="ctr"/>
          <a:lstStyle/>
          <a:p>
            <a:pPr marL="28575" marR="28575" defTabSz="315888">
              <a:lnSpc>
                <a:spcPct val="81000"/>
              </a:lnSpc>
              <a:defRPr>
                <a:uFill>
                  <a:solidFill>
                    <a:srgbClr val="000000"/>
                  </a:solidFill>
                </a:uFill>
                <a:latin typeface="Arial"/>
                <a:ea typeface="Arial"/>
                <a:cs typeface="Arial"/>
                <a:sym typeface="Arial"/>
              </a:defRPr>
            </a:pPr>
            <a:endParaRPr sz="900">
              <a:solidFill>
                <a:schemeClr val="bg1"/>
              </a:solidFill>
            </a:endParaRPr>
          </a:p>
        </p:txBody>
      </p:sp>
      <p:sp>
        <p:nvSpPr>
          <p:cNvPr id="182" name="X"/>
          <p:cNvSpPr txBox="1"/>
          <p:nvPr/>
        </p:nvSpPr>
        <p:spPr>
          <a:xfrm>
            <a:off x="8642983" y="3584195"/>
            <a:ext cx="327156" cy="325132"/>
          </a:xfrm>
          <a:prstGeom prst="rect">
            <a:avLst/>
          </a:prstGeom>
          <a:solidFill>
            <a:schemeClr val="accent1">
              <a:lumMod val="20000"/>
              <a:lumOff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lstStyle>
            <a:lvl1pPr marL="57149" marR="57149" algn="l" defTabSz="1285875">
              <a:lnSpc>
                <a:spcPct val="100000"/>
              </a:lnSpc>
              <a:buClr>
                <a:srgbClr val="000000"/>
              </a:buClr>
              <a:buFont typeface="Times New Roman"/>
              <a:defRPr sz="3800">
                <a:uFill>
                  <a:solidFill>
                    <a:srgbClr val="000000"/>
                  </a:solidFill>
                </a:uFill>
                <a:latin typeface="Times New Roman"/>
                <a:ea typeface="Times New Roman"/>
                <a:cs typeface="Times New Roman"/>
                <a:sym typeface="Times New Roman"/>
              </a:defRPr>
            </a:lvl1pPr>
          </a:lstStyle>
          <a:p>
            <a:pPr>
              <a:defRPr>
                <a:latin typeface="Arial"/>
                <a:ea typeface="Arial"/>
                <a:cs typeface="Arial"/>
                <a:sym typeface="Arial"/>
              </a:defRPr>
            </a:pPr>
            <a:r>
              <a:rPr sz="1900">
                <a:solidFill>
                  <a:schemeClr val="bg1"/>
                </a:solidFill>
              </a:rPr>
              <a:t>X</a:t>
            </a:r>
          </a:p>
        </p:txBody>
      </p:sp>
      <p:sp>
        <p:nvSpPr>
          <p:cNvPr id="183" name="Y"/>
          <p:cNvSpPr txBox="1"/>
          <p:nvPr/>
        </p:nvSpPr>
        <p:spPr>
          <a:xfrm>
            <a:off x="9925795" y="3584195"/>
            <a:ext cx="327156" cy="325132"/>
          </a:xfrm>
          <a:prstGeom prst="rect">
            <a:avLst/>
          </a:prstGeom>
          <a:solidFill>
            <a:schemeClr val="accent1">
              <a:lumMod val="20000"/>
              <a:lumOff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lstStyle>
            <a:lvl1pPr marL="57149" marR="57149" algn="l" defTabSz="1285875">
              <a:lnSpc>
                <a:spcPct val="100000"/>
              </a:lnSpc>
              <a:buClr>
                <a:srgbClr val="000000"/>
              </a:buClr>
              <a:buFont typeface="Times New Roman"/>
              <a:defRPr sz="3800">
                <a:uFill>
                  <a:solidFill>
                    <a:srgbClr val="000000"/>
                  </a:solidFill>
                </a:uFill>
                <a:latin typeface="Times New Roman"/>
                <a:ea typeface="Times New Roman"/>
                <a:cs typeface="Times New Roman"/>
                <a:sym typeface="Times New Roman"/>
              </a:defRPr>
            </a:lvl1pPr>
          </a:lstStyle>
          <a:p>
            <a:pPr>
              <a:defRPr>
                <a:latin typeface="Arial"/>
                <a:ea typeface="Arial"/>
                <a:cs typeface="Arial"/>
                <a:sym typeface="Arial"/>
              </a:defRPr>
            </a:pPr>
            <a:r>
              <a:rPr sz="1900">
                <a:solidFill>
                  <a:schemeClr val="bg1"/>
                </a:solidFill>
              </a:rPr>
              <a:t>Y</a:t>
            </a:r>
          </a:p>
        </p:txBody>
      </p:sp>
      <p:sp>
        <p:nvSpPr>
          <p:cNvPr id="184" name="Line"/>
          <p:cNvSpPr/>
          <p:nvPr/>
        </p:nvSpPr>
        <p:spPr>
          <a:xfrm>
            <a:off x="9457846" y="3190434"/>
            <a:ext cx="378722" cy="456205"/>
          </a:xfrm>
          <a:prstGeom prst="line">
            <a:avLst/>
          </a:prstGeom>
          <a:ln w="63500">
            <a:solidFill>
              <a:srgbClr val="FFFF00"/>
            </a:solidFill>
            <a:tailEnd type="triangle"/>
          </a:ln>
        </p:spPr>
        <p:txBody>
          <a:bodyPr lIns="35719" tIns="35719" rIns="35719" bIns="35719" anchor="ctr"/>
          <a:lstStyle/>
          <a:p>
            <a:pPr defTabSz="321469">
              <a:defRPr sz="1600">
                <a:latin typeface="Helvetica"/>
                <a:ea typeface="Helvetica"/>
                <a:cs typeface="Helvetica"/>
                <a:sym typeface="Helvetica"/>
              </a:defRPr>
            </a:pPr>
            <a:endParaRPr sz="800">
              <a:solidFill>
                <a:schemeClr val="bg1"/>
              </a:solidFill>
            </a:endParaRPr>
          </a:p>
        </p:txBody>
      </p:sp>
      <p:sp>
        <p:nvSpPr>
          <p:cNvPr id="185" name="Line"/>
          <p:cNvSpPr/>
          <p:nvPr/>
        </p:nvSpPr>
        <p:spPr>
          <a:xfrm flipH="1">
            <a:off x="8911623" y="3229408"/>
            <a:ext cx="240940" cy="399184"/>
          </a:xfrm>
          <a:prstGeom prst="line">
            <a:avLst/>
          </a:prstGeom>
          <a:ln w="63500">
            <a:solidFill>
              <a:srgbClr val="FFFF00"/>
            </a:solidFill>
            <a:tailEnd type="triangle"/>
          </a:ln>
        </p:spPr>
        <p:txBody>
          <a:bodyPr lIns="35719" tIns="35719" rIns="35719" bIns="35719" anchor="ctr"/>
          <a:lstStyle/>
          <a:p>
            <a:pPr defTabSz="321469">
              <a:defRPr sz="1600">
                <a:latin typeface="Helvetica"/>
                <a:ea typeface="Helvetica"/>
                <a:cs typeface="Helvetica"/>
                <a:sym typeface="Helvetica"/>
              </a:defRPr>
            </a:pPr>
            <a:endParaRPr sz="800">
              <a:solidFill>
                <a:schemeClr val="bg1"/>
              </a:solidFill>
            </a:endParaRPr>
          </a:p>
        </p:txBody>
      </p:sp>
      <p:sp>
        <p:nvSpPr>
          <p:cNvPr id="186" name="Z"/>
          <p:cNvSpPr txBox="1"/>
          <p:nvPr/>
        </p:nvSpPr>
        <p:spPr>
          <a:xfrm>
            <a:off x="9189664" y="2877189"/>
            <a:ext cx="327156" cy="325133"/>
          </a:xfrm>
          <a:prstGeom prst="rect">
            <a:avLst/>
          </a:prstGeom>
          <a:solidFill>
            <a:schemeClr val="accent1">
              <a:lumMod val="20000"/>
              <a:lumOff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lstStyle>
            <a:lvl1pPr marL="57149" marR="57149" algn="l" defTabSz="1285875">
              <a:lnSpc>
                <a:spcPct val="100000"/>
              </a:lnSpc>
              <a:buClr>
                <a:srgbClr val="000000"/>
              </a:buClr>
              <a:buFont typeface="Times New Roman"/>
              <a:defRPr sz="3800">
                <a:uFill>
                  <a:solidFill>
                    <a:srgbClr val="000000"/>
                  </a:solidFill>
                </a:uFill>
                <a:latin typeface="Times New Roman"/>
                <a:ea typeface="Times New Roman"/>
                <a:cs typeface="Times New Roman"/>
                <a:sym typeface="Times New Roman"/>
              </a:defRPr>
            </a:lvl1pPr>
          </a:lstStyle>
          <a:p>
            <a:pPr>
              <a:defRPr>
                <a:latin typeface="Arial"/>
                <a:ea typeface="Arial"/>
                <a:cs typeface="Arial"/>
                <a:sym typeface="Arial"/>
              </a:defRPr>
            </a:pPr>
            <a:r>
              <a:rPr sz="1900">
                <a:solidFill>
                  <a:schemeClr val="bg1"/>
                </a:solidFill>
              </a:rPr>
              <a:t>Z</a:t>
            </a:r>
          </a:p>
        </p:txBody>
      </p:sp>
      <p:sp>
        <p:nvSpPr>
          <p:cNvPr id="187" name="Line"/>
          <p:cNvSpPr/>
          <p:nvPr/>
        </p:nvSpPr>
        <p:spPr>
          <a:xfrm flipV="1">
            <a:off x="8982085" y="3778457"/>
            <a:ext cx="837461" cy="4081"/>
          </a:xfrm>
          <a:prstGeom prst="line">
            <a:avLst/>
          </a:prstGeom>
          <a:ln w="63500">
            <a:solidFill>
              <a:srgbClr val="FFFF00"/>
            </a:solidFill>
            <a:tailEnd type="triangle"/>
          </a:ln>
        </p:spPr>
        <p:txBody>
          <a:bodyPr lIns="35719" tIns="35719" rIns="35719" bIns="35719" anchor="ctr"/>
          <a:lstStyle/>
          <a:p>
            <a:pPr defTabSz="321469">
              <a:defRPr sz="1600">
                <a:latin typeface="Helvetica"/>
                <a:ea typeface="Helvetica"/>
                <a:cs typeface="Helvetica"/>
                <a:sym typeface="Helvetica"/>
              </a:defRPr>
            </a:pPr>
            <a:endParaRPr sz="800">
              <a:solidFill>
                <a:schemeClr val="bg1"/>
              </a:solidFill>
            </a:endParaRPr>
          </a:p>
        </p:txBody>
      </p:sp>
      <p:sp>
        <p:nvSpPr>
          <p:cNvPr id="188" name="SGS Book, Chapter 5 (for causally sufficient structures); Chapter 6 (without causal sufficiency)"/>
          <p:cNvSpPr txBox="1"/>
          <p:nvPr/>
        </p:nvSpPr>
        <p:spPr>
          <a:xfrm>
            <a:off x="1952624" y="5297593"/>
            <a:ext cx="8277821" cy="13032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defTabSz="821531">
              <a:lnSpc>
                <a:spcPct val="100000"/>
              </a:lnSpc>
              <a:defRPr sz="3200" i="1">
                <a:latin typeface="Gill Sans"/>
                <a:ea typeface="Gill Sans"/>
                <a:cs typeface="Gill Sans"/>
                <a:sym typeface="Gill Sans"/>
              </a:defRPr>
            </a:lvl1pPr>
          </a:lstStyle>
          <a:p>
            <a:r>
              <a:rPr sz="1600" dirty="0"/>
              <a:t>SGS Book, Chapter 5 (for causally sufficient structures); Chapter 6 (without causal sufficiency)</a:t>
            </a:r>
            <a:endParaRPr lang="en-US" sz="1600" dirty="0"/>
          </a:p>
          <a:p>
            <a:r>
              <a:rPr lang="en-US" sz="1600" dirty="0"/>
              <a:t>(P. </a:t>
            </a:r>
            <a:r>
              <a:rPr lang="en-US" sz="1600" dirty="0" err="1"/>
              <a:t>Spirtes</a:t>
            </a:r>
            <a:r>
              <a:rPr lang="en-US" sz="1600" dirty="0"/>
              <a:t>, C. Meek, and T. Richardson) “An Algorithm for Causal Inference in the Presence of Latent Variables and Selection Bias”, Computation, Causality, and Discovery, ed. by C. </a:t>
            </a:r>
            <a:r>
              <a:rPr lang="en-US" sz="1600" dirty="0" err="1"/>
              <a:t>Glymour</a:t>
            </a:r>
            <a:r>
              <a:rPr lang="en-US" sz="1600" dirty="0"/>
              <a:t> and G. Cooper, AAAI/MIT Press, 1999, pp. 211-252.</a:t>
            </a:r>
          </a:p>
          <a:p>
            <a:endParaRPr sz="1600" dirty="0"/>
          </a:p>
        </p:txBody>
      </p:sp>
      <p:sp>
        <p:nvSpPr>
          <p:cNvPr id="2" name="Slide Number Placeholder 1">
            <a:extLst>
              <a:ext uri="{FF2B5EF4-FFF2-40B4-BE49-F238E27FC236}">
                <a16:creationId xmlns:a16="http://schemas.microsoft.com/office/drawing/2014/main" id="{D6412809-4F56-A64A-ADDD-C1BF52BB54F1}"/>
              </a:ext>
            </a:extLst>
          </p:cNvPr>
          <p:cNvSpPr>
            <a:spLocks noGrp="1"/>
          </p:cNvSpPr>
          <p:nvPr>
            <p:ph type="sldNum" sz="quarter" idx="2"/>
          </p:nvPr>
        </p:nvSpPr>
        <p:spPr/>
        <p:txBody>
          <a:bodyPr/>
          <a:lstStyle/>
          <a:p>
            <a:fld id="{86CB4B4D-7CA3-9044-876B-883B54F8677D}" type="slidenum">
              <a:rPr lang="en-US" smtClean="0"/>
              <a:t>2</a:t>
            </a:fld>
            <a:endParaRPr 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Dealing with Confounders?"/>
          <p:cNvSpPr txBox="1">
            <a:spLocks noGrp="1"/>
          </p:cNvSpPr>
          <p:nvPr>
            <p:ph type="title"/>
          </p:nvPr>
        </p:nvSpPr>
        <p:spPr>
          <a:xfrm>
            <a:off x="2172440" y="925212"/>
            <a:ext cx="7358063" cy="1714500"/>
          </a:xfrm>
          <a:prstGeom prst="rect">
            <a:avLst/>
          </a:prstGeom>
        </p:spPr>
        <p:txBody>
          <a:bodyPr>
            <a:normAutofit fontScale="90000"/>
          </a:bodyPr>
          <a:lstStyle>
            <a:lvl1pPr>
              <a:defRPr sz="9000">
                <a:latin typeface="Hoefler Text"/>
                <a:ea typeface="Hoefler Text"/>
                <a:cs typeface="Hoefler Text"/>
                <a:sym typeface="Hoefler Text"/>
              </a:defRPr>
            </a:lvl1pPr>
          </a:lstStyle>
          <a:p>
            <a:r>
              <a:rPr lang="en-US" dirty="0">
                <a:latin typeface="Times New Roman" panose="02020603050405020304" pitchFamily="18" charset="0"/>
                <a:cs typeface="Times New Roman" panose="02020603050405020304" pitchFamily="18" charset="0"/>
              </a:rPr>
              <a:t>Unmeasured </a:t>
            </a:r>
            <a:r>
              <a:rPr dirty="0">
                <a:latin typeface="Times New Roman" panose="02020603050405020304" pitchFamily="18" charset="0"/>
                <a:cs typeface="Times New Roman" panose="02020603050405020304" pitchFamily="18" charset="0"/>
              </a:rPr>
              <a:t>Confounders</a:t>
            </a:r>
          </a:p>
        </p:txBody>
      </p:sp>
      <p:sp>
        <p:nvSpPr>
          <p:cNvPr id="2" name="Slide Number Placeholder 1">
            <a:extLst>
              <a:ext uri="{FF2B5EF4-FFF2-40B4-BE49-F238E27FC236}">
                <a16:creationId xmlns:a16="http://schemas.microsoft.com/office/drawing/2014/main" id="{9B12FCBF-4487-CC43-BBF3-2CCE28BC20A1}"/>
              </a:ext>
            </a:extLst>
          </p:cNvPr>
          <p:cNvSpPr>
            <a:spLocks noGrp="1"/>
          </p:cNvSpPr>
          <p:nvPr>
            <p:ph type="sldNum" sz="quarter" idx="2"/>
          </p:nvPr>
        </p:nvSpPr>
        <p:spPr/>
        <p:txBody>
          <a:bodyPr/>
          <a:lstStyle/>
          <a:p>
            <a:fld id="{86CB4B4D-7CA3-9044-876B-883B54F8677D}" type="slidenum">
              <a:rPr lang="en-US" smtClean="0"/>
              <a:pPr/>
              <a:t>3</a:t>
            </a:fld>
            <a:endParaRPr lang="en-US"/>
          </a:p>
        </p:txBody>
      </p:sp>
    </p:spTree>
    <p:extLst>
      <p:ext uri="{BB962C8B-B14F-4D97-AF65-F5344CB8AC3E}">
        <p14:creationId xmlns:p14="http://schemas.microsoft.com/office/powerpoint/2010/main" val="330721253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Dealing with Confounders?"/>
          <p:cNvSpPr txBox="1">
            <a:spLocks noGrp="1"/>
          </p:cNvSpPr>
          <p:nvPr>
            <p:ph type="title"/>
          </p:nvPr>
        </p:nvSpPr>
        <p:spPr>
          <a:xfrm>
            <a:off x="2176337" y="118965"/>
            <a:ext cx="7358063" cy="1714500"/>
          </a:xfrm>
          <a:prstGeom prst="rect">
            <a:avLst/>
          </a:prstGeom>
        </p:spPr>
        <p:txBody>
          <a:bodyPr>
            <a:noAutofit/>
          </a:bodyPr>
          <a:lstStyle>
            <a:lvl1pPr>
              <a:defRPr sz="9000">
                <a:latin typeface="Hoefler Text"/>
                <a:ea typeface="Hoefler Text"/>
                <a:cs typeface="Hoefler Text"/>
                <a:sym typeface="Hoefler Text"/>
              </a:defRPr>
            </a:lvl1pPr>
          </a:lstStyle>
          <a:p>
            <a:r>
              <a:rPr sz="5400">
                <a:latin typeface="Times New Roman" panose="02020603050405020304" pitchFamily="18" charset="0"/>
                <a:cs typeface="Times New Roman" panose="02020603050405020304" pitchFamily="18" charset="0"/>
              </a:rPr>
              <a:t>Dealing with Confounders</a:t>
            </a:r>
          </a:p>
        </p:txBody>
      </p:sp>
      <p:pic>
        <p:nvPicPr>
          <p:cNvPr id="828" name="droppedImage.pdf" descr="droppedImage.pdf"/>
          <p:cNvPicPr>
            <a:picLocks noChangeAspect="1"/>
          </p:cNvPicPr>
          <p:nvPr/>
        </p:nvPicPr>
        <p:blipFill>
          <a:blip r:embed="rId2"/>
          <a:stretch>
            <a:fillRect/>
          </a:stretch>
        </p:blipFill>
        <p:spPr>
          <a:xfrm>
            <a:off x="2104430" y="1866305"/>
            <a:ext cx="1705571" cy="1110969"/>
          </a:xfrm>
          <a:prstGeom prst="rect">
            <a:avLst/>
          </a:prstGeom>
          <a:ln w="12700">
            <a:miter lim="400000"/>
          </a:ln>
        </p:spPr>
      </p:pic>
      <p:sp>
        <p:nvSpPr>
          <p:cNvPr id="829" name="Possible to have confounders behind X3 and X4?"/>
          <p:cNvSpPr txBox="1"/>
          <p:nvPr/>
        </p:nvSpPr>
        <p:spPr>
          <a:xfrm>
            <a:off x="3910027" y="1883071"/>
            <a:ext cx="4389806" cy="841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i="1">
                <a:latin typeface="Times New Roman"/>
                <a:ea typeface="Times New Roman"/>
                <a:cs typeface="Times New Roman"/>
                <a:sym typeface="Times New Roman"/>
              </a:defRPr>
            </a:pP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Possible to have confounders behind X</a:t>
            </a:r>
            <a:r>
              <a:rPr kumimoji="0" sz="2500" b="0" i="1" u="none" strike="noStrike" kern="0" cap="none" spc="0" normalizeH="0" baseline="-5999" noProof="0">
                <a:ln>
                  <a:noFill/>
                </a:ln>
                <a:solidFill>
                  <a:srgbClr val="000000"/>
                </a:solidFill>
                <a:effectLst/>
                <a:uLnTx/>
                <a:uFillTx/>
                <a:latin typeface="Times New Roman"/>
                <a:cs typeface="Times New Roman"/>
                <a:sym typeface="Times New Roman"/>
              </a:rPr>
              <a:t>3</a:t>
            </a: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 and X</a:t>
            </a:r>
            <a:r>
              <a:rPr kumimoji="0" sz="2500" b="0" i="1" u="none" strike="noStrike" kern="0" cap="none" spc="0" normalizeH="0" baseline="-5999" noProof="0">
                <a:ln>
                  <a:noFill/>
                </a:ln>
                <a:solidFill>
                  <a:srgbClr val="000000"/>
                </a:solidFill>
                <a:effectLst/>
                <a:uLnTx/>
                <a:uFillTx/>
                <a:latin typeface="Times New Roman"/>
                <a:cs typeface="Times New Roman"/>
                <a:sym typeface="Times New Roman"/>
              </a:rPr>
              <a:t>4</a:t>
            </a: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a:t>
            </a:r>
          </a:p>
        </p:txBody>
      </p:sp>
      <p:grpSp>
        <p:nvGrpSpPr>
          <p:cNvPr id="838" name="Group"/>
          <p:cNvGrpSpPr/>
          <p:nvPr/>
        </p:nvGrpSpPr>
        <p:grpSpPr>
          <a:xfrm>
            <a:off x="8533142" y="1326476"/>
            <a:ext cx="1899104" cy="1817394"/>
            <a:chOff x="0" y="2774"/>
            <a:chExt cx="3798204" cy="3634783"/>
          </a:xfrm>
        </p:grpSpPr>
        <p:sp>
          <p:nvSpPr>
            <p:cNvPr id="831" name="Line"/>
            <p:cNvSpPr/>
            <p:nvPr/>
          </p:nvSpPr>
          <p:spPr>
            <a:xfrm flipV="1">
              <a:off x="2002514" y="630001"/>
              <a:ext cx="1030007" cy="725012"/>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32" name="X1"/>
            <p:cNvSpPr txBox="1"/>
            <p:nvPr/>
          </p:nvSpPr>
          <p:spPr>
            <a:xfrm>
              <a:off x="0" y="22998"/>
              <a:ext cx="718183" cy="8236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833" name="Line"/>
            <p:cNvSpPr/>
            <p:nvPr/>
          </p:nvSpPr>
          <p:spPr>
            <a:xfrm flipH="1" flipV="1">
              <a:off x="723574" y="707842"/>
              <a:ext cx="971682" cy="647698"/>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34" name="X2"/>
            <p:cNvSpPr txBox="1"/>
            <p:nvPr/>
          </p:nvSpPr>
          <p:spPr>
            <a:xfrm>
              <a:off x="3080022" y="2774"/>
              <a:ext cx="718183" cy="8236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2</a:t>
              </a:r>
            </a:p>
          </p:txBody>
        </p:sp>
        <p:sp>
          <p:nvSpPr>
            <p:cNvPr id="835" name="X3"/>
            <p:cNvSpPr txBox="1"/>
            <p:nvPr/>
          </p:nvSpPr>
          <p:spPr>
            <a:xfrm>
              <a:off x="1444519" y="1195995"/>
              <a:ext cx="718183" cy="8236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836" name="Line"/>
            <p:cNvSpPr/>
            <p:nvPr/>
          </p:nvSpPr>
          <p:spPr>
            <a:xfrm flipH="1" flipV="1">
              <a:off x="1820323" y="2042631"/>
              <a:ext cx="23953" cy="879327"/>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37" name="X4"/>
            <p:cNvSpPr txBox="1"/>
            <p:nvPr/>
          </p:nvSpPr>
          <p:spPr>
            <a:xfrm>
              <a:off x="1444519" y="2813921"/>
              <a:ext cx="718183" cy="8236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grpSp>
      <p:sp>
        <p:nvSpPr>
          <p:cNvPr id="840" name="E.g., X1: Raining; X3: wet ground; X4: slippery."/>
          <p:cNvSpPr txBox="1"/>
          <p:nvPr/>
        </p:nvSpPr>
        <p:spPr>
          <a:xfrm>
            <a:off x="2856324" y="3173783"/>
            <a:ext cx="6399158" cy="456856"/>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E.g.,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1</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Raining;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3</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wet ground;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4</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slippery.</a:t>
            </a:r>
          </a:p>
        </p:txBody>
      </p:sp>
      <p:sp>
        <p:nvSpPr>
          <p:cNvPr id="841" name="Example I"/>
          <p:cNvSpPr txBox="1"/>
          <p:nvPr/>
        </p:nvSpPr>
        <p:spPr>
          <a:xfrm>
            <a:off x="2171871" y="1298549"/>
            <a:ext cx="1401025" cy="4568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lnSpc>
                <a:spcPct val="100000"/>
              </a:lnSpc>
              <a:defRPr sz="5000" b="1">
                <a:latin typeface="Hoefler Text"/>
                <a:ea typeface="Hoefler Text"/>
                <a:cs typeface="Hoefler Text"/>
                <a:sym typeface="Hoefler Text"/>
              </a:defRPr>
            </a:lvl1pPr>
          </a:lstStyle>
          <a:p>
            <a:pPr marL="0" marR="0" lvl="0" indent="0" algn="ctr" defTabSz="410766" rtl="0" eaLnBrk="1" fontAlgn="auto" latinLnBrk="0" hangingPunct="0">
              <a:lnSpc>
                <a:spcPct val="100000"/>
              </a:lnSpc>
              <a:spcBef>
                <a:spcPts val="0"/>
              </a:spcBef>
              <a:spcAft>
                <a:spcPts val="0"/>
              </a:spcAft>
              <a:buClrTx/>
              <a:buSzTx/>
              <a:buFontTx/>
              <a:buNone/>
              <a:tabLst/>
              <a:defRPr/>
            </a:pPr>
            <a:r>
              <a:rPr kumimoji="0"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rPr>
              <a:t>Example I</a:t>
            </a:r>
          </a:p>
        </p:txBody>
      </p:sp>
      <p:sp>
        <p:nvSpPr>
          <p:cNvPr id="852" name="Line"/>
          <p:cNvSpPr/>
          <p:nvPr/>
        </p:nvSpPr>
        <p:spPr>
          <a:xfrm>
            <a:off x="1544859" y="3781663"/>
            <a:ext cx="9144001" cy="1"/>
          </a:xfrm>
          <a:prstGeom prst="line">
            <a:avLst/>
          </a:prstGeom>
          <a:ln w="139700">
            <a:solidFill>
              <a:srgbClr val="000000"/>
            </a:solidFill>
            <a:miter lim="400000"/>
          </a:ln>
        </p:spPr>
        <p:txBody>
          <a:bodyPr lIns="35719" tIns="35719" rIns="35719" bIns="35719" anchor="ctr"/>
          <a:lstStyle/>
          <a:p>
            <a:pPr marL="0" marR="0" lvl="0" indent="0" algn="ctr" defTabSz="410766" rtl="0" eaLnBrk="1" fontAlgn="auto" latinLnBrk="0" hangingPunct="0">
              <a:lnSpc>
                <a:spcPct val="100000"/>
              </a:lnSpc>
              <a:spcBef>
                <a:spcPts val="0"/>
              </a:spcBef>
              <a:spcAft>
                <a:spcPts val="0"/>
              </a:spcAft>
              <a:buClrTx/>
              <a:buSzTx/>
              <a:buFontTx/>
              <a:buNone/>
              <a:tabLst/>
              <a:defRPr sz="3000">
                <a:solidFill>
                  <a:srgbClr val="FFFFFF"/>
                </a:solidFill>
                <a:latin typeface="Helvetica Neue Medium"/>
                <a:ea typeface="Helvetica Neue Medium"/>
                <a:cs typeface="Helvetica Neue Medium"/>
                <a:sym typeface="Helvetica Neue Medium"/>
              </a:defRPr>
            </a:pPr>
            <a:endParaRPr kumimoji="0" sz="1500" b="0" i="0" u="none" strike="noStrike" kern="0" cap="none" spc="0" normalizeH="0" baseline="0" noProof="0">
              <a:ln>
                <a:noFill/>
              </a:ln>
              <a:solidFill>
                <a:srgbClr val="FFFFFF"/>
              </a:solidFill>
              <a:effectLst/>
              <a:uLnTx/>
              <a:uFillTx/>
              <a:latin typeface="Times New Roman" panose="02020603050405020304" pitchFamily="18" charset="0"/>
              <a:ea typeface="Helvetica Neue Medium"/>
              <a:cs typeface="Times New Roman" panose="02020603050405020304" pitchFamily="18" charset="0"/>
              <a:sym typeface="Helvetica Neue Medium"/>
            </a:endParaRPr>
          </a:p>
        </p:txBody>
      </p:sp>
      <p:sp>
        <p:nvSpPr>
          <p:cNvPr id="20" name="Line">
            <a:extLst>
              <a:ext uri="{FF2B5EF4-FFF2-40B4-BE49-F238E27FC236}">
                <a16:creationId xmlns:a16="http://schemas.microsoft.com/office/drawing/2014/main" id="{368F5311-AC95-AD53-BE68-5FF5BAB7C312}"/>
              </a:ext>
            </a:extLst>
          </p:cNvPr>
          <p:cNvSpPr/>
          <p:nvPr/>
        </p:nvSpPr>
        <p:spPr>
          <a:xfrm flipV="1">
            <a:off x="2950147" y="4306351"/>
            <a:ext cx="515004" cy="362507"/>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1" name="X1">
            <a:extLst>
              <a:ext uri="{FF2B5EF4-FFF2-40B4-BE49-F238E27FC236}">
                <a16:creationId xmlns:a16="http://schemas.microsoft.com/office/drawing/2014/main" id="{1C0FF9F7-1600-B356-AF0B-3CDFDECC7C5C}"/>
              </a:ext>
            </a:extLst>
          </p:cNvPr>
          <p:cNvSpPr txBox="1"/>
          <p:nvPr/>
        </p:nvSpPr>
        <p:spPr>
          <a:xfrm>
            <a:off x="1948889" y="4002849"/>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22" name="Line">
            <a:extLst>
              <a:ext uri="{FF2B5EF4-FFF2-40B4-BE49-F238E27FC236}">
                <a16:creationId xmlns:a16="http://schemas.microsoft.com/office/drawing/2014/main" id="{C82E35E2-C7CE-8F51-4EDC-9C36B83F861C}"/>
              </a:ext>
            </a:extLst>
          </p:cNvPr>
          <p:cNvSpPr/>
          <p:nvPr/>
        </p:nvSpPr>
        <p:spPr>
          <a:xfrm flipH="1" flipV="1">
            <a:off x="2310676" y="4345272"/>
            <a:ext cx="485842" cy="32385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3" name="X2">
            <a:extLst>
              <a:ext uri="{FF2B5EF4-FFF2-40B4-BE49-F238E27FC236}">
                <a16:creationId xmlns:a16="http://schemas.microsoft.com/office/drawing/2014/main" id="{ACB801AF-F495-9035-746E-BEF9A48753F3}"/>
              </a:ext>
            </a:extLst>
          </p:cNvPr>
          <p:cNvSpPr txBox="1"/>
          <p:nvPr/>
        </p:nvSpPr>
        <p:spPr>
          <a:xfrm>
            <a:off x="3488901" y="3992737"/>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2</a:t>
            </a:r>
          </a:p>
        </p:txBody>
      </p:sp>
      <p:sp>
        <p:nvSpPr>
          <p:cNvPr id="24" name="X3">
            <a:extLst>
              <a:ext uri="{FF2B5EF4-FFF2-40B4-BE49-F238E27FC236}">
                <a16:creationId xmlns:a16="http://schemas.microsoft.com/office/drawing/2014/main" id="{5FAE3E41-CC4B-AD69-D558-0846CAA371DF}"/>
              </a:ext>
            </a:extLst>
          </p:cNvPr>
          <p:cNvSpPr txBox="1"/>
          <p:nvPr/>
        </p:nvSpPr>
        <p:spPr>
          <a:xfrm>
            <a:off x="2671149" y="4589348"/>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25" name="Line">
            <a:extLst>
              <a:ext uri="{FF2B5EF4-FFF2-40B4-BE49-F238E27FC236}">
                <a16:creationId xmlns:a16="http://schemas.microsoft.com/office/drawing/2014/main" id="{74972675-16AC-B7EF-2EAC-C1340D867DEC}"/>
              </a:ext>
            </a:extLst>
          </p:cNvPr>
          <p:cNvSpPr/>
          <p:nvPr/>
        </p:nvSpPr>
        <p:spPr>
          <a:xfrm flipH="1" flipV="1">
            <a:off x="2859051" y="5012667"/>
            <a:ext cx="11977" cy="439664"/>
          </a:xfrm>
          <a:prstGeom prst="line">
            <a:avLst/>
          </a:prstGeom>
          <a:noFill/>
          <a:ln w="50800" cap="flat">
            <a:solidFill>
              <a:srgbClr val="000000"/>
            </a:solidFill>
            <a:prstDash val="solid"/>
            <a:miter lim="400000"/>
            <a:headEnd type="none"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6" name="X4">
            <a:extLst>
              <a:ext uri="{FF2B5EF4-FFF2-40B4-BE49-F238E27FC236}">
                <a16:creationId xmlns:a16="http://schemas.microsoft.com/office/drawing/2014/main" id="{E83993E9-AFFD-68E0-5301-1C8E38AD8650}"/>
              </a:ext>
            </a:extLst>
          </p:cNvPr>
          <p:cNvSpPr txBox="1"/>
          <p:nvPr/>
        </p:nvSpPr>
        <p:spPr>
          <a:xfrm>
            <a:off x="2671149" y="5398312"/>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sp>
        <p:nvSpPr>
          <p:cNvPr id="27" name="E.g., X1: Raining; X3: wet ground; X4: slippery.">
            <a:extLst>
              <a:ext uri="{FF2B5EF4-FFF2-40B4-BE49-F238E27FC236}">
                <a16:creationId xmlns:a16="http://schemas.microsoft.com/office/drawing/2014/main" id="{397DCF18-200B-97AE-2E43-DA3EBF2882F1}"/>
              </a:ext>
            </a:extLst>
          </p:cNvPr>
          <p:cNvSpPr txBox="1"/>
          <p:nvPr/>
        </p:nvSpPr>
        <p:spPr>
          <a:xfrm>
            <a:off x="1900675" y="5967349"/>
            <a:ext cx="6399158" cy="456856"/>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l"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lang="en-US" sz="2500" b="0" i="0" u="none" strike="noStrike" kern="0" cap="none" spc="0" normalizeH="0" baseline="0" noProof="0">
                <a:ln>
                  <a:noFill/>
                </a:ln>
                <a:solidFill>
                  <a:srgbClr val="00A2FF"/>
                </a:solidFill>
                <a:effectLst/>
                <a:uLnTx/>
                <a:uFillTx/>
                <a:latin typeface="Times New Roman"/>
                <a:cs typeface="Times New Roman"/>
                <a:sym typeface="Times New Roman"/>
              </a:rPr>
              <a:t>    PC  output                   FCI output</a:t>
            </a:r>
            <a:endParaRPr kumimoji="0" sz="2500" b="0" i="0" u="none" strike="noStrike" kern="0" cap="none" spc="0" normalizeH="0" baseline="0" noProof="0">
              <a:ln>
                <a:noFill/>
              </a:ln>
              <a:solidFill>
                <a:srgbClr val="00A2FF"/>
              </a:solidFill>
              <a:effectLst/>
              <a:uLnTx/>
              <a:uFillTx/>
              <a:latin typeface="Times New Roman"/>
              <a:cs typeface="Times New Roman"/>
              <a:sym typeface="Times New Roman"/>
            </a:endParaRPr>
          </a:p>
        </p:txBody>
      </p:sp>
      <p:sp>
        <p:nvSpPr>
          <p:cNvPr id="29" name="Line">
            <a:extLst>
              <a:ext uri="{FF2B5EF4-FFF2-40B4-BE49-F238E27FC236}">
                <a16:creationId xmlns:a16="http://schemas.microsoft.com/office/drawing/2014/main" id="{8AF905A3-5E0B-D05F-9849-8DECF8E09FB7}"/>
              </a:ext>
            </a:extLst>
          </p:cNvPr>
          <p:cNvSpPr/>
          <p:nvPr/>
        </p:nvSpPr>
        <p:spPr>
          <a:xfrm flipV="1">
            <a:off x="5903177" y="4318708"/>
            <a:ext cx="515004" cy="362507"/>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0" name="X1">
            <a:extLst>
              <a:ext uri="{FF2B5EF4-FFF2-40B4-BE49-F238E27FC236}">
                <a16:creationId xmlns:a16="http://schemas.microsoft.com/office/drawing/2014/main" id="{29F4A7A0-99A2-D43C-7ABB-8E195C679816}"/>
              </a:ext>
            </a:extLst>
          </p:cNvPr>
          <p:cNvSpPr txBox="1"/>
          <p:nvPr/>
        </p:nvSpPr>
        <p:spPr>
          <a:xfrm>
            <a:off x="4914276" y="4002849"/>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31" name="Line">
            <a:extLst>
              <a:ext uri="{FF2B5EF4-FFF2-40B4-BE49-F238E27FC236}">
                <a16:creationId xmlns:a16="http://schemas.microsoft.com/office/drawing/2014/main" id="{CA0AA383-8360-B7E3-5F2A-8C6048FB120D}"/>
              </a:ext>
            </a:extLst>
          </p:cNvPr>
          <p:cNvSpPr/>
          <p:nvPr/>
        </p:nvSpPr>
        <p:spPr>
          <a:xfrm flipH="1" flipV="1">
            <a:off x="5276064" y="4345272"/>
            <a:ext cx="485842" cy="32385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2" name="X2">
            <a:extLst>
              <a:ext uri="{FF2B5EF4-FFF2-40B4-BE49-F238E27FC236}">
                <a16:creationId xmlns:a16="http://schemas.microsoft.com/office/drawing/2014/main" id="{9A2DE768-3745-D9BB-E770-557F5F86A13A}"/>
              </a:ext>
            </a:extLst>
          </p:cNvPr>
          <p:cNvSpPr txBox="1"/>
          <p:nvPr/>
        </p:nvSpPr>
        <p:spPr>
          <a:xfrm>
            <a:off x="6454288" y="3992737"/>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2</a:t>
            </a:r>
          </a:p>
        </p:txBody>
      </p:sp>
      <p:sp>
        <p:nvSpPr>
          <p:cNvPr id="33" name="X3">
            <a:extLst>
              <a:ext uri="{FF2B5EF4-FFF2-40B4-BE49-F238E27FC236}">
                <a16:creationId xmlns:a16="http://schemas.microsoft.com/office/drawing/2014/main" id="{5DC95D80-95BF-3C06-2C0F-896057033A2B}"/>
              </a:ext>
            </a:extLst>
          </p:cNvPr>
          <p:cNvSpPr txBox="1"/>
          <p:nvPr/>
        </p:nvSpPr>
        <p:spPr>
          <a:xfrm>
            <a:off x="5636536" y="4589348"/>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34" name="Line">
            <a:extLst>
              <a:ext uri="{FF2B5EF4-FFF2-40B4-BE49-F238E27FC236}">
                <a16:creationId xmlns:a16="http://schemas.microsoft.com/office/drawing/2014/main" id="{79E99FB0-2FFA-8544-A8BF-2F306E79EAA6}"/>
              </a:ext>
            </a:extLst>
          </p:cNvPr>
          <p:cNvSpPr/>
          <p:nvPr/>
        </p:nvSpPr>
        <p:spPr>
          <a:xfrm flipH="1" flipV="1">
            <a:off x="5824438" y="5012667"/>
            <a:ext cx="11977" cy="439664"/>
          </a:xfrm>
          <a:prstGeom prst="line">
            <a:avLst/>
          </a:prstGeom>
          <a:noFill/>
          <a:ln w="50800" cap="flat">
            <a:solidFill>
              <a:srgbClr val="000000"/>
            </a:solidFill>
            <a:prstDash val="solid"/>
            <a:miter lim="400000"/>
            <a:headEnd type="triangle" w="med" len="med"/>
            <a:tailEnd type="none"/>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5" name="X4">
            <a:extLst>
              <a:ext uri="{FF2B5EF4-FFF2-40B4-BE49-F238E27FC236}">
                <a16:creationId xmlns:a16="http://schemas.microsoft.com/office/drawing/2014/main" id="{3ACDADDA-FBD7-2606-6CC4-0EC3E7DD5A47}"/>
              </a:ext>
            </a:extLst>
          </p:cNvPr>
          <p:cNvSpPr txBox="1"/>
          <p:nvPr/>
        </p:nvSpPr>
        <p:spPr>
          <a:xfrm>
            <a:off x="5636536" y="5398312"/>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sp>
        <p:nvSpPr>
          <p:cNvPr id="36" name="TextBox 35">
            <a:extLst>
              <a:ext uri="{FF2B5EF4-FFF2-40B4-BE49-F238E27FC236}">
                <a16:creationId xmlns:a16="http://schemas.microsoft.com/office/drawing/2014/main" id="{F517D626-4AA4-25BF-CFDC-99E681C5C2E1}"/>
              </a:ext>
            </a:extLst>
          </p:cNvPr>
          <p:cNvSpPr txBox="1"/>
          <p:nvPr/>
        </p:nvSpPr>
        <p:spPr>
          <a:xfrm>
            <a:off x="6300042" y="4134970"/>
            <a:ext cx="295626" cy="2728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20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nela Text Regular"/>
                <a:ea typeface="Canela Text Regular"/>
                <a:cs typeface="Canela Text Regular"/>
                <a:sym typeface="Canela Text Regular"/>
              </a:rPr>
              <a:t>o</a:t>
            </a:r>
          </a:p>
        </p:txBody>
      </p:sp>
      <p:sp>
        <p:nvSpPr>
          <p:cNvPr id="37" name="TextBox 36">
            <a:extLst>
              <a:ext uri="{FF2B5EF4-FFF2-40B4-BE49-F238E27FC236}">
                <a16:creationId xmlns:a16="http://schemas.microsoft.com/office/drawing/2014/main" id="{9BCDD2F5-83C9-241D-22F5-5C2701ED3DC4}"/>
              </a:ext>
            </a:extLst>
          </p:cNvPr>
          <p:cNvSpPr txBox="1"/>
          <p:nvPr/>
        </p:nvSpPr>
        <p:spPr>
          <a:xfrm>
            <a:off x="5104501" y="4157883"/>
            <a:ext cx="295626" cy="2728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20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nela Text Regular"/>
                <a:ea typeface="Canela Text Regular"/>
                <a:cs typeface="Canela Text Regular"/>
                <a:sym typeface="Canela Text Regular"/>
              </a:rPr>
              <a:t>o</a:t>
            </a:r>
          </a:p>
        </p:txBody>
      </p:sp>
      <p:sp>
        <p:nvSpPr>
          <p:cNvPr id="2" name="TextBox 1">
            <a:extLst>
              <a:ext uri="{FF2B5EF4-FFF2-40B4-BE49-F238E27FC236}">
                <a16:creationId xmlns:a16="http://schemas.microsoft.com/office/drawing/2014/main" id="{59A1F09E-2C05-8173-CBBF-343925ED8FAC}"/>
              </a:ext>
            </a:extLst>
          </p:cNvPr>
          <p:cNvSpPr txBox="1"/>
          <p:nvPr/>
        </p:nvSpPr>
        <p:spPr>
          <a:xfrm>
            <a:off x="6595667" y="4605745"/>
            <a:ext cx="5095911" cy="10997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400" rtl="0" fontAlgn="auto" latinLnBrk="0" hangingPunct="0">
              <a:lnSpc>
                <a:spcPct val="90000"/>
              </a:lnSpc>
              <a:spcBef>
                <a:spcPts val="0"/>
              </a:spcBef>
              <a:spcAft>
                <a:spcPts val="0"/>
              </a:spcAft>
              <a:buClrTx/>
              <a:buSzTx/>
              <a:buFontTx/>
              <a:buNone/>
              <a:tabLst/>
            </a:pPr>
            <a:r>
              <a:rPr kumimoji="0" lang="en-US"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rPr>
              <a:t>No latent confounder – not true for every directed edges in output, but can tell when it is true</a:t>
            </a:r>
          </a:p>
        </p:txBody>
      </p:sp>
      <p:sp>
        <p:nvSpPr>
          <p:cNvPr id="3" name="Slide Number Placeholder 2">
            <a:extLst>
              <a:ext uri="{FF2B5EF4-FFF2-40B4-BE49-F238E27FC236}">
                <a16:creationId xmlns:a16="http://schemas.microsoft.com/office/drawing/2014/main" id="{3EDF89E9-7439-BA44-903C-1252A2C1A133}"/>
              </a:ext>
            </a:extLst>
          </p:cNvPr>
          <p:cNvSpPr>
            <a:spLocks noGrp="1"/>
          </p:cNvSpPr>
          <p:nvPr>
            <p:ph type="sldNum" sz="quarter" idx="2"/>
          </p:nvPr>
        </p:nvSpPr>
        <p:spPr/>
        <p:txBody>
          <a:bodyPr/>
          <a:lstStyle/>
          <a:p>
            <a:fld id="{86CB4B4D-7CA3-9044-876B-883B54F8677D}" type="slidenum">
              <a:rPr lang="en-US" smtClean="0"/>
              <a:pPr/>
              <a:t>4</a:t>
            </a:fld>
            <a:endParaRPr lang="en-US"/>
          </a:p>
        </p:txBody>
      </p:sp>
    </p:spTree>
    <p:extLst>
      <p:ext uri="{BB962C8B-B14F-4D97-AF65-F5344CB8AC3E}">
        <p14:creationId xmlns:p14="http://schemas.microsoft.com/office/powerpoint/2010/main" val="32345598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 grpId="0" animBg="1" advAuto="0"/>
      <p:bldP spid="840" grpId="0" animBg="1" advAuto="0"/>
      <p:bldP spid="27"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Dealing with Confounders?"/>
          <p:cNvSpPr txBox="1">
            <a:spLocks noGrp="1"/>
          </p:cNvSpPr>
          <p:nvPr>
            <p:ph type="title"/>
          </p:nvPr>
        </p:nvSpPr>
        <p:spPr>
          <a:xfrm>
            <a:off x="2104430" y="381265"/>
            <a:ext cx="8247450" cy="1714500"/>
          </a:xfrm>
          <a:prstGeom prst="rect">
            <a:avLst/>
          </a:prstGeom>
        </p:spPr>
        <p:txBody>
          <a:bodyPr>
            <a:noAutofit/>
          </a:bodyPr>
          <a:lstStyle>
            <a:lvl1pPr>
              <a:defRPr sz="9000">
                <a:latin typeface="Hoefler Text"/>
                <a:ea typeface="Hoefler Text"/>
                <a:cs typeface="Hoefler Text"/>
                <a:sym typeface="Hoefler Text"/>
              </a:defRPr>
            </a:lvl1pPr>
          </a:lstStyle>
          <a:p>
            <a:r>
              <a:rPr sz="5400">
                <a:latin typeface="Times New Roman" panose="02020603050405020304" pitchFamily="18" charset="0"/>
                <a:cs typeface="Times New Roman" panose="02020603050405020304" pitchFamily="18" charset="0"/>
              </a:rPr>
              <a:t>Dealing with Confounders</a:t>
            </a:r>
          </a:p>
        </p:txBody>
      </p:sp>
      <p:pic>
        <p:nvPicPr>
          <p:cNvPr id="828" name="droppedImage.pdf" descr="droppedImage.pdf"/>
          <p:cNvPicPr>
            <a:picLocks noChangeAspect="1"/>
          </p:cNvPicPr>
          <p:nvPr/>
        </p:nvPicPr>
        <p:blipFill>
          <a:blip r:embed="rId2"/>
          <a:stretch>
            <a:fillRect/>
          </a:stretch>
        </p:blipFill>
        <p:spPr>
          <a:xfrm>
            <a:off x="2104430" y="1866305"/>
            <a:ext cx="1705571" cy="1110969"/>
          </a:xfrm>
          <a:prstGeom prst="rect">
            <a:avLst/>
          </a:prstGeom>
          <a:ln w="12700">
            <a:miter lim="400000"/>
          </a:ln>
        </p:spPr>
      </p:pic>
      <p:sp>
        <p:nvSpPr>
          <p:cNvPr id="829" name="Possible to have confounders behind X3 and X4?"/>
          <p:cNvSpPr txBox="1"/>
          <p:nvPr/>
        </p:nvSpPr>
        <p:spPr>
          <a:xfrm>
            <a:off x="3910027" y="1883071"/>
            <a:ext cx="4389806" cy="841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i="1">
                <a:latin typeface="Times New Roman"/>
                <a:ea typeface="Times New Roman"/>
                <a:cs typeface="Times New Roman"/>
                <a:sym typeface="Times New Roman"/>
              </a:defRPr>
            </a:pP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Possible to have confounders behind X</a:t>
            </a:r>
            <a:r>
              <a:rPr kumimoji="0" sz="2500" b="0" i="1" u="none" strike="noStrike" kern="0" cap="none" spc="0" normalizeH="0" baseline="-5999" noProof="0">
                <a:ln>
                  <a:noFill/>
                </a:ln>
                <a:solidFill>
                  <a:srgbClr val="000000"/>
                </a:solidFill>
                <a:effectLst/>
                <a:uLnTx/>
                <a:uFillTx/>
                <a:latin typeface="Times New Roman"/>
                <a:cs typeface="Times New Roman"/>
                <a:sym typeface="Times New Roman"/>
              </a:rPr>
              <a:t>3</a:t>
            </a: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 and X</a:t>
            </a:r>
            <a:r>
              <a:rPr kumimoji="0" sz="2500" b="0" i="1" u="none" strike="noStrike" kern="0" cap="none" spc="0" normalizeH="0" baseline="-5999" noProof="0">
                <a:ln>
                  <a:noFill/>
                </a:ln>
                <a:solidFill>
                  <a:srgbClr val="000000"/>
                </a:solidFill>
                <a:effectLst/>
                <a:uLnTx/>
                <a:uFillTx/>
                <a:latin typeface="Times New Roman"/>
                <a:cs typeface="Times New Roman"/>
                <a:sym typeface="Times New Roman"/>
              </a:rPr>
              <a:t>4</a:t>
            </a: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a:t>
            </a:r>
          </a:p>
        </p:txBody>
      </p:sp>
      <p:grpSp>
        <p:nvGrpSpPr>
          <p:cNvPr id="838" name="Group"/>
          <p:cNvGrpSpPr/>
          <p:nvPr/>
        </p:nvGrpSpPr>
        <p:grpSpPr>
          <a:xfrm>
            <a:off x="8533142" y="1326476"/>
            <a:ext cx="1899104" cy="1817394"/>
            <a:chOff x="0" y="2774"/>
            <a:chExt cx="3798204" cy="3634783"/>
          </a:xfrm>
        </p:grpSpPr>
        <p:sp>
          <p:nvSpPr>
            <p:cNvPr id="831" name="Line"/>
            <p:cNvSpPr/>
            <p:nvPr/>
          </p:nvSpPr>
          <p:spPr>
            <a:xfrm flipV="1">
              <a:off x="2002514" y="630001"/>
              <a:ext cx="1030007" cy="725012"/>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32" name="X1"/>
            <p:cNvSpPr txBox="1"/>
            <p:nvPr/>
          </p:nvSpPr>
          <p:spPr>
            <a:xfrm>
              <a:off x="0" y="22998"/>
              <a:ext cx="718183" cy="8236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833" name="Line"/>
            <p:cNvSpPr/>
            <p:nvPr/>
          </p:nvSpPr>
          <p:spPr>
            <a:xfrm flipH="1" flipV="1">
              <a:off x="723574" y="707842"/>
              <a:ext cx="971682" cy="647698"/>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34" name="X2"/>
            <p:cNvSpPr txBox="1"/>
            <p:nvPr/>
          </p:nvSpPr>
          <p:spPr>
            <a:xfrm>
              <a:off x="3080022" y="2774"/>
              <a:ext cx="718183" cy="8236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2</a:t>
              </a:r>
            </a:p>
          </p:txBody>
        </p:sp>
        <p:sp>
          <p:nvSpPr>
            <p:cNvPr id="835" name="X3"/>
            <p:cNvSpPr txBox="1"/>
            <p:nvPr/>
          </p:nvSpPr>
          <p:spPr>
            <a:xfrm>
              <a:off x="1444519" y="1195995"/>
              <a:ext cx="718183" cy="8236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836" name="Line"/>
            <p:cNvSpPr/>
            <p:nvPr/>
          </p:nvSpPr>
          <p:spPr>
            <a:xfrm flipH="1" flipV="1">
              <a:off x="1820323" y="2042631"/>
              <a:ext cx="23953" cy="879327"/>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37" name="X4"/>
            <p:cNvSpPr txBox="1"/>
            <p:nvPr/>
          </p:nvSpPr>
          <p:spPr>
            <a:xfrm>
              <a:off x="1444519" y="2813921"/>
              <a:ext cx="718183" cy="8236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grpSp>
      <p:sp>
        <p:nvSpPr>
          <p:cNvPr id="840" name="E.g., X1: Raining; X3: wet ground; X4: slippery."/>
          <p:cNvSpPr txBox="1"/>
          <p:nvPr/>
        </p:nvSpPr>
        <p:spPr>
          <a:xfrm>
            <a:off x="2856324" y="3173783"/>
            <a:ext cx="6399158" cy="456856"/>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E.g.,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1</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Raining;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3</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wet ground;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4</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slippery.</a:t>
            </a:r>
          </a:p>
        </p:txBody>
      </p:sp>
      <p:sp>
        <p:nvSpPr>
          <p:cNvPr id="841" name="Example I"/>
          <p:cNvSpPr txBox="1"/>
          <p:nvPr/>
        </p:nvSpPr>
        <p:spPr>
          <a:xfrm>
            <a:off x="2093324" y="1298549"/>
            <a:ext cx="1558120" cy="4568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lnSpc>
                <a:spcPct val="100000"/>
              </a:lnSpc>
              <a:defRPr sz="5000" b="1">
                <a:latin typeface="Hoefler Text"/>
                <a:ea typeface="Hoefler Text"/>
                <a:cs typeface="Hoefler Text"/>
                <a:sym typeface="Hoefler Text"/>
              </a:defRPr>
            </a:lvl1pPr>
          </a:lstStyle>
          <a:p>
            <a:pPr marL="0" marR="0" lvl="0" indent="0" algn="ctr" defTabSz="410766" rtl="0" eaLnBrk="1" fontAlgn="auto" latinLnBrk="0" hangingPunct="0">
              <a:lnSpc>
                <a:spcPct val="100000"/>
              </a:lnSpc>
              <a:spcBef>
                <a:spcPts val="0"/>
              </a:spcBef>
              <a:spcAft>
                <a:spcPts val="0"/>
              </a:spcAft>
              <a:buClrTx/>
              <a:buSzTx/>
              <a:buFontTx/>
              <a:buNone/>
              <a:tabLst/>
              <a:defRPr/>
            </a:pPr>
            <a:r>
              <a:rPr kumimoji="0"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rPr>
              <a:t>Example I</a:t>
            </a:r>
            <a:r>
              <a:rPr kumimoji="0" lang="en-US"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rPr>
              <a:t>I</a:t>
            </a:r>
            <a:endParaRPr kumimoji="0"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endParaRPr>
          </a:p>
        </p:txBody>
      </p:sp>
      <p:sp>
        <p:nvSpPr>
          <p:cNvPr id="852" name="Line"/>
          <p:cNvSpPr/>
          <p:nvPr/>
        </p:nvSpPr>
        <p:spPr>
          <a:xfrm>
            <a:off x="1544859" y="3781663"/>
            <a:ext cx="9144001" cy="1"/>
          </a:xfrm>
          <a:prstGeom prst="line">
            <a:avLst/>
          </a:prstGeom>
          <a:ln w="139700">
            <a:solidFill>
              <a:srgbClr val="000000"/>
            </a:solidFill>
            <a:miter lim="400000"/>
          </a:ln>
        </p:spPr>
        <p:txBody>
          <a:bodyPr lIns="35719" tIns="35719" rIns="35719" bIns="35719" anchor="ctr"/>
          <a:lstStyle/>
          <a:p>
            <a:pPr marL="0" marR="0" lvl="0" indent="0" algn="ctr" defTabSz="410766" rtl="0" eaLnBrk="1" fontAlgn="auto" latinLnBrk="0" hangingPunct="0">
              <a:lnSpc>
                <a:spcPct val="100000"/>
              </a:lnSpc>
              <a:spcBef>
                <a:spcPts val="0"/>
              </a:spcBef>
              <a:spcAft>
                <a:spcPts val="0"/>
              </a:spcAft>
              <a:buClrTx/>
              <a:buSzTx/>
              <a:buFontTx/>
              <a:buNone/>
              <a:tabLst/>
              <a:defRPr sz="3000">
                <a:solidFill>
                  <a:srgbClr val="FFFFFF"/>
                </a:solidFill>
                <a:latin typeface="Helvetica Neue Medium"/>
                <a:ea typeface="Helvetica Neue Medium"/>
                <a:cs typeface="Helvetica Neue Medium"/>
                <a:sym typeface="Helvetica Neue Medium"/>
              </a:defRPr>
            </a:pPr>
            <a:endParaRPr kumimoji="0" sz="1500" b="0" i="0" u="none" strike="noStrike" kern="0" cap="none" spc="0" normalizeH="0" baseline="0" noProof="0">
              <a:ln>
                <a:noFill/>
              </a:ln>
              <a:solidFill>
                <a:srgbClr val="FFFFFF"/>
              </a:solidFill>
              <a:effectLst/>
              <a:uLnTx/>
              <a:uFillTx/>
              <a:latin typeface="Times New Roman" panose="02020603050405020304" pitchFamily="18" charset="0"/>
              <a:ea typeface="Helvetica Neue Medium"/>
              <a:cs typeface="Times New Roman" panose="02020603050405020304" pitchFamily="18" charset="0"/>
              <a:sym typeface="Helvetica Neue Medium"/>
            </a:endParaRPr>
          </a:p>
        </p:txBody>
      </p:sp>
      <p:sp>
        <p:nvSpPr>
          <p:cNvPr id="20" name="Line">
            <a:extLst>
              <a:ext uri="{FF2B5EF4-FFF2-40B4-BE49-F238E27FC236}">
                <a16:creationId xmlns:a16="http://schemas.microsoft.com/office/drawing/2014/main" id="{368F5311-AC95-AD53-BE68-5FF5BAB7C312}"/>
              </a:ext>
            </a:extLst>
          </p:cNvPr>
          <p:cNvSpPr/>
          <p:nvPr/>
        </p:nvSpPr>
        <p:spPr>
          <a:xfrm flipV="1">
            <a:off x="2950147" y="4306351"/>
            <a:ext cx="515004" cy="362507"/>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1" name="X1">
            <a:extLst>
              <a:ext uri="{FF2B5EF4-FFF2-40B4-BE49-F238E27FC236}">
                <a16:creationId xmlns:a16="http://schemas.microsoft.com/office/drawing/2014/main" id="{1C0FF9F7-1600-B356-AF0B-3CDFDECC7C5C}"/>
              </a:ext>
            </a:extLst>
          </p:cNvPr>
          <p:cNvSpPr txBox="1"/>
          <p:nvPr/>
        </p:nvSpPr>
        <p:spPr>
          <a:xfrm>
            <a:off x="1948889" y="4002849"/>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22" name="Line">
            <a:extLst>
              <a:ext uri="{FF2B5EF4-FFF2-40B4-BE49-F238E27FC236}">
                <a16:creationId xmlns:a16="http://schemas.microsoft.com/office/drawing/2014/main" id="{C82E35E2-C7CE-8F51-4EDC-9C36B83F861C}"/>
              </a:ext>
            </a:extLst>
          </p:cNvPr>
          <p:cNvSpPr/>
          <p:nvPr/>
        </p:nvSpPr>
        <p:spPr>
          <a:xfrm flipH="1" flipV="1">
            <a:off x="2310676" y="4345272"/>
            <a:ext cx="485842" cy="32385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3" name="X2">
            <a:extLst>
              <a:ext uri="{FF2B5EF4-FFF2-40B4-BE49-F238E27FC236}">
                <a16:creationId xmlns:a16="http://schemas.microsoft.com/office/drawing/2014/main" id="{ACB801AF-F495-9035-746E-BEF9A48753F3}"/>
              </a:ext>
            </a:extLst>
          </p:cNvPr>
          <p:cNvSpPr txBox="1"/>
          <p:nvPr/>
        </p:nvSpPr>
        <p:spPr>
          <a:xfrm>
            <a:off x="3488901" y="3992737"/>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2</a:t>
            </a:r>
          </a:p>
        </p:txBody>
      </p:sp>
      <p:sp>
        <p:nvSpPr>
          <p:cNvPr id="24" name="X3">
            <a:extLst>
              <a:ext uri="{FF2B5EF4-FFF2-40B4-BE49-F238E27FC236}">
                <a16:creationId xmlns:a16="http://schemas.microsoft.com/office/drawing/2014/main" id="{5FAE3E41-CC4B-AD69-D558-0846CAA371DF}"/>
              </a:ext>
            </a:extLst>
          </p:cNvPr>
          <p:cNvSpPr txBox="1"/>
          <p:nvPr/>
        </p:nvSpPr>
        <p:spPr>
          <a:xfrm>
            <a:off x="2671149" y="4589348"/>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25" name="Line">
            <a:extLst>
              <a:ext uri="{FF2B5EF4-FFF2-40B4-BE49-F238E27FC236}">
                <a16:creationId xmlns:a16="http://schemas.microsoft.com/office/drawing/2014/main" id="{74972675-16AC-B7EF-2EAC-C1340D867DEC}"/>
              </a:ext>
            </a:extLst>
          </p:cNvPr>
          <p:cNvSpPr/>
          <p:nvPr/>
        </p:nvSpPr>
        <p:spPr>
          <a:xfrm flipH="1" flipV="1">
            <a:off x="2859051" y="5012667"/>
            <a:ext cx="11977" cy="439664"/>
          </a:xfrm>
          <a:prstGeom prst="line">
            <a:avLst/>
          </a:prstGeom>
          <a:noFill/>
          <a:ln w="50800" cap="flat">
            <a:solidFill>
              <a:srgbClr val="000000"/>
            </a:solidFill>
            <a:prstDash val="solid"/>
            <a:miter lim="400000"/>
            <a:headEnd type="none"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6" name="X4">
            <a:extLst>
              <a:ext uri="{FF2B5EF4-FFF2-40B4-BE49-F238E27FC236}">
                <a16:creationId xmlns:a16="http://schemas.microsoft.com/office/drawing/2014/main" id="{E83993E9-AFFD-68E0-5301-1C8E38AD8650}"/>
              </a:ext>
            </a:extLst>
          </p:cNvPr>
          <p:cNvSpPr txBox="1"/>
          <p:nvPr/>
        </p:nvSpPr>
        <p:spPr>
          <a:xfrm>
            <a:off x="2671149" y="5398312"/>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sp>
        <p:nvSpPr>
          <p:cNvPr id="27" name="E.g., X1: Raining; X3: wet ground; X4: slippery.">
            <a:extLst>
              <a:ext uri="{FF2B5EF4-FFF2-40B4-BE49-F238E27FC236}">
                <a16:creationId xmlns:a16="http://schemas.microsoft.com/office/drawing/2014/main" id="{397DCF18-200B-97AE-2E43-DA3EBF2882F1}"/>
              </a:ext>
            </a:extLst>
          </p:cNvPr>
          <p:cNvSpPr txBox="1"/>
          <p:nvPr/>
        </p:nvSpPr>
        <p:spPr>
          <a:xfrm>
            <a:off x="1900675" y="5967349"/>
            <a:ext cx="6399158" cy="456856"/>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l"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lang="en-US" sz="2500" b="0" i="0" u="none" strike="noStrike" kern="0" cap="none" spc="0" normalizeH="0" baseline="0" noProof="0">
                <a:ln>
                  <a:noFill/>
                </a:ln>
                <a:solidFill>
                  <a:srgbClr val="00A2FF"/>
                </a:solidFill>
                <a:effectLst/>
                <a:uLnTx/>
                <a:uFillTx/>
                <a:latin typeface="Times New Roman"/>
                <a:cs typeface="Times New Roman"/>
                <a:sym typeface="Times New Roman"/>
              </a:rPr>
              <a:t>    PC  output                   FCI output</a:t>
            </a:r>
            <a:endParaRPr kumimoji="0" sz="2500" b="0" i="0" u="none" strike="noStrike" kern="0" cap="none" spc="0" normalizeH="0" baseline="0" noProof="0">
              <a:ln>
                <a:noFill/>
              </a:ln>
              <a:solidFill>
                <a:srgbClr val="00A2FF"/>
              </a:solidFill>
              <a:effectLst/>
              <a:uLnTx/>
              <a:uFillTx/>
              <a:latin typeface="Times New Roman"/>
              <a:cs typeface="Times New Roman"/>
              <a:sym typeface="Times New Roman"/>
            </a:endParaRPr>
          </a:p>
        </p:txBody>
      </p:sp>
      <p:sp>
        <p:nvSpPr>
          <p:cNvPr id="29" name="Line">
            <a:extLst>
              <a:ext uri="{FF2B5EF4-FFF2-40B4-BE49-F238E27FC236}">
                <a16:creationId xmlns:a16="http://schemas.microsoft.com/office/drawing/2014/main" id="{8AF905A3-5E0B-D05F-9849-8DECF8E09FB7}"/>
              </a:ext>
            </a:extLst>
          </p:cNvPr>
          <p:cNvSpPr/>
          <p:nvPr/>
        </p:nvSpPr>
        <p:spPr>
          <a:xfrm flipV="1">
            <a:off x="5903177" y="4318708"/>
            <a:ext cx="515004" cy="362507"/>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0" name="X1">
            <a:extLst>
              <a:ext uri="{FF2B5EF4-FFF2-40B4-BE49-F238E27FC236}">
                <a16:creationId xmlns:a16="http://schemas.microsoft.com/office/drawing/2014/main" id="{29F4A7A0-99A2-D43C-7ABB-8E195C679816}"/>
              </a:ext>
            </a:extLst>
          </p:cNvPr>
          <p:cNvSpPr txBox="1"/>
          <p:nvPr/>
        </p:nvSpPr>
        <p:spPr>
          <a:xfrm>
            <a:off x="4914276" y="4002849"/>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31" name="Line">
            <a:extLst>
              <a:ext uri="{FF2B5EF4-FFF2-40B4-BE49-F238E27FC236}">
                <a16:creationId xmlns:a16="http://schemas.microsoft.com/office/drawing/2014/main" id="{CA0AA383-8360-B7E3-5F2A-8C6048FB120D}"/>
              </a:ext>
            </a:extLst>
          </p:cNvPr>
          <p:cNvSpPr/>
          <p:nvPr/>
        </p:nvSpPr>
        <p:spPr>
          <a:xfrm flipH="1" flipV="1">
            <a:off x="5276064" y="4345272"/>
            <a:ext cx="485842" cy="32385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2" name="X2">
            <a:extLst>
              <a:ext uri="{FF2B5EF4-FFF2-40B4-BE49-F238E27FC236}">
                <a16:creationId xmlns:a16="http://schemas.microsoft.com/office/drawing/2014/main" id="{9A2DE768-3745-D9BB-E770-557F5F86A13A}"/>
              </a:ext>
            </a:extLst>
          </p:cNvPr>
          <p:cNvSpPr txBox="1"/>
          <p:nvPr/>
        </p:nvSpPr>
        <p:spPr>
          <a:xfrm>
            <a:off x="6454288" y="3992737"/>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2</a:t>
            </a:r>
          </a:p>
        </p:txBody>
      </p:sp>
      <p:sp>
        <p:nvSpPr>
          <p:cNvPr id="33" name="X3">
            <a:extLst>
              <a:ext uri="{FF2B5EF4-FFF2-40B4-BE49-F238E27FC236}">
                <a16:creationId xmlns:a16="http://schemas.microsoft.com/office/drawing/2014/main" id="{5DC95D80-95BF-3C06-2C0F-896057033A2B}"/>
              </a:ext>
            </a:extLst>
          </p:cNvPr>
          <p:cNvSpPr txBox="1"/>
          <p:nvPr/>
        </p:nvSpPr>
        <p:spPr>
          <a:xfrm>
            <a:off x="5636536" y="4589348"/>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34" name="Line">
            <a:extLst>
              <a:ext uri="{FF2B5EF4-FFF2-40B4-BE49-F238E27FC236}">
                <a16:creationId xmlns:a16="http://schemas.microsoft.com/office/drawing/2014/main" id="{79E99FB0-2FFA-8544-A8BF-2F306E79EAA6}"/>
              </a:ext>
            </a:extLst>
          </p:cNvPr>
          <p:cNvSpPr/>
          <p:nvPr/>
        </p:nvSpPr>
        <p:spPr>
          <a:xfrm flipH="1" flipV="1">
            <a:off x="5824438" y="5012667"/>
            <a:ext cx="11977" cy="439664"/>
          </a:xfrm>
          <a:prstGeom prst="line">
            <a:avLst/>
          </a:prstGeom>
          <a:noFill/>
          <a:ln w="50800" cap="flat">
            <a:solidFill>
              <a:srgbClr val="000000"/>
            </a:solidFill>
            <a:prstDash val="solid"/>
            <a:miter lim="400000"/>
            <a:headEnd type="none"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5" name="X4">
            <a:extLst>
              <a:ext uri="{FF2B5EF4-FFF2-40B4-BE49-F238E27FC236}">
                <a16:creationId xmlns:a16="http://schemas.microsoft.com/office/drawing/2014/main" id="{3ACDADDA-FBD7-2606-6CC4-0EC3E7DD5A47}"/>
              </a:ext>
            </a:extLst>
          </p:cNvPr>
          <p:cNvSpPr txBox="1"/>
          <p:nvPr/>
        </p:nvSpPr>
        <p:spPr>
          <a:xfrm>
            <a:off x="5636536" y="5398312"/>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sp>
        <p:nvSpPr>
          <p:cNvPr id="36" name="TextBox 35">
            <a:extLst>
              <a:ext uri="{FF2B5EF4-FFF2-40B4-BE49-F238E27FC236}">
                <a16:creationId xmlns:a16="http://schemas.microsoft.com/office/drawing/2014/main" id="{F517D626-4AA4-25BF-CFDC-99E681C5C2E1}"/>
              </a:ext>
            </a:extLst>
          </p:cNvPr>
          <p:cNvSpPr txBox="1"/>
          <p:nvPr/>
        </p:nvSpPr>
        <p:spPr>
          <a:xfrm>
            <a:off x="6300042" y="4134970"/>
            <a:ext cx="295626" cy="2728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20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nela Text Regular"/>
                <a:ea typeface="Canela Text Regular"/>
                <a:cs typeface="Canela Text Regular"/>
                <a:sym typeface="Canela Text Regular"/>
              </a:rPr>
              <a:t>o</a:t>
            </a:r>
          </a:p>
        </p:txBody>
      </p:sp>
      <p:sp>
        <p:nvSpPr>
          <p:cNvPr id="37" name="TextBox 36">
            <a:extLst>
              <a:ext uri="{FF2B5EF4-FFF2-40B4-BE49-F238E27FC236}">
                <a16:creationId xmlns:a16="http://schemas.microsoft.com/office/drawing/2014/main" id="{9BCDD2F5-83C9-241D-22F5-5C2701ED3DC4}"/>
              </a:ext>
            </a:extLst>
          </p:cNvPr>
          <p:cNvSpPr txBox="1"/>
          <p:nvPr/>
        </p:nvSpPr>
        <p:spPr>
          <a:xfrm>
            <a:off x="5104501" y="4157883"/>
            <a:ext cx="295626" cy="2728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20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nela Text Regular"/>
                <a:ea typeface="Canela Text Regular"/>
                <a:cs typeface="Canela Text Regular"/>
                <a:sym typeface="Canela Text Regular"/>
              </a:rPr>
              <a:t>o</a:t>
            </a:r>
          </a:p>
        </p:txBody>
      </p:sp>
      <p:sp>
        <p:nvSpPr>
          <p:cNvPr id="38" name="Line">
            <a:extLst>
              <a:ext uri="{FF2B5EF4-FFF2-40B4-BE49-F238E27FC236}">
                <a16:creationId xmlns:a16="http://schemas.microsoft.com/office/drawing/2014/main" id="{98D47CF2-F892-511C-D412-AE99B5FAED5F}"/>
              </a:ext>
            </a:extLst>
          </p:cNvPr>
          <p:cNvSpPr/>
          <p:nvPr/>
        </p:nvSpPr>
        <p:spPr>
          <a:xfrm flipH="1">
            <a:off x="8808113" y="2208110"/>
            <a:ext cx="454693" cy="233155"/>
          </a:xfrm>
          <a:prstGeom prst="line">
            <a:avLst/>
          </a:prstGeom>
          <a:noFill/>
          <a:ln w="50800" cap="flat">
            <a:solidFill>
              <a:srgbClr val="C82506"/>
            </a:solidFill>
            <a:custDash>
              <a:ds d="200000" sp="200000"/>
            </a:custDash>
            <a:miter lim="400000"/>
            <a:headEnd type="stealth" w="med" len="med"/>
          </a:ln>
          <a:effec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56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cs typeface="Gill Sans"/>
              <a:sym typeface="Gill Sans"/>
            </a:endParaRPr>
          </a:p>
        </p:txBody>
      </p:sp>
      <p:sp>
        <p:nvSpPr>
          <p:cNvPr id="39" name="C">
            <a:extLst>
              <a:ext uri="{FF2B5EF4-FFF2-40B4-BE49-F238E27FC236}">
                <a16:creationId xmlns:a16="http://schemas.microsoft.com/office/drawing/2014/main" id="{D413392B-9003-E563-9EAE-8FBEFC76A751}"/>
              </a:ext>
            </a:extLst>
          </p:cNvPr>
          <p:cNvSpPr txBox="1"/>
          <p:nvPr/>
        </p:nvSpPr>
        <p:spPr>
          <a:xfrm>
            <a:off x="8564808" y="2342088"/>
            <a:ext cx="277321" cy="44146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821531">
              <a:lnSpc>
                <a:spcPct val="100000"/>
              </a:lnSpc>
              <a:defRPr sz="4800" i="1">
                <a:solidFill>
                  <a:srgbClr val="C82506"/>
                </a:solidFill>
                <a:latin typeface="Times New Roman"/>
                <a:ea typeface="Times New Roman"/>
                <a:cs typeface="Times New Roman"/>
                <a:sym typeface="Times New Roman"/>
              </a:defRPr>
            </a:lvl1pPr>
          </a:lstStyle>
          <a:p>
            <a:pPr marL="0" marR="0" lvl="0" indent="0" algn="ctr" defTabSz="410766" rtl="0" eaLnBrk="1" fontAlgn="auto" latinLnBrk="0" hangingPunct="0">
              <a:lnSpc>
                <a:spcPct val="100000"/>
              </a:lnSpc>
              <a:spcBef>
                <a:spcPts val="0"/>
              </a:spcBef>
              <a:spcAft>
                <a:spcPts val="0"/>
              </a:spcAft>
              <a:buClrTx/>
              <a:buSzTx/>
              <a:buFontTx/>
              <a:buNone/>
              <a:tabLst/>
              <a:defRPr/>
            </a:pPr>
            <a:r>
              <a:rPr kumimoji="0" sz="2400" b="0" i="1" u="none" strike="noStrike" kern="0" cap="none" spc="0" normalizeH="0" baseline="0" noProof="0">
                <a:ln>
                  <a:noFill/>
                </a:ln>
                <a:solidFill>
                  <a:srgbClr val="C82506"/>
                </a:solidFill>
                <a:effectLst/>
                <a:uLnTx/>
                <a:uFillTx/>
                <a:latin typeface="Times New Roman"/>
                <a:cs typeface="Times New Roman"/>
                <a:sym typeface="Times New Roman"/>
              </a:rPr>
              <a:t>C</a:t>
            </a:r>
          </a:p>
        </p:txBody>
      </p:sp>
      <p:sp>
        <p:nvSpPr>
          <p:cNvPr id="40" name="Line">
            <a:extLst>
              <a:ext uri="{FF2B5EF4-FFF2-40B4-BE49-F238E27FC236}">
                <a16:creationId xmlns:a16="http://schemas.microsoft.com/office/drawing/2014/main" id="{90CEAF5F-9F8C-1BA5-B25B-1C00DE0EB33A}"/>
              </a:ext>
            </a:extLst>
          </p:cNvPr>
          <p:cNvSpPr/>
          <p:nvPr/>
        </p:nvSpPr>
        <p:spPr>
          <a:xfrm flipH="1" flipV="1">
            <a:off x="8790254" y="2735944"/>
            <a:ext cx="488379" cy="168538"/>
          </a:xfrm>
          <a:prstGeom prst="line">
            <a:avLst/>
          </a:prstGeom>
          <a:noFill/>
          <a:ln w="50800" cap="flat">
            <a:solidFill>
              <a:srgbClr val="C82506"/>
            </a:solidFill>
            <a:custDash>
              <a:ds d="200000" sp="200000"/>
            </a:custDash>
            <a:miter lim="400000"/>
            <a:headEnd type="stealth" w="med" len="med"/>
          </a:ln>
          <a:effec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56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28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cs typeface="Gill Sans"/>
              <a:sym typeface="Gill Sans"/>
            </a:endParaRPr>
          </a:p>
        </p:txBody>
      </p:sp>
      <p:sp>
        <p:nvSpPr>
          <p:cNvPr id="41" name="Line">
            <a:extLst>
              <a:ext uri="{FF2B5EF4-FFF2-40B4-BE49-F238E27FC236}">
                <a16:creationId xmlns:a16="http://schemas.microsoft.com/office/drawing/2014/main" id="{DD41B462-9D50-D832-89A9-333FFEFBC0FA}"/>
              </a:ext>
            </a:extLst>
          </p:cNvPr>
          <p:cNvSpPr/>
          <p:nvPr/>
        </p:nvSpPr>
        <p:spPr>
          <a:xfrm flipV="1">
            <a:off x="2973493" y="4382551"/>
            <a:ext cx="567858" cy="1069779"/>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42" name="Line">
            <a:extLst>
              <a:ext uri="{FF2B5EF4-FFF2-40B4-BE49-F238E27FC236}">
                <a16:creationId xmlns:a16="http://schemas.microsoft.com/office/drawing/2014/main" id="{FCBBBFA0-A495-F3DB-DDF5-32AC020B3CDD}"/>
              </a:ext>
            </a:extLst>
          </p:cNvPr>
          <p:cNvSpPr/>
          <p:nvPr/>
        </p:nvSpPr>
        <p:spPr>
          <a:xfrm flipH="1" flipV="1">
            <a:off x="2175908" y="4424029"/>
            <a:ext cx="515004" cy="1026081"/>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43" name="Line">
            <a:extLst>
              <a:ext uri="{FF2B5EF4-FFF2-40B4-BE49-F238E27FC236}">
                <a16:creationId xmlns:a16="http://schemas.microsoft.com/office/drawing/2014/main" id="{CA1BEAEB-6A85-3291-8D2A-2C5797429C94}"/>
              </a:ext>
            </a:extLst>
          </p:cNvPr>
          <p:cNvSpPr/>
          <p:nvPr/>
        </p:nvSpPr>
        <p:spPr>
          <a:xfrm flipV="1">
            <a:off x="5995628" y="4420576"/>
            <a:ext cx="567858" cy="1069779"/>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44" name="Line">
            <a:extLst>
              <a:ext uri="{FF2B5EF4-FFF2-40B4-BE49-F238E27FC236}">
                <a16:creationId xmlns:a16="http://schemas.microsoft.com/office/drawing/2014/main" id="{651E5339-0100-883E-9783-DA7A16D07873}"/>
              </a:ext>
            </a:extLst>
          </p:cNvPr>
          <p:cNvSpPr/>
          <p:nvPr/>
        </p:nvSpPr>
        <p:spPr>
          <a:xfrm flipH="1" flipV="1">
            <a:off x="5198043" y="4462054"/>
            <a:ext cx="515004" cy="1026081"/>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49" name="TextBox 48">
            <a:extLst>
              <a:ext uri="{FF2B5EF4-FFF2-40B4-BE49-F238E27FC236}">
                <a16:creationId xmlns:a16="http://schemas.microsoft.com/office/drawing/2014/main" id="{964E676F-9A5C-E60E-45CF-D8B23E81940D}"/>
              </a:ext>
            </a:extLst>
          </p:cNvPr>
          <p:cNvSpPr txBox="1"/>
          <p:nvPr/>
        </p:nvSpPr>
        <p:spPr>
          <a:xfrm>
            <a:off x="5682613" y="4803421"/>
            <a:ext cx="295626" cy="2728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20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nela Text Regular"/>
                <a:ea typeface="Canela Text Regular"/>
                <a:cs typeface="Canela Text Regular"/>
                <a:sym typeface="Canela Text Regular"/>
              </a:rPr>
              <a:t>o</a:t>
            </a:r>
          </a:p>
        </p:txBody>
      </p:sp>
      <p:pic>
        <p:nvPicPr>
          <p:cNvPr id="51" name="Picture 50">
            <a:extLst>
              <a:ext uri="{FF2B5EF4-FFF2-40B4-BE49-F238E27FC236}">
                <a16:creationId xmlns:a16="http://schemas.microsoft.com/office/drawing/2014/main" id="{EDD2E014-93E5-DB0D-60B2-28E40DD98EF1}"/>
              </a:ext>
            </a:extLst>
          </p:cNvPr>
          <p:cNvPicPr>
            <a:picLocks noChangeAspect="1"/>
          </p:cNvPicPr>
          <p:nvPr/>
        </p:nvPicPr>
        <p:blipFill>
          <a:blip r:embed="rId3"/>
          <a:stretch>
            <a:fillRect/>
          </a:stretch>
        </p:blipFill>
        <p:spPr>
          <a:xfrm>
            <a:off x="5660919" y="5254908"/>
            <a:ext cx="374650" cy="431800"/>
          </a:xfrm>
          <a:prstGeom prst="rect">
            <a:avLst/>
          </a:prstGeom>
        </p:spPr>
      </p:pic>
      <p:pic>
        <p:nvPicPr>
          <p:cNvPr id="52" name="Picture 51">
            <a:extLst>
              <a:ext uri="{FF2B5EF4-FFF2-40B4-BE49-F238E27FC236}">
                <a16:creationId xmlns:a16="http://schemas.microsoft.com/office/drawing/2014/main" id="{8240767A-CAE2-2BE5-E6C0-18A899539736}"/>
              </a:ext>
            </a:extLst>
          </p:cNvPr>
          <p:cNvPicPr>
            <a:picLocks noChangeAspect="1"/>
          </p:cNvPicPr>
          <p:nvPr/>
        </p:nvPicPr>
        <p:blipFill>
          <a:blip r:embed="rId3"/>
          <a:stretch>
            <a:fillRect/>
          </a:stretch>
        </p:blipFill>
        <p:spPr>
          <a:xfrm>
            <a:off x="4996163" y="4222476"/>
            <a:ext cx="374650" cy="431800"/>
          </a:xfrm>
          <a:prstGeom prst="rect">
            <a:avLst/>
          </a:prstGeom>
        </p:spPr>
      </p:pic>
      <p:pic>
        <p:nvPicPr>
          <p:cNvPr id="53" name="Picture 52">
            <a:extLst>
              <a:ext uri="{FF2B5EF4-FFF2-40B4-BE49-F238E27FC236}">
                <a16:creationId xmlns:a16="http://schemas.microsoft.com/office/drawing/2014/main" id="{277B765B-A1C2-84B4-92BB-9BB670BCAD23}"/>
              </a:ext>
            </a:extLst>
          </p:cNvPr>
          <p:cNvPicPr>
            <a:picLocks noChangeAspect="1"/>
          </p:cNvPicPr>
          <p:nvPr/>
        </p:nvPicPr>
        <p:blipFill>
          <a:blip r:embed="rId3"/>
          <a:stretch>
            <a:fillRect/>
          </a:stretch>
        </p:blipFill>
        <p:spPr>
          <a:xfrm>
            <a:off x="6385103" y="4161427"/>
            <a:ext cx="374650" cy="431800"/>
          </a:xfrm>
          <a:prstGeom prst="rect">
            <a:avLst/>
          </a:prstGeom>
        </p:spPr>
      </p:pic>
      <p:cxnSp>
        <p:nvCxnSpPr>
          <p:cNvPr id="55" name="Straight Connector 54">
            <a:extLst>
              <a:ext uri="{FF2B5EF4-FFF2-40B4-BE49-F238E27FC236}">
                <a16:creationId xmlns:a16="http://schemas.microsoft.com/office/drawing/2014/main" id="{C04B431A-AB07-FB5F-22CF-E95C7132F496}"/>
              </a:ext>
            </a:extLst>
          </p:cNvPr>
          <p:cNvCxnSpPr/>
          <p:nvPr/>
        </p:nvCxnSpPr>
        <p:spPr>
          <a:xfrm>
            <a:off x="1900675" y="2358951"/>
            <a:ext cx="1947318" cy="0"/>
          </a:xfrm>
          <a:prstGeom prst="line">
            <a:avLst/>
          </a:prstGeom>
          <a:noFill/>
          <a:ln w="762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 name="Straight Connector 55">
            <a:extLst>
              <a:ext uri="{FF2B5EF4-FFF2-40B4-BE49-F238E27FC236}">
                <a16:creationId xmlns:a16="http://schemas.microsoft.com/office/drawing/2014/main" id="{7E39F36D-AD8A-0376-737E-3688542D6743}"/>
              </a:ext>
            </a:extLst>
          </p:cNvPr>
          <p:cNvCxnSpPr/>
          <p:nvPr/>
        </p:nvCxnSpPr>
        <p:spPr>
          <a:xfrm>
            <a:off x="1888029" y="2799295"/>
            <a:ext cx="1947318" cy="0"/>
          </a:xfrm>
          <a:prstGeom prst="line">
            <a:avLst/>
          </a:prstGeom>
          <a:noFill/>
          <a:ln w="762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 name="Slide Number Placeholder 1">
            <a:extLst>
              <a:ext uri="{FF2B5EF4-FFF2-40B4-BE49-F238E27FC236}">
                <a16:creationId xmlns:a16="http://schemas.microsoft.com/office/drawing/2014/main" id="{15F62386-45A9-1148-BE51-D218B8107EE2}"/>
              </a:ext>
            </a:extLst>
          </p:cNvPr>
          <p:cNvSpPr>
            <a:spLocks noGrp="1"/>
          </p:cNvSpPr>
          <p:nvPr>
            <p:ph type="sldNum" sz="quarter" idx="2"/>
          </p:nvPr>
        </p:nvSpPr>
        <p:spPr/>
        <p:txBody>
          <a:bodyPr/>
          <a:lstStyle/>
          <a:p>
            <a:fld id="{86CB4B4D-7CA3-9044-876B-883B54F8677D}" type="slidenum">
              <a:rPr lang="en-US" smtClean="0"/>
              <a:pPr/>
              <a:t>5</a:t>
            </a:fld>
            <a:endParaRPr lang="en-US"/>
          </a:p>
        </p:txBody>
      </p:sp>
    </p:spTree>
    <p:extLst>
      <p:ext uri="{BB962C8B-B14F-4D97-AF65-F5344CB8AC3E}">
        <p14:creationId xmlns:p14="http://schemas.microsoft.com/office/powerpoint/2010/main" val="269110729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 grpId="0" animBg="1" advAuto="0"/>
      <p:bldP spid="840" grpId="0" animBg="1" advAuto="0"/>
      <p:bldP spid="27"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I know There Is No Confounder: Example"/>
          <p:cNvSpPr txBox="1">
            <a:spLocks noGrp="1"/>
          </p:cNvSpPr>
          <p:nvPr>
            <p:ph type="title"/>
          </p:nvPr>
        </p:nvSpPr>
        <p:spPr>
          <a:xfrm>
            <a:off x="1747242" y="178594"/>
            <a:ext cx="6408405" cy="1518048"/>
          </a:xfrm>
          <a:prstGeom prst="rect">
            <a:avLst/>
          </a:prstGeom>
        </p:spPr>
        <p:txBody>
          <a:bodyPr>
            <a:noAutofit/>
          </a:bodyPr>
          <a:lstStyle>
            <a:lvl1pPr defTabSz="690086">
              <a:defRPr sz="9407">
                <a:latin typeface="Hoefler Text"/>
                <a:ea typeface="Hoefler Text"/>
                <a:cs typeface="Hoefler Text"/>
                <a:sym typeface="Hoefler Text"/>
              </a:defRPr>
            </a:lvl1pPr>
          </a:lstStyle>
          <a:p>
            <a:r>
              <a:rPr sz="5400">
                <a:latin typeface="Times New Roman" panose="02020603050405020304" pitchFamily="18" charset="0"/>
                <a:cs typeface="Times New Roman" panose="02020603050405020304" pitchFamily="18" charset="0"/>
              </a:rPr>
              <a:t>I know There Is No Confounder: Example</a:t>
            </a:r>
          </a:p>
        </p:txBody>
      </p:sp>
      <p:sp>
        <p:nvSpPr>
          <p:cNvPr id="859" name="In the 1970s, the Edison Electric Company in North Carolina was concerned about the effects on plant growth of acid rain produced by emissions from its electric generators.…"/>
          <p:cNvSpPr txBox="1">
            <a:spLocks noGrp="1"/>
          </p:cNvSpPr>
          <p:nvPr>
            <p:ph type="body" idx="1"/>
          </p:nvPr>
        </p:nvSpPr>
        <p:spPr>
          <a:xfrm>
            <a:off x="1873914" y="1821656"/>
            <a:ext cx="8517266" cy="4905856"/>
          </a:xfrm>
          <a:prstGeom prst="rect">
            <a:avLst/>
          </a:prstGeom>
        </p:spPr>
        <p:txBody>
          <a:bodyPr>
            <a:normAutofit fontScale="62500" lnSpcReduction="20000"/>
          </a:bodyPr>
          <a:lstStyle/>
          <a:p>
            <a:pPr marL="253643" indent="-253643" defTabSz="340935">
              <a:spcBef>
                <a:spcPts val="2450"/>
              </a:spcBef>
              <a:defRPr sz="3652">
                <a:latin typeface="Hoefler Text"/>
                <a:ea typeface="Hoefler Text"/>
                <a:cs typeface="Hoefler Text"/>
                <a:sym typeface="Hoefler Text"/>
              </a:defRPr>
            </a:pPr>
            <a:r>
              <a:t>In the 1970s, the Edison Electric Company in North Carolina was concerned about the effects on plant growth of acid rain produced by emissions from its electric generators.</a:t>
            </a:r>
          </a:p>
          <a:p>
            <a:pPr marL="253643" indent="-253643" defTabSz="340935">
              <a:spcBef>
                <a:spcPts val="2450"/>
              </a:spcBef>
              <a:defRPr sz="3652">
                <a:latin typeface="Hoefler Text"/>
                <a:ea typeface="Hoefler Text"/>
                <a:cs typeface="Hoefler Text"/>
                <a:sym typeface="Hoefler Text"/>
              </a:defRPr>
            </a:pPr>
            <a:r>
              <a:t>The investigators chose samples from the Cape Fear estuary, where the Cape Fear River flows into the Atlantic Ocean.</a:t>
            </a:r>
          </a:p>
          <a:p>
            <a:pPr marL="253643" indent="-253643" defTabSz="340935">
              <a:spcBef>
                <a:spcPts val="2450"/>
              </a:spcBef>
              <a:defRPr sz="3652">
                <a:latin typeface="Hoefler Text"/>
                <a:ea typeface="Hoefler Text"/>
                <a:cs typeface="Hoefler Text"/>
                <a:sym typeface="Hoefler Text"/>
              </a:defRPr>
            </a:pPr>
            <a:r>
              <a:t>obtained 45 samples of Spartina grass up and down the estuary, and measured 13 variables in the samples, including concentrations of various minerals, acidity (pH), salinity, and the outcome variable, the biomass of each sample</a:t>
            </a:r>
          </a:p>
          <a:p>
            <a:pPr marL="253643" indent="-253643" defTabSz="340935">
              <a:spcBef>
                <a:spcPts val="2450"/>
              </a:spcBef>
              <a:defRPr sz="3652">
                <a:latin typeface="Hoefler Text"/>
                <a:ea typeface="Hoefler Text"/>
                <a:cs typeface="Hoefler Text"/>
                <a:sym typeface="Hoefler Text"/>
              </a:defRPr>
            </a:pPr>
            <a:r>
              <a:t>The PC algorithm found that among the measured variables the only direct cause of biomass was pH.</a:t>
            </a:r>
          </a:p>
          <a:p>
            <a:pPr marL="253643" indent="-253643" defTabSz="340935">
              <a:spcBef>
                <a:spcPts val="2450"/>
              </a:spcBef>
              <a:defRPr sz="3652">
                <a:latin typeface="Hoefler Text"/>
                <a:ea typeface="Hoefler Text"/>
                <a:cs typeface="Hoefler Text"/>
                <a:sym typeface="Hoefler Text"/>
              </a:defRPr>
            </a:pPr>
            <a:r>
              <a:t>Y-structure: no confounder!</a:t>
            </a:r>
          </a:p>
          <a:p>
            <a:pPr marL="253643" indent="-253643" defTabSz="340935">
              <a:spcBef>
                <a:spcPts val="2450"/>
              </a:spcBef>
              <a:defRPr sz="3652">
                <a:latin typeface="Hoefler Text"/>
                <a:ea typeface="Hoefler Text"/>
                <a:cs typeface="Hoefler Text"/>
                <a:sym typeface="Hoefler Text"/>
              </a:defRPr>
            </a:pPr>
            <a:r>
              <a:t>Later verified by intervention-based analysis</a:t>
            </a:r>
          </a:p>
        </p:txBody>
      </p:sp>
      <p:pic>
        <p:nvPicPr>
          <p:cNvPr id="860" name="Image" descr="Image"/>
          <p:cNvPicPr>
            <a:picLocks noChangeAspect="1"/>
          </p:cNvPicPr>
          <p:nvPr/>
        </p:nvPicPr>
        <p:blipFill>
          <a:blip r:embed="rId3"/>
          <a:stretch>
            <a:fillRect/>
          </a:stretch>
        </p:blipFill>
        <p:spPr>
          <a:xfrm>
            <a:off x="8068741" y="169664"/>
            <a:ext cx="2580681" cy="1535907"/>
          </a:xfrm>
          <a:prstGeom prst="rect">
            <a:avLst/>
          </a:prstGeom>
          <a:ln w="12700">
            <a:miter lim="400000"/>
          </a:ln>
        </p:spPr>
      </p:pic>
      <p:sp>
        <p:nvSpPr>
          <p:cNvPr id="2" name="Slide Number Placeholder 1">
            <a:extLst>
              <a:ext uri="{FF2B5EF4-FFF2-40B4-BE49-F238E27FC236}">
                <a16:creationId xmlns:a16="http://schemas.microsoft.com/office/drawing/2014/main" id="{78C98C55-1198-2444-998B-26BE4F3DBA9C}"/>
              </a:ext>
            </a:extLst>
          </p:cNvPr>
          <p:cNvSpPr>
            <a:spLocks noGrp="1"/>
          </p:cNvSpPr>
          <p:nvPr>
            <p:ph type="sldNum" sz="quarter" idx="2"/>
          </p:nvPr>
        </p:nvSpPr>
        <p:spPr/>
        <p:txBody>
          <a:bodyPr/>
          <a:lstStyle/>
          <a:p>
            <a:fld id="{86CB4B4D-7CA3-9044-876B-883B54F8677D}" type="slidenum">
              <a:rPr lang="en-US" smtClean="0"/>
              <a:pPr/>
              <a:t>6</a:t>
            </a:fld>
            <a:endParaRPr lang="en-US"/>
          </a:p>
        </p:txBody>
      </p:sp>
    </p:spTree>
    <p:extLst>
      <p:ext uri="{BB962C8B-B14F-4D97-AF65-F5344CB8AC3E}">
        <p14:creationId xmlns:p14="http://schemas.microsoft.com/office/powerpoint/2010/main" val="307000617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Dealing with Confounders?"/>
          <p:cNvSpPr txBox="1">
            <a:spLocks noGrp="1"/>
          </p:cNvSpPr>
          <p:nvPr>
            <p:ph type="title"/>
          </p:nvPr>
        </p:nvSpPr>
        <p:spPr>
          <a:xfrm>
            <a:off x="2166556" y="164416"/>
            <a:ext cx="8396117" cy="1714500"/>
          </a:xfrm>
          <a:prstGeom prst="rect">
            <a:avLst/>
          </a:prstGeom>
        </p:spPr>
        <p:txBody>
          <a:bodyPr>
            <a:noAutofit/>
          </a:bodyPr>
          <a:lstStyle>
            <a:lvl1pPr>
              <a:defRPr sz="9000">
                <a:latin typeface="Hoefler Text"/>
                <a:ea typeface="Hoefler Text"/>
                <a:cs typeface="Hoefler Text"/>
                <a:sym typeface="Hoefler Text"/>
              </a:defRPr>
            </a:lvl1pPr>
          </a:lstStyle>
          <a:p>
            <a:r>
              <a:rPr sz="5400">
                <a:latin typeface="Times New Roman" panose="02020603050405020304" pitchFamily="18" charset="0"/>
                <a:cs typeface="Times New Roman" panose="02020603050405020304" pitchFamily="18" charset="0"/>
              </a:rPr>
              <a:t>Dealing with Confounders</a:t>
            </a:r>
          </a:p>
        </p:txBody>
      </p:sp>
      <p:grpSp>
        <p:nvGrpSpPr>
          <p:cNvPr id="844" name="Group"/>
          <p:cNvGrpSpPr/>
          <p:nvPr/>
        </p:nvGrpSpPr>
        <p:grpSpPr>
          <a:xfrm>
            <a:off x="1852668" y="1183980"/>
            <a:ext cx="1465462" cy="1420059"/>
            <a:chOff x="162480" y="452437"/>
            <a:chExt cx="2930921" cy="2840116"/>
          </a:xfrm>
        </p:grpSpPr>
        <p:sp>
          <p:nvSpPr>
            <p:cNvPr id="842" name="Example II"/>
            <p:cNvSpPr/>
            <p:nvPr/>
          </p:nvSpPr>
          <p:spPr>
            <a:xfrm>
              <a:off x="1823402" y="452437"/>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821531">
                <a:lnSpc>
                  <a:spcPct val="100000"/>
                </a:lnSpc>
                <a:defRPr sz="5000" b="1">
                  <a:latin typeface="Hoefler Text"/>
                  <a:ea typeface="Hoefler Text"/>
                  <a:cs typeface="Hoefler Text"/>
                  <a:sym typeface="Hoefler Text"/>
                </a:defRPr>
              </a:lvl1pPr>
            </a:lstStyle>
            <a:p>
              <a:pPr marL="0" marR="0" lvl="0" indent="0" algn="ctr" defTabSz="410766" rtl="0" eaLnBrk="1" fontAlgn="auto" latinLnBrk="0" hangingPunct="0">
                <a:lnSpc>
                  <a:spcPct val="100000"/>
                </a:lnSpc>
                <a:spcBef>
                  <a:spcPts val="0"/>
                </a:spcBef>
                <a:spcAft>
                  <a:spcPts val="0"/>
                </a:spcAft>
                <a:buClrTx/>
                <a:buSzTx/>
                <a:buFontTx/>
                <a:buNone/>
                <a:tabLst/>
                <a:defRPr/>
              </a:pPr>
              <a:r>
                <a:rPr kumimoji="0"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rPr>
                <a:t>Example II</a:t>
              </a:r>
              <a:r>
                <a:rPr kumimoji="0" lang="en-US"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rPr>
                <a:t>I</a:t>
              </a:r>
              <a:endParaRPr kumimoji="0" sz="25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Hoefler Text"/>
              </a:endParaRPr>
            </a:p>
          </p:txBody>
        </p:sp>
        <p:pic>
          <p:nvPicPr>
            <p:cNvPr id="843" name="droppedImage.pdf" descr="droppedImage.pdf"/>
            <p:cNvPicPr>
              <a:picLocks noChangeAspect="1"/>
            </p:cNvPicPr>
            <p:nvPr/>
          </p:nvPicPr>
          <p:blipFill>
            <a:blip r:embed="rId2"/>
            <a:stretch>
              <a:fillRect/>
            </a:stretch>
          </p:blipFill>
          <p:spPr>
            <a:xfrm>
              <a:off x="162480" y="1041796"/>
              <a:ext cx="2428876" cy="2250759"/>
            </a:xfrm>
            <a:prstGeom prst="rect">
              <a:avLst/>
            </a:prstGeom>
            <a:ln w="12700" cap="flat">
              <a:noFill/>
              <a:miter lim="400000"/>
            </a:ln>
            <a:effectLst/>
          </p:spPr>
        </p:pic>
      </p:grpSp>
      <p:sp>
        <p:nvSpPr>
          <p:cNvPr id="845" name="Are there confounders behind X2 and X4?"/>
          <p:cNvSpPr txBox="1"/>
          <p:nvPr/>
        </p:nvSpPr>
        <p:spPr>
          <a:xfrm>
            <a:off x="3345726" y="1540075"/>
            <a:ext cx="3018889" cy="8415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i="1">
                <a:latin typeface="Times New Roman"/>
                <a:ea typeface="Times New Roman"/>
                <a:cs typeface="Times New Roman"/>
                <a:sym typeface="Times New Roman"/>
              </a:defRPr>
            </a:pP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Are there confounders behind X</a:t>
            </a:r>
            <a:r>
              <a:rPr kumimoji="0" sz="2500" b="0" i="1" u="none" strike="noStrike" kern="0" cap="none" spc="0" normalizeH="0" baseline="-5999" noProof="0">
                <a:ln>
                  <a:noFill/>
                </a:ln>
                <a:solidFill>
                  <a:srgbClr val="000000"/>
                </a:solidFill>
                <a:effectLst/>
                <a:uLnTx/>
                <a:uFillTx/>
                <a:latin typeface="Times New Roman"/>
                <a:cs typeface="Times New Roman"/>
                <a:sym typeface="Times New Roman"/>
              </a:rPr>
              <a:t>2</a:t>
            </a: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 and X</a:t>
            </a:r>
            <a:r>
              <a:rPr kumimoji="0" sz="2500" b="0" i="1" u="none" strike="noStrike" kern="0" cap="none" spc="0" normalizeH="0" baseline="-5999" noProof="0">
                <a:ln>
                  <a:noFill/>
                </a:ln>
                <a:solidFill>
                  <a:srgbClr val="000000"/>
                </a:solidFill>
                <a:effectLst/>
                <a:uLnTx/>
                <a:uFillTx/>
                <a:latin typeface="Times New Roman"/>
                <a:cs typeface="Times New Roman"/>
                <a:sym typeface="Times New Roman"/>
              </a:rPr>
              <a:t>4</a:t>
            </a:r>
            <a:r>
              <a:rPr kumimoji="0" sz="2500" b="0" i="1" u="none" strike="noStrike" kern="0" cap="none" spc="0" normalizeH="0" baseline="0" noProof="0">
                <a:ln>
                  <a:noFill/>
                </a:ln>
                <a:solidFill>
                  <a:srgbClr val="000000"/>
                </a:solidFill>
                <a:effectLst/>
                <a:uLnTx/>
                <a:uFillTx/>
                <a:latin typeface="Times New Roman"/>
                <a:cs typeface="Times New Roman"/>
                <a:sym typeface="Times New Roman"/>
              </a:rPr>
              <a:t>?</a:t>
            </a:r>
          </a:p>
        </p:txBody>
      </p:sp>
      <p:grpSp>
        <p:nvGrpSpPr>
          <p:cNvPr id="850" name="Group"/>
          <p:cNvGrpSpPr/>
          <p:nvPr/>
        </p:nvGrpSpPr>
        <p:grpSpPr>
          <a:xfrm>
            <a:off x="8040941" y="1572422"/>
            <a:ext cx="1336770" cy="1170782"/>
            <a:chOff x="2150386" y="481241"/>
            <a:chExt cx="2673539" cy="2341562"/>
          </a:xfrm>
        </p:grpSpPr>
        <p:sp>
          <p:nvSpPr>
            <p:cNvPr id="846" name="X1 → X2          X4←X3"/>
            <p:cNvSpPr/>
            <p:nvPr/>
          </p:nvSpPr>
          <p:spPr>
            <a:xfrm>
              <a:off x="3248859" y="1552804"/>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800" i="1">
                  <a:latin typeface="Times New Roman"/>
                  <a:ea typeface="Times New Roman"/>
                  <a:cs typeface="Times New Roman"/>
                  <a:sym typeface="Times New Roman"/>
                </a:defRPr>
              </a:pPr>
              <a:r>
                <a:rPr kumimoji="0" sz="29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900" b="0" i="1" u="none" strike="noStrike" kern="0" cap="none" spc="0" normalizeH="0" baseline="-5999" noProof="0">
                  <a:ln>
                    <a:noFill/>
                  </a:ln>
                  <a:solidFill>
                    <a:srgbClr val="000000"/>
                  </a:solidFill>
                  <a:effectLst/>
                  <a:uLnTx/>
                  <a:uFillTx/>
                  <a:latin typeface="Times New Roman"/>
                  <a:cs typeface="Times New Roman"/>
                  <a:sym typeface="Times New Roman"/>
                </a:rPr>
                <a:t>1 </a:t>
              </a:r>
              <a:r>
                <a:rPr kumimoji="0" sz="2900" b="0" i="1" u="none" strike="noStrike" kern="0" cap="none" spc="0" normalizeH="0" baseline="0" noProof="0">
                  <a:ln>
                    <a:noFill/>
                  </a:ln>
                  <a:solidFill>
                    <a:srgbClr val="E32400"/>
                  </a:solidFill>
                  <a:effectLst/>
                  <a:uLnTx/>
                  <a:uFillTx/>
                  <a:latin typeface="Times New Roman"/>
                  <a:cs typeface="Times New Roman"/>
                  <a:sym typeface="Times New Roman"/>
                </a:rPr>
                <a:t>→</a:t>
              </a:r>
              <a:r>
                <a:rPr kumimoji="0" sz="2900" b="0" i="1" u="none" strike="noStrike" kern="0" cap="none" spc="0" normalizeH="0" baseline="0" noProof="0">
                  <a:ln>
                    <a:noFill/>
                  </a:ln>
                  <a:solidFill>
                    <a:srgbClr val="000000"/>
                  </a:solidFill>
                  <a:effectLst/>
                  <a:uLnTx/>
                  <a:uFillTx/>
                  <a:latin typeface="Times New Roman"/>
                  <a:cs typeface="Times New Roman"/>
                  <a:sym typeface="Times New Roman"/>
                </a:rPr>
                <a:t> X</a:t>
              </a:r>
              <a:r>
                <a:rPr kumimoji="0" sz="2900" b="0" i="1" u="none" strike="noStrike" kern="0" cap="none" spc="0" normalizeH="0" baseline="-5999" noProof="0">
                  <a:ln>
                    <a:noFill/>
                  </a:ln>
                  <a:solidFill>
                    <a:srgbClr val="000000"/>
                  </a:solidFill>
                  <a:effectLst/>
                  <a:uLnTx/>
                  <a:uFillTx/>
                  <a:latin typeface="Times New Roman"/>
                  <a:cs typeface="Times New Roman"/>
                  <a:sym typeface="Times New Roman"/>
                </a:rPr>
                <a:t>2 </a:t>
              </a:r>
              <a:r>
                <a:rPr kumimoji="0" sz="2900" b="0" i="1" u="none" strike="noStrike" kern="0" cap="none" spc="0" normalizeH="0" baseline="0" noProof="0">
                  <a:ln>
                    <a:noFill/>
                  </a:ln>
                  <a:solidFill>
                    <a:srgbClr val="000000"/>
                  </a:solidFill>
                  <a:effectLst/>
                  <a:uLnTx/>
                  <a:uFillTx/>
                  <a:latin typeface="Times New Roman"/>
                  <a:cs typeface="Times New Roman"/>
                  <a:sym typeface="Times New Roman"/>
                </a:rPr>
                <a:t>         X</a:t>
              </a:r>
              <a:r>
                <a:rPr kumimoji="0" sz="2900" b="0" i="1" u="none" strike="noStrike" kern="0" cap="none" spc="0" normalizeH="0" baseline="-5999" noProof="0">
                  <a:ln>
                    <a:noFill/>
                  </a:ln>
                  <a:solidFill>
                    <a:srgbClr val="000000"/>
                  </a:solidFill>
                  <a:effectLst/>
                  <a:uLnTx/>
                  <a:uFillTx/>
                  <a:latin typeface="Times New Roman"/>
                  <a:cs typeface="Times New Roman"/>
                  <a:sym typeface="Times New Roman"/>
                </a:rPr>
                <a:t>4</a:t>
              </a:r>
              <a:r>
                <a:rPr kumimoji="0" sz="2900" b="0" i="1" u="none" strike="noStrike" kern="0" cap="none" spc="0" normalizeH="0" baseline="0" noProof="0">
                  <a:ln>
                    <a:noFill/>
                  </a:ln>
                  <a:solidFill>
                    <a:srgbClr val="E32400"/>
                  </a:solidFill>
                  <a:effectLst/>
                  <a:uLnTx/>
                  <a:uFillTx/>
                  <a:latin typeface="Times New Roman"/>
                  <a:cs typeface="Times New Roman"/>
                  <a:sym typeface="Times New Roman"/>
                </a:rPr>
                <a:t>←</a:t>
              </a:r>
              <a:r>
                <a:rPr kumimoji="0" sz="29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900" b="0" i="1" u="none" strike="noStrike" kern="0" cap="none" spc="0" normalizeH="0" baseline="-5999" noProof="0">
                  <a:ln>
                    <a:noFill/>
                  </a:ln>
                  <a:solidFill>
                    <a:srgbClr val="000000"/>
                  </a:solidFill>
                  <a:effectLst/>
                  <a:uLnTx/>
                  <a:uFillTx/>
                  <a:latin typeface="Times New Roman"/>
                  <a:cs typeface="Times New Roman"/>
                  <a:sym typeface="Times New Roman"/>
                </a:rPr>
                <a:t>3</a:t>
              </a:r>
            </a:p>
          </p:txBody>
        </p:sp>
        <p:sp>
          <p:nvSpPr>
            <p:cNvPr id="847" name="Line"/>
            <p:cNvSpPr/>
            <p:nvPr/>
          </p:nvSpPr>
          <p:spPr>
            <a:xfrm flipV="1">
              <a:off x="2150386" y="564306"/>
              <a:ext cx="956036" cy="640241"/>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48" name="L"/>
            <p:cNvSpPr/>
            <p:nvPr/>
          </p:nvSpPr>
          <p:spPr>
            <a:xfrm>
              <a:off x="3553925" y="481241"/>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defTabSz="821531">
                <a:lnSpc>
                  <a:spcPct val="100000"/>
                </a:lnSpc>
                <a:defRPr sz="5800" i="1">
                  <a:solidFill>
                    <a:srgbClr val="6C6C6C"/>
                  </a:solidFill>
                  <a:latin typeface="Times New Roman"/>
                  <a:ea typeface="Times New Roman"/>
                  <a:cs typeface="Times New Roman"/>
                  <a:sym typeface="Times New Roman"/>
                </a:defRPr>
              </a:lvl1pPr>
            </a:lstStyle>
            <a:p>
              <a:pPr marL="0" marR="0" lvl="0" indent="0" algn="ctr" defTabSz="410766" rtl="0" eaLnBrk="1" fontAlgn="auto" latinLnBrk="0" hangingPunct="0">
                <a:lnSpc>
                  <a:spcPct val="100000"/>
                </a:lnSpc>
                <a:spcBef>
                  <a:spcPts val="0"/>
                </a:spcBef>
                <a:spcAft>
                  <a:spcPts val="0"/>
                </a:spcAft>
                <a:buClrTx/>
                <a:buSzTx/>
                <a:buFontTx/>
                <a:buNone/>
                <a:tabLst/>
                <a:defRPr/>
              </a:pPr>
              <a:r>
                <a:rPr kumimoji="0" sz="2900" b="0" i="1" u="none" strike="noStrike" kern="0" cap="none" spc="0" normalizeH="0" baseline="0" noProof="0">
                  <a:ln>
                    <a:noFill/>
                  </a:ln>
                  <a:solidFill>
                    <a:srgbClr val="6C6C6C"/>
                  </a:solidFill>
                  <a:effectLst/>
                  <a:uLnTx/>
                  <a:uFillTx/>
                  <a:latin typeface="Times New Roman"/>
                  <a:cs typeface="Times New Roman"/>
                  <a:sym typeface="Times New Roman"/>
                </a:rPr>
                <a:t>L</a:t>
              </a:r>
            </a:p>
          </p:txBody>
        </p:sp>
        <p:sp>
          <p:nvSpPr>
            <p:cNvPr id="849" name="Line"/>
            <p:cNvSpPr/>
            <p:nvPr/>
          </p:nvSpPr>
          <p:spPr>
            <a:xfrm flipH="1" flipV="1">
              <a:off x="3820795" y="561609"/>
              <a:ext cx="901900" cy="571966"/>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grpSp>
      <p:sp>
        <p:nvSpPr>
          <p:cNvPr id="851" name="E.g., X1: I am not sick; X2: I am in this lecture room; X4: you are in this lecture room; X3: you are not sick."/>
          <p:cNvSpPr txBox="1"/>
          <p:nvPr/>
        </p:nvSpPr>
        <p:spPr>
          <a:xfrm>
            <a:off x="1952695" y="2781301"/>
            <a:ext cx="8054509" cy="841577"/>
          </a:xfrm>
          <a:prstGeom prst="rect">
            <a:avLst/>
          </a:prstGeom>
          <a:ln w="25400">
            <a:solidFill>
              <a:srgbClr val="093CF3"/>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E.g.,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1</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I am not sick;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2</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I am in this lecture room;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4</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you are in this lecture room; </a:t>
            </a:r>
            <a:r>
              <a:rPr kumimoji="0" sz="2500" b="0" i="1" u="none" strike="noStrike" kern="0" cap="none" spc="0" normalizeH="0" baseline="0" noProof="0">
                <a:ln>
                  <a:noFill/>
                </a:ln>
                <a:solidFill>
                  <a:srgbClr val="00A2FF"/>
                </a:solidFill>
                <a:effectLst/>
                <a:uLnTx/>
                <a:uFillTx/>
                <a:latin typeface="Times New Roman"/>
                <a:cs typeface="Times New Roman"/>
                <a:sym typeface="Times New Roman"/>
              </a:rPr>
              <a:t>X</a:t>
            </a:r>
            <a:r>
              <a:rPr kumimoji="0" sz="2400" b="0" i="1" u="none" strike="noStrike" kern="0" cap="none" spc="0" normalizeH="0" baseline="-5999" noProof="0">
                <a:ln>
                  <a:noFill/>
                </a:ln>
                <a:solidFill>
                  <a:srgbClr val="00A2FF"/>
                </a:solidFill>
                <a:effectLst/>
                <a:uLnTx/>
                <a:uFillTx/>
                <a:latin typeface="Times New Roman"/>
                <a:cs typeface="Times New Roman"/>
                <a:sym typeface="Times New Roman"/>
              </a:rPr>
              <a:t>3</a:t>
            </a:r>
            <a:r>
              <a:rPr kumimoji="0" sz="2500" b="0" i="0" u="none" strike="noStrike" kern="0" cap="none" spc="0" normalizeH="0" baseline="0" noProof="0">
                <a:ln>
                  <a:noFill/>
                </a:ln>
                <a:solidFill>
                  <a:srgbClr val="00A2FF"/>
                </a:solidFill>
                <a:effectLst/>
                <a:uLnTx/>
                <a:uFillTx/>
                <a:latin typeface="Times New Roman"/>
                <a:cs typeface="Times New Roman"/>
                <a:sym typeface="Times New Roman"/>
              </a:rPr>
              <a:t>: you are not sick.</a:t>
            </a:r>
          </a:p>
        </p:txBody>
      </p:sp>
      <p:sp>
        <p:nvSpPr>
          <p:cNvPr id="852" name="Line"/>
          <p:cNvSpPr/>
          <p:nvPr/>
        </p:nvSpPr>
        <p:spPr>
          <a:xfrm>
            <a:off x="1544859" y="3781663"/>
            <a:ext cx="9144001" cy="1"/>
          </a:xfrm>
          <a:prstGeom prst="line">
            <a:avLst/>
          </a:prstGeom>
          <a:ln w="139700">
            <a:solidFill>
              <a:srgbClr val="000000"/>
            </a:solidFill>
            <a:miter lim="400000"/>
          </a:ln>
        </p:spPr>
        <p:txBody>
          <a:bodyPr lIns="35719" tIns="35719" rIns="35719" bIns="35719" anchor="ctr"/>
          <a:lstStyle/>
          <a:p>
            <a:pPr marL="0" marR="0" lvl="0" indent="0" algn="ctr" defTabSz="410766" rtl="0" eaLnBrk="1" fontAlgn="auto" latinLnBrk="0" hangingPunct="0">
              <a:lnSpc>
                <a:spcPct val="100000"/>
              </a:lnSpc>
              <a:spcBef>
                <a:spcPts val="0"/>
              </a:spcBef>
              <a:spcAft>
                <a:spcPts val="0"/>
              </a:spcAft>
              <a:buClrTx/>
              <a:buSzTx/>
              <a:buFontTx/>
              <a:buNone/>
              <a:tabLst/>
              <a:defRPr sz="3000">
                <a:solidFill>
                  <a:srgbClr val="FFFFFF"/>
                </a:solidFill>
                <a:latin typeface="Helvetica Neue Medium"/>
                <a:ea typeface="Helvetica Neue Medium"/>
                <a:cs typeface="Helvetica Neue Medium"/>
                <a:sym typeface="Helvetica Neue Medium"/>
              </a:defRPr>
            </a:pPr>
            <a:endParaRPr kumimoji="0" sz="1500" b="0" i="0" u="none" strike="noStrike" kern="0" cap="none" spc="0" normalizeH="0" baseline="0" noProof="0">
              <a:ln>
                <a:noFill/>
              </a:ln>
              <a:solidFill>
                <a:srgbClr val="FFFFFF"/>
              </a:solidFill>
              <a:effectLst/>
              <a:uLnTx/>
              <a:uFillTx/>
              <a:latin typeface="Times New Roman" panose="02020603050405020304" pitchFamily="18" charset="0"/>
              <a:ea typeface="Helvetica Neue Medium"/>
              <a:cs typeface="Times New Roman" panose="02020603050405020304" pitchFamily="18" charset="0"/>
              <a:sym typeface="Helvetica Neue Medium"/>
            </a:endParaRPr>
          </a:p>
        </p:txBody>
      </p:sp>
      <p:sp>
        <p:nvSpPr>
          <p:cNvPr id="2" name="Line">
            <a:extLst>
              <a:ext uri="{FF2B5EF4-FFF2-40B4-BE49-F238E27FC236}">
                <a16:creationId xmlns:a16="http://schemas.microsoft.com/office/drawing/2014/main" id="{D08DDBE4-F396-E572-2F65-78CA94B67167}"/>
              </a:ext>
            </a:extLst>
          </p:cNvPr>
          <p:cNvSpPr/>
          <p:nvPr/>
        </p:nvSpPr>
        <p:spPr>
          <a:xfrm flipV="1">
            <a:off x="3916299" y="5352284"/>
            <a:ext cx="431736" cy="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 name="X1">
            <a:extLst>
              <a:ext uri="{FF2B5EF4-FFF2-40B4-BE49-F238E27FC236}">
                <a16:creationId xmlns:a16="http://schemas.microsoft.com/office/drawing/2014/main" id="{CA308005-B4F7-FB52-0E0E-35840132B6DA}"/>
              </a:ext>
            </a:extLst>
          </p:cNvPr>
          <p:cNvSpPr txBox="1"/>
          <p:nvPr/>
        </p:nvSpPr>
        <p:spPr>
          <a:xfrm>
            <a:off x="1852668" y="5115017"/>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4" name="Line">
            <a:extLst>
              <a:ext uri="{FF2B5EF4-FFF2-40B4-BE49-F238E27FC236}">
                <a16:creationId xmlns:a16="http://schemas.microsoft.com/office/drawing/2014/main" id="{F6DEBB92-AD8C-6C87-1FB4-2793A2F278FE}"/>
              </a:ext>
            </a:extLst>
          </p:cNvPr>
          <p:cNvSpPr/>
          <p:nvPr/>
        </p:nvSpPr>
        <p:spPr>
          <a:xfrm flipH="1" flipV="1">
            <a:off x="2188478" y="5352748"/>
            <a:ext cx="501259" cy="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5" name="X2">
            <a:extLst>
              <a:ext uri="{FF2B5EF4-FFF2-40B4-BE49-F238E27FC236}">
                <a16:creationId xmlns:a16="http://schemas.microsoft.com/office/drawing/2014/main" id="{F34F79A7-FFEA-C4B7-0BAA-54F7093304F9}"/>
              </a:ext>
            </a:extLst>
          </p:cNvPr>
          <p:cNvSpPr txBox="1"/>
          <p:nvPr/>
        </p:nvSpPr>
        <p:spPr>
          <a:xfrm>
            <a:off x="4322253" y="5160730"/>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lang="en-US" sz="2100" b="0" i="1" u="none" strike="noStrike" kern="0" cap="none" spc="0" normalizeH="0" baseline="-5999" noProof="0">
                <a:ln>
                  <a:noFill/>
                </a:ln>
                <a:solidFill>
                  <a:srgbClr val="000000"/>
                </a:solidFill>
                <a:effectLst/>
                <a:uLnTx/>
                <a:uFillTx/>
                <a:latin typeface="Times New Roman"/>
                <a:cs typeface="Times New Roman"/>
                <a:sym typeface="Times New Roman"/>
              </a:rPr>
              <a:t>3</a:t>
            </a:r>
            <a:endParaRPr kumimoji="0" sz="2100" b="0" i="1" u="none" strike="noStrike" kern="0" cap="none" spc="0" normalizeH="0" baseline="-5999" noProof="0">
              <a:ln>
                <a:noFill/>
              </a:ln>
              <a:solidFill>
                <a:srgbClr val="000000"/>
              </a:solidFill>
              <a:effectLst/>
              <a:uLnTx/>
              <a:uFillTx/>
              <a:latin typeface="Times New Roman"/>
              <a:cs typeface="Times New Roman"/>
              <a:sym typeface="Times New Roman"/>
            </a:endParaRPr>
          </a:p>
        </p:txBody>
      </p:sp>
      <p:sp>
        <p:nvSpPr>
          <p:cNvPr id="6" name="X3">
            <a:extLst>
              <a:ext uri="{FF2B5EF4-FFF2-40B4-BE49-F238E27FC236}">
                <a16:creationId xmlns:a16="http://schemas.microsoft.com/office/drawing/2014/main" id="{3CC1E184-6D70-46B4-EF94-474C9A6FB2BA}"/>
              </a:ext>
            </a:extLst>
          </p:cNvPr>
          <p:cNvSpPr txBox="1"/>
          <p:nvPr/>
        </p:nvSpPr>
        <p:spPr>
          <a:xfrm flipH="1">
            <a:off x="2713083" y="5160730"/>
            <a:ext cx="414575" cy="36258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lang="en-US" sz="2100" b="0" i="1" u="none" strike="noStrike" kern="0" cap="none" spc="0" normalizeH="0" baseline="-5999" noProof="0">
                <a:ln>
                  <a:noFill/>
                </a:ln>
                <a:solidFill>
                  <a:srgbClr val="000000"/>
                </a:solidFill>
                <a:effectLst/>
                <a:uLnTx/>
                <a:uFillTx/>
                <a:latin typeface="Times New Roman"/>
                <a:cs typeface="Times New Roman"/>
                <a:sym typeface="Times New Roman"/>
              </a:rPr>
              <a:t>2</a:t>
            </a:r>
            <a:endParaRPr kumimoji="0" sz="2100" b="0" i="1" u="none" strike="noStrike" kern="0" cap="none" spc="0" normalizeH="0" baseline="-5999" noProof="0">
              <a:ln>
                <a:noFill/>
              </a:ln>
              <a:solidFill>
                <a:srgbClr val="000000"/>
              </a:solidFill>
              <a:effectLst/>
              <a:uLnTx/>
              <a:uFillTx/>
              <a:latin typeface="Times New Roman"/>
              <a:cs typeface="Times New Roman"/>
              <a:sym typeface="Times New Roman"/>
            </a:endParaRPr>
          </a:p>
        </p:txBody>
      </p:sp>
      <p:sp>
        <p:nvSpPr>
          <p:cNvPr id="7" name="Line">
            <a:extLst>
              <a:ext uri="{FF2B5EF4-FFF2-40B4-BE49-F238E27FC236}">
                <a16:creationId xmlns:a16="http://schemas.microsoft.com/office/drawing/2014/main" id="{3FB60765-33CE-4795-0E6A-15741D0A1E35}"/>
              </a:ext>
            </a:extLst>
          </p:cNvPr>
          <p:cNvSpPr/>
          <p:nvPr/>
        </p:nvSpPr>
        <p:spPr>
          <a:xfrm flipH="1">
            <a:off x="3121669" y="5352284"/>
            <a:ext cx="461320" cy="5284"/>
          </a:xfrm>
          <a:prstGeom prst="line">
            <a:avLst/>
          </a:prstGeom>
          <a:noFill/>
          <a:ln w="50800" cap="flat">
            <a:solidFill>
              <a:srgbClr val="000000"/>
            </a:solidFill>
            <a:prstDash val="solid"/>
            <a:miter lim="400000"/>
            <a:headEnd type="triangle"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8" name="X4">
            <a:extLst>
              <a:ext uri="{FF2B5EF4-FFF2-40B4-BE49-F238E27FC236}">
                <a16:creationId xmlns:a16="http://schemas.microsoft.com/office/drawing/2014/main" id="{814E1083-F5F5-153E-53F8-118B808A2361}"/>
              </a:ext>
            </a:extLst>
          </p:cNvPr>
          <p:cNvSpPr txBox="1"/>
          <p:nvPr/>
        </p:nvSpPr>
        <p:spPr>
          <a:xfrm>
            <a:off x="3583162" y="5132223"/>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sp>
        <p:nvSpPr>
          <p:cNvPr id="9" name="E.g., X1: Raining; X3: wet ground; X4: slippery.">
            <a:extLst>
              <a:ext uri="{FF2B5EF4-FFF2-40B4-BE49-F238E27FC236}">
                <a16:creationId xmlns:a16="http://schemas.microsoft.com/office/drawing/2014/main" id="{3E4C203E-DF71-F093-E15E-E72A0D2D5BF6}"/>
              </a:ext>
            </a:extLst>
          </p:cNvPr>
          <p:cNvSpPr txBox="1"/>
          <p:nvPr/>
        </p:nvSpPr>
        <p:spPr>
          <a:xfrm>
            <a:off x="1900675" y="5967349"/>
            <a:ext cx="6399158" cy="456856"/>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marL="0" marR="0" lvl="0" indent="0" algn="l"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lang="en-US" sz="2500" b="0" i="0" u="none" strike="noStrike" kern="0" cap="none" spc="0" normalizeH="0" baseline="0" noProof="0">
                <a:ln>
                  <a:noFill/>
                </a:ln>
                <a:solidFill>
                  <a:srgbClr val="00A2FF"/>
                </a:solidFill>
                <a:effectLst/>
                <a:uLnTx/>
                <a:uFillTx/>
                <a:latin typeface="Times New Roman"/>
                <a:cs typeface="Times New Roman"/>
                <a:sym typeface="Times New Roman"/>
              </a:rPr>
              <a:t>    PC  output                         FCI output</a:t>
            </a:r>
            <a:endParaRPr kumimoji="0" sz="2500" b="0" i="0" u="none" strike="noStrike" kern="0" cap="none" spc="0" normalizeH="0" baseline="0" noProof="0">
              <a:ln>
                <a:noFill/>
              </a:ln>
              <a:solidFill>
                <a:srgbClr val="00A2FF"/>
              </a:solidFill>
              <a:effectLst/>
              <a:uLnTx/>
              <a:uFillTx/>
              <a:latin typeface="Times New Roman"/>
              <a:cs typeface="Times New Roman"/>
              <a:sym typeface="Times New Roman"/>
            </a:endParaRPr>
          </a:p>
        </p:txBody>
      </p:sp>
      <p:sp>
        <p:nvSpPr>
          <p:cNvPr id="27" name="Line">
            <a:extLst>
              <a:ext uri="{FF2B5EF4-FFF2-40B4-BE49-F238E27FC236}">
                <a16:creationId xmlns:a16="http://schemas.microsoft.com/office/drawing/2014/main" id="{9F22AA36-116B-95CF-D762-8179E3C4CE7C}"/>
              </a:ext>
            </a:extLst>
          </p:cNvPr>
          <p:cNvSpPr/>
          <p:nvPr/>
        </p:nvSpPr>
        <p:spPr>
          <a:xfrm flipV="1">
            <a:off x="7218273" y="5379341"/>
            <a:ext cx="431736" cy="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28" name="X1">
            <a:extLst>
              <a:ext uri="{FF2B5EF4-FFF2-40B4-BE49-F238E27FC236}">
                <a16:creationId xmlns:a16="http://schemas.microsoft.com/office/drawing/2014/main" id="{2C6DB46C-DA1B-1C2D-6424-0B61FD1994AB}"/>
              </a:ext>
            </a:extLst>
          </p:cNvPr>
          <p:cNvSpPr txBox="1"/>
          <p:nvPr/>
        </p:nvSpPr>
        <p:spPr>
          <a:xfrm>
            <a:off x="5154642" y="5142074"/>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1</a:t>
            </a:r>
          </a:p>
        </p:txBody>
      </p:sp>
      <p:sp>
        <p:nvSpPr>
          <p:cNvPr id="29" name="Line">
            <a:extLst>
              <a:ext uri="{FF2B5EF4-FFF2-40B4-BE49-F238E27FC236}">
                <a16:creationId xmlns:a16="http://schemas.microsoft.com/office/drawing/2014/main" id="{8666F27C-5863-A7BE-3CBD-A49EA2214D89}"/>
              </a:ext>
            </a:extLst>
          </p:cNvPr>
          <p:cNvSpPr/>
          <p:nvPr/>
        </p:nvSpPr>
        <p:spPr>
          <a:xfrm flipH="1" flipV="1">
            <a:off x="5490452" y="5379805"/>
            <a:ext cx="501259" cy="0"/>
          </a:xfrm>
          <a:prstGeom prst="line">
            <a:avLst/>
          </a:prstGeom>
          <a:noFill/>
          <a:ln w="50800" cap="flat">
            <a:solidFill>
              <a:srgbClr val="000000"/>
            </a:solidFill>
            <a:prstDash val="solid"/>
            <a:miter lim="400000"/>
            <a:headEnd type="stealth" w="med" len="med"/>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0" name="X2">
            <a:extLst>
              <a:ext uri="{FF2B5EF4-FFF2-40B4-BE49-F238E27FC236}">
                <a16:creationId xmlns:a16="http://schemas.microsoft.com/office/drawing/2014/main" id="{846C9C92-A5A6-52C2-602F-544F3D55FF5F}"/>
              </a:ext>
            </a:extLst>
          </p:cNvPr>
          <p:cNvSpPr txBox="1"/>
          <p:nvPr/>
        </p:nvSpPr>
        <p:spPr>
          <a:xfrm>
            <a:off x="7624227" y="5187786"/>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lang="en-US" sz="2100" b="0" i="1" u="none" strike="noStrike" kern="0" cap="none" spc="0" normalizeH="0" baseline="-5999" noProof="0">
                <a:ln>
                  <a:noFill/>
                </a:ln>
                <a:solidFill>
                  <a:srgbClr val="000000"/>
                </a:solidFill>
                <a:effectLst/>
                <a:uLnTx/>
                <a:uFillTx/>
                <a:latin typeface="Times New Roman"/>
                <a:cs typeface="Times New Roman"/>
                <a:sym typeface="Times New Roman"/>
              </a:rPr>
              <a:t>3</a:t>
            </a:r>
            <a:endParaRPr kumimoji="0" sz="2100" b="0" i="1" u="none" strike="noStrike" kern="0" cap="none" spc="0" normalizeH="0" baseline="-5999" noProof="0">
              <a:ln>
                <a:noFill/>
              </a:ln>
              <a:solidFill>
                <a:srgbClr val="000000"/>
              </a:solidFill>
              <a:effectLst/>
              <a:uLnTx/>
              <a:uFillTx/>
              <a:latin typeface="Times New Roman"/>
              <a:cs typeface="Times New Roman"/>
              <a:sym typeface="Times New Roman"/>
            </a:endParaRPr>
          </a:p>
        </p:txBody>
      </p:sp>
      <p:sp>
        <p:nvSpPr>
          <p:cNvPr id="31" name="X3">
            <a:extLst>
              <a:ext uri="{FF2B5EF4-FFF2-40B4-BE49-F238E27FC236}">
                <a16:creationId xmlns:a16="http://schemas.microsoft.com/office/drawing/2014/main" id="{7DF1B437-9523-D993-231A-25312A870840}"/>
              </a:ext>
            </a:extLst>
          </p:cNvPr>
          <p:cNvSpPr txBox="1"/>
          <p:nvPr/>
        </p:nvSpPr>
        <p:spPr>
          <a:xfrm flipH="1">
            <a:off x="6015057" y="5187786"/>
            <a:ext cx="414575" cy="36258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lang="en-US" sz="2100" b="0" i="1" u="none" strike="noStrike" kern="0" cap="none" spc="0" normalizeH="0" baseline="-5999" noProof="0">
                <a:ln>
                  <a:noFill/>
                </a:ln>
                <a:solidFill>
                  <a:srgbClr val="000000"/>
                </a:solidFill>
                <a:effectLst/>
                <a:uLnTx/>
                <a:uFillTx/>
                <a:latin typeface="Times New Roman"/>
                <a:cs typeface="Times New Roman"/>
                <a:sym typeface="Times New Roman"/>
              </a:rPr>
              <a:t>2</a:t>
            </a:r>
            <a:endParaRPr kumimoji="0" sz="2100" b="0" i="1" u="none" strike="noStrike" kern="0" cap="none" spc="0" normalizeH="0" baseline="-5999" noProof="0">
              <a:ln>
                <a:noFill/>
              </a:ln>
              <a:solidFill>
                <a:srgbClr val="000000"/>
              </a:solidFill>
              <a:effectLst/>
              <a:uLnTx/>
              <a:uFillTx/>
              <a:latin typeface="Times New Roman"/>
              <a:cs typeface="Times New Roman"/>
              <a:sym typeface="Times New Roman"/>
            </a:endParaRPr>
          </a:p>
        </p:txBody>
      </p:sp>
      <p:sp>
        <p:nvSpPr>
          <p:cNvPr id="32" name="Line">
            <a:extLst>
              <a:ext uri="{FF2B5EF4-FFF2-40B4-BE49-F238E27FC236}">
                <a16:creationId xmlns:a16="http://schemas.microsoft.com/office/drawing/2014/main" id="{365D4332-1746-147A-80C5-1D68CE84BAB9}"/>
              </a:ext>
            </a:extLst>
          </p:cNvPr>
          <p:cNvSpPr/>
          <p:nvPr/>
        </p:nvSpPr>
        <p:spPr>
          <a:xfrm flipH="1">
            <a:off x="6423643" y="5379340"/>
            <a:ext cx="461320" cy="5284"/>
          </a:xfrm>
          <a:prstGeom prst="line">
            <a:avLst/>
          </a:prstGeom>
          <a:noFill/>
          <a:ln w="50800" cap="flat">
            <a:solidFill>
              <a:srgbClr val="000000"/>
            </a:solidFill>
            <a:prstDash val="solid"/>
            <a:miter lim="400000"/>
            <a:headEnd type="triangle" w="med" len="med"/>
            <a:tailEnd type="triangle"/>
          </a:ln>
          <a:effectLst/>
        </p:spPr>
        <p:txBody>
          <a:bodyPr wrap="square" lIns="35719" tIns="35719" rIns="35719" bIns="35719" numCol="1" anchor="ctr">
            <a:noAutofit/>
          </a:bodyPr>
          <a:lstStyle/>
          <a:p>
            <a:pPr marL="0" marR="0" lvl="0" indent="0" algn="l" defTabSz="321469" rtl="0" eaLnBrk="1" fontAlgn="auto" latinLnBrk="0" hangingPunct="0">
              <a:lnSpc>
                <a:spcPct val="100000"/>
              </a:lnSpc>
              <a:spcBef>
                <a:spcPts val="0"/>
              </a:spcBef>
              <a:spcAft>
                <a:spcPts val="0"/>
              </a:spcAft>
              <a:buClrTx/>
              <a:buSzTx/>
              <a:buFontTx/>
              <a:buNone/>
              <a:tabLst/>
              <a:defRPr sz="1600">
                <a:latin typeface="Helvetica"/>
                <a:ea typeface="Helvetica"/>
                <a:cs typeface="Helvetica"/>
                <a:sym typeface="Helvetica"/>
              </a:defRPr>
            </a:pPr>
            <a:endParaRPr kumimoji="0" sz="800" b="0" i="0" u="none" strike="noStrike" kern="0" cap="none" spc="0" normalizeH="0" baseline="0" noProof="0">
              <a:ln>
                <a:noFill/>
              </a:ln>
              <a:solidFill>
                <a:srgbClr val="000000"/>
              </a:solidFill>
              <a:effectLst/>
              <a:uLnTx/>
              <a:uFillTx/>
              <a:latin typeface="Helvetica"/>
              <a:sym typeface="Helvetica"/>
            </a:endParaRPr>
          </a:p>
        </p:txBody>
      </p:sp>
      <p:sp>
        <p:nvSpPr>
          <p:cNvPr id="33" name="X4">
            <a:extLst>
              <a:ext uri="{FF2B5EF4-FFF2-40B4-BE49-F238E27FC236}">
                <a16:creationId xmlns:a16="http://schemas.microsoft.com/office/drawing/2014/main" id="{1DED7B65-21F7-F64E-70E0-BE923BD25E5A}"/>
              </a:ext>
            </a:extLst>
          </p:cNvPr>
          <p:cNvSpPr txBox="1"/>
          <p:nvPr/>
        </p:nvSpPr>
        <p:spPr>
          <a:xfrm>
            <a:off x="6885136" y="5159279"/>
            <a:ext cx="359092" cy="41182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noAutofit/>
          </a:bodyPr>
          <a:lstStyle/>
          <a:p>
            <a:pPr marL="0" marR="0" lvl="0" indent="0" algn="ctr" defTabSz="410766" rtl="0" eaLnBrk="1" fontAlgn="auto" latinLnBrk="0" hangingPunct="0">
              <a:lnSpc>
                <a:spcPct val="100000"/>
              </a:lnSpc>
              <a:spcBef>
                <a:spcPts val="0"/>
              </a:spcBef>
              <a:spcAft>
                <a:spcPts val="0"/>
              </a:spcAft>
              <a:buClrTx/>
              <a:buSzTx/>
              <a:buFontTx/>
              <a:buNone/>
              <a:tabLst/>
              <a:defRPr sz="4200" i="1">
                <a:latin typeface="Times New Roman"/>
                <a:ea typeface="Times New Roman"/>
                <a:cs typeface="Times New Roman"/>
                <a:sym typeface="Times New Roman"/>
              </a:defRPr>
            </a:pPr>
            <a:r>
              <a:rPr kumimoji="0" sz="2100" b="0" i="1" u="none" strike="noStrike" kern="0" cap="none" spc="0" normalizeH="0" baseline="0" noProof="0">
                <a:ln>
                  <a:noFill/>
                </a:ln>
                <a:solidFill>
                  <a:srgbClr val="000000"/>
                </a:solidFill>
                <a:effectLst/>
                <a:uLnTx/>
                <a:uFillTx/>
                <a:latin typeface="Times New Roman"/>
                <a:cs typeface="Times New Roman"/>
                <a:sym typeface="Times New Roman"/>
              </a:rPr>
              <a:t>X</a:t>
            </a:r>
            <a:r>
              <a:rPr kumimoji="0" sz="2100" b="0" i="1" u="none" strike="noStrike" kern="0" cap="none" spc="0" normalizeH="0" baseline="-5999" noProof="0">
                <a:ln>
                  <a:noFill/>
                </a:ln>
                <a:solidFill>
                  <a:srgbClr val="000000"/>
                </a:solidFill>
                <a:effectLst/>
                <a:uLnTx/>
                <a:uFillTx/>
                <a:latin typeface="Times New Roman"/>
                <a:cs typeface="Times New Roman"/>
                <a:sym typeface="Times New Roman"/>
              </a:rPr>
              <a:t>4</a:t>
            </a:r>
          </a:p>
        </p:txBody>
      </p:sp>
      <p:sp>
        <p:nvSpPr>
          <p:cNvPr id="34" name="E.g., X1: I am not sick; X2: I am in this lecture room; X4: you are in this lecture room; X3: you are not sick.">
            <a:extLst>
              <a:ext uri="{FF2B5EF4-FFF2-40B4-BE49-F238E27FC236}">
                <a16:creationId xmlns:a16="http://schemas.microsoft.com/office/drawing/2014/main" id="{11D876E1-DE9C-25A6-A284-6166FD7F033D}"/>
              </a:ext>
            </a:extLst>
          </p:cNvPr>
          <p:cNvSpPr txBox="1"/>
          <p:nvPr/>
        </p:nvSpPr>
        <p:spPr>
          <a:xfrm>
            <a:off x="1836574" y="3920231"/>
            <a:ext cx="8054509" cy="841577"/>
          </a:xfrm>
          <a:prstGeom prst="rect">
            <a:avLst/>
          </a:prstGeom>
          <a:ln w="25400">
            <a:solidFill>
              <a:srgbClr val="093CF3"/>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marL="0" marR="0" lvl="0" indent="0" algn="ctr" defTabSz="410766" rtl="0" eaLnBrk="1" fontAlgn="auto" latinLnBrk="0" hangingPunct="0">
              <a:lnSpc>
                <a:spcPct val="100000"/>
              </a:lnSpc>
              <a:spcBef>
                <a:spcPts val="0"/>
              </a:spcBef>
              <a:spcAft>
                <a:spcPts val="0"/>
              </a:spcAft>
              <a:buClrTx/>
              <a:buSzTx/>
              <a:buFontTx/>
              <a:buNone/>
              <a:tabLst/>
              <a:defRPr sz="5000">
                <a:solidFill>
                  <a:srgbClr val="00A2FF"/>
                </a:solidFill>
                <a:latin typeface="Times New Roman"/>
                <a:ea typeface="Times New Roman"/>
                <a:cs typeface="Times New Roman"/>
                <a:sym typeface="Times New Roman"/>
              </a:defRPr>
            </a:pPr>
            <a:r>
              <a:rPr kumimoji="0" lang="en-US" sz="2500" b="0" i="0" u="none" strike="noStrike" kern="0" cap="none" spc="0" normalizeH="0" baseline="0" noProof="0">
                <a:ln>
                  <a:noFill/>
                </a:ln>
                <a:solidFill>
                  <a:srgbClr val="00A2FF"/>
                </a:solidFill>
                <a:effectLst/>
                <a:uLnTx/>
                <a:uFillTx/>
                <a:latin typeface="Times New Roman"/>
                <a:cs typeface="Times New Roman"/>
                <a:sym typeface="Times New Roman"/>
              </a:rPr>
              <a:t>No DAG withhout latent confounders has this set of d-separations.</a:t>
            </a:r>
            <a:endParaRPr kumimoji="0" sz="2500" b="0" i="0" u="none" strike="noStrike" kern="0" cap="none" spc="0" normalizeH="0" baseline="0" noProof="0">
              <a:ln>
                <a:noFill/>
              </a:ln>
              <a:solidFill>
                <a:srgbClr val="00A2FF"/>
              </a:solidFill>
              <a:effectLst/>
              <a:uLnTx/>
              <a:uFillTx/>
              <a:latin typeface="Times New Roman"/>
              <a:cs typeface="Times New Roman"/>
              <a:sym typeface="Times New Roman"/>
            </a:endParaRPr>
          </a:p>
        </p:txBody>
      </p:sp>
      <p:sp>
        <p:nvSpPr>
          <p:cNvPr id="10" name="Slide Number Placeholder 9">
            <a:extLst>
              <a:ext uri="{FF2B5EF4-FFF2-40B4-BE49-F238E27FC236}">
                <a16:creationId xmlns:a16="http://schemas.microsoft.com/office/drawing/2014/main" id="{4C33868B-ADAF-EC4D-A6C7-6EB95375B288}"/>
              </a:ext>
            </a:extLst>
          </p:cNvPr>
          <p:cNvSpPr>
            <a:spLocks noGrp="1"/>
          </p:cNvSpPr>
          <p:nvPr>
            <p:ph type="sldNum" sz="quarter" idx="2"/>
          </p:nvPr>
        </p:nvSpPr>
        <p:spPr/>
        <p:txBody>
          <a:bodyPr/>
          <a:lstStyle/>
          <a:p>
            <a:fld id="{86CB4B4D-7CA3-9044-876B-883B54F8677D}" type="slidenum">
              <a:rPr lang="en-US" smtClean="0"/>
              <a:pPr/>
              <a:t>7</a:t>
            </a:fld>
            <a:endParaRPr lang="en-US"/>
          </a:p>
        </p:txBody>
      </p:sp>
    </p:spTree>
    <p:extLst>
      <p:ext uri="{BB962C8B-B14F-4D97-AF65-F5344CB8AC3E}">
        <p14:creationId xmlns:p14="http://schemas.microsoft.com/office/powerpoint/2010/main" val="92839921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8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8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 grpId="0" animBg="1" advAuto="0"/>
      <p:bldP spid="845" grpId="0" animBg="1" advAuto="0"/>
      <p:bldP spid="850" grpId="0" animBg="1" advAuto="0"/>
      <p:bldP spid="851" grpId="0" animBg="1" advAuto="0"/>
      <p:bldP spid="9" grpId="0" animBg="1" advAuto="0"/>
      <p:bldP spid="34"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F02E-3FB1-1BFD-FB87-19D4506F26A9}"/>
              </a:ext>
            </a:extLst>
          </p:cNvPr>
          <p:cNvSpPr>
            <a:spLocks noGrp="1"/>
          </p:cNvSpPr>
          <p:nvPr>
            <p:ph type="title"/>
          </p:nvPr>
        </p:nvSpPr>
        <p:spPr/>
        <p:txBody>
          <a:bodyPr/>
          <a:lstStyle/>
          <a:p>
            <a:pPr>
              <a:defRPr/>
            </a:pPr>
            <a:r>
              <a:rPr lang="en-US"/>
              <a:t>Motivation</a:t>
            </a:r>
          </a:p>
        </p:txBody>
      </p:sp>
      <p:sp>
        <p:nvSpPr>
          <p:cNvPr id="3" name="Content Placeholder 2">
            <a:extLst>
              <a:ext uri="{FF2B5EF4-FFF2-40B4-BE49-F238E27FC236}">
                <a16:creationId xmlns:a16="http://schemas.microsoft.com/office/drawing/2014/main" id="{AE5D737F-CD06-1CA1-73B0-E1F0CBC28DB0}"/>
              </a:ext>
            </a:extLst>
          </p:cNvPr>
          <p:cNvSpPr>
            <a:spLocks noGrp="1"/>
          </p:cNvSpPr>
          <p:nvPr>
            <p:ph idx="1"/>
          </p:nvPr>
        </p:nvSpPr>
        <p:spPr/>
        <p:txBody>
          <a:bodyPr/>
          <a:lstStyle/>
          <a:p>
            <a:pPr marL="0" indent="0">
              <a:buNone/>
            </a:pPr>
            <a:r>
              <a:rPr lang="en-US" altLang="en-US"/>
              <a:t>X	Y</a:t>
            </a:r>
          </a:p>
          <a:p>
            <a:pPr marL="0" indent="0">
              <a:buNone/>
            </a:pPr>
            <a:endParaRPr lang="en-US" altLang="en-US"/>
          </a:p>
          <a:p>
            <a:pPr marL="0" indent="0">
              <a:buNone/>
            </a:pPr>
            <a:r>
              <a:rPr lang="en-US" altLang="en-US"/>
              <a:t>Z	W</a:t>
            </a:r>
          </a:p>
          <a:p>
            <a:pPr marL="0" indent="0">
              <a:buNone/>
            </a:pPr>
            <a:endParaRPr lang="en-US" altLang="en-US"/>
          </a:p>
          <a:p>
            <a:pPr marL="0" indent="0">
              <a:buNone/>
            </a:pPr>
            <a:r>
              <a:rPr lang="en-US" altLang="en-US"/>
              <a:t>      L</a:t>
            </a:r>
          </a:p>
          <a:p>
            <a:pPr marL="0" indent="0">
              <a:buNone/>
            </a:pPr>
            <a:endParaRPr lang="en-US" altLang="en-US"/>
          </a:p>
          <a:p>
            <a:pPr marL="0" indent="0">
              <a:buNone/>
            </a:pPr>
            <a:r>
              <a:rPr lang="en-US" altLang="en-US"/>
              <a:t>DAG G</a:t>
            </a:r>
          </a:p>
        </p:txBody>
      </p:sp>
      <p:sp>
        <p:nvSpPr>
          <p:cNvPr id="17412" name="Line 4">
            <a:extLst>
              <a:ext uri="{FF2B5EF4-FFF2-40B4-BE49-F238E27FC236}">
                <a16:creationId xmlns:a16="http://schemas.microsoft.com/office/drawing/2014/main" id="{8796045B-52A8-280C-A7E4-2AB1752DD3BA}"/>
              </a:ext>
            </a:extLst>
          </p:cNvPr>
          <p:cNvSpPr>
            <a:spLocks noChangeShapeType="1"/>
          </p:cNvSpPr>
          <p:nvPr/>
        </p:nvSpPr>
        <p:spPr bwMode="auto">
          <a:xfrm>
            <a:off x="1765640" y="2520032"/>
            <a:ext cx="11112"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7413" name="Line 4">
            <a:extLst>
              <a:ext uri="{FF2B5EF4-FFF2-40B4-BE49-F238E27FC236}">
                <a16:creationId xmlns:a16="http://schemas.microsoft.com/office/drawing/2014/main" id="{3C06E434-03E7-7162-81B8-BAFB1F7976FB}"/>
              </a:ext>
            </a:extLst>
          </p:cNvPr>
          <p:cNvSpPr>
            <a:spLocks noChangeShapeType="1"/>
          </p:cNvSpPr>
          <p:nvPr/>
        </p:nvSpPr>
        <p:spPr bwMode="auto">
          <a:xfrm>
            <a:off x="2710203" y="2523207"/>
            <a:ext cx="11113"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7414" name="Line 4">
            <a:extLst>
              <a:ext uri="{FF2B5EF4-FFF2-40B4-BE49-F238E27FC236}">
                <a16:creationId xmlns:a16="http://schemas.microsoft.com/office/drawing/2014/main" id="{045EAFF7-CA89-77F8-6EBD-B4A66584D86F}"/>
              </a:ext>
            </a:extLst>
          </p:cNvPr>
          <p:cNvSpPr>
            <a:spLocks noChangeShapeType="1"/>
          </p:cNvSpPr>
          <p:nvPr/>
        </p:nvSpPr>
        <p:spPr bwMode="auto">
          <a:xfrm flipH="1" flipV="1">
            <a:off x="1765640" y="3740821"/>
            <a:ext cx="482600" cy="5476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7415" name="Line 4">
            <a:extLst>
              <a:ext uri="{FF2B5EF4-FFF2-40B4-BE49-F238E27FC236}">
                <a16:creationId xmlns:a16="http://schemas.microsoft.com/office/drawing/2014/main" id="{6BDD216F-CCBD-9C4F-B331-A0058F3B6EE7}"/>
              </a:ext>
            </a:extLst>
          </p:cNvPr>
          <p:cNvSpPr>
            <a:spLocks noChangeShapeType="1"/>
          </p:cNvSpPr>
          <p:nvPr/>
        </p:nvSpPr>
        <p:spPr bwMode="auto">
          <a:xfrm flipV="1">
            <a:off x="2248241" y="3740820"/>
            <a:ext cx="358775" cy="514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7416" name="TextBox 9">
            <a:extLst>
              <a:ext uri="{FF2B5EF4-FFF2-40B4-BE49-F238E27FC236}">
                <a16:creationId xmlns:a16="http://schemas.microsoft.com/office/drawing/2014/main" id="{A32EDA81-EA04-A38C-6CA2-56FCEA55BF59}"/>
              </a:ext>
            </a:extLst>
          </p:cNvPr>
          <p:cNvSpPr txBox="1">
            <a:spLocks noChangeArrowheads="1"/>
          </p:cNvSpPr>
          <p:nvPr/>
        </p:nvSpPr>
        <p:spPr bwMode="auto">
          <a:xfrm>
            <a:off x="3654767" y="2119313"/>
            <a:ext cx="55086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200">
                <a:solidFill>
                  <a:srgbClr val="FFFFFF"/>
                </a:solidFill>
                <a:latin typeface="Times New Roman" panose="02020603050405020304" pitchFamily="18" charset="0"/>
              </a:rPr>
              <a:t>If L is measured, what is a good DAG selection method?</a:t>
            </a:r>
          </a:p>
        </p:txBody>
      </p:sp>
      <p:grpSp>
        <p:nvGrpSpPr>
          <p:cNvPr id="13" name="Group 12">
            <a:extLst>
              <a:ext uri="{FF2B5EF4-FFF2-40B4-BE49-F238E27FC236}">
                <a16:creationId xmlns:a16="http://schemas.microsoft.com/office/drawing/2014/main" id="{CBC25CCE-EF3B-25EC-1183-94C9A94A9659}"/>
              </a:ext>
            </a:extLst>
          </p:cNvPr>
          <p:cNvGrpSpPr>
            <a:grpSpLocks/>
          </p:cNvGrpSpPr>
          <p:nvPr/>
        </p:nvGrpSpPr>
        <p:grpSpPr bwMode="auto">
          <a:xfrm>
            <a:off x="1896382" y="3335339"/>
            <a:ext cx="7245350" cy="1727200"/>
            <a:chOff x="1533965" y="3270047"/>
            <a:chExt cx="7244928" cy="1728086"/>
          </a:xfrm>
        </p:grpSpPr>
        <p:sp>
          <p:nvSpPr>
            <p:cNvPr id="17418" name="TextBox 10">
              <a:extLst>
                <a:ext uri="{FF2B5EF4-FFF2-40B4-BE49-F238E27FC236}">
                  <a16:creationId xmlns:a16="http://schemas.microsoft.com/office/drawing/2014/main" id="{E74847C2-1785-5235-B641-01D6A7997DB5}"/>
                </a:ext>
              </a:extLst>
            </p:cNvPr>
            <p:cNvSpPr txBox="1">
              <a:spLocks noChangeArrowheads="1"/>
            </p:cNvSpPr>
            <p:nvPr/>
          </p:nvSpPr>
          <p:spPr bwMode="auto">
            <a:xfrm>
              <a:off x="3269813" y="3270047"/>
              <a:ext cx="55090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200">
                  <a:solidFill>
                    <a:srgbClr val="FFFFFF"/>
                  </a:solidFill>
                  <a:latin typeface="Times New Roman" panose="02020603050405020304" pitchFamily="18" charset="0"/>
                </a:rPr>
                <a:t>If L is not measured, why are these not good DAG selection methods?</a:t>
              </a:r>
            </a:p>
          </p:txBody>
        </p:sp>
        <p:sp>
          <p:nvSpPr>
            <p:cNvPr id="17419" name="Oval 11">
              <a:extLst>
                <a:ext uri="{FF2B5EF4-FFF2-40B4-BE49-F238E27FC236}">
                  <a16:creationId xmlns:a16="http://schemas.microsoft.com/office/drawing/2014/main" id="{7D8EA097-BAC2-01AF-FA64-215D370101C7}"/>
                </a:ext>
              </a:extLst>
            </p:cNvPr>
            <p:cNvSpPr>
              <a:spLocks noChangeArrowheads="1"/>
            </p:cNvSpPr>
            <p:nvPr/>
          </p:nvSpPr>
          <p:spPr bwMode="auto">
            <a:xfrm>
              <a:off x="1533965" y="4288827"/>
              <a:ext cx="742242" cy="70930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sz="2300">
                <a:solidFill>
                  <a:srgbClr val="FFFFFF"/>
                </a:solidFill>
              </a:endParaRPr>
            </a:p>
          </p:txBody>
        </p:sp>
      </p:grpSp>
      <p:sp>
        <p:nvSpPr>
          <p:cNvPr id="4" name="Slide Number Placeholder 3">
            <a:extLst>
              <a:ext uri="{FF2B5EF4-FFF2-40B4-BE49-F238E27FC236}">
                <a16:creationId xmlns:a16="http://schemas.microsoft.com/office/drawing/2014/main" id="{CAA5A58A-3932-DC4B-8730-1D4142E1C2A6}"/>
              </a:ext>
            </a:extLst>
          </p:cNvPr>
          <p:cNvSpPr>
            <a:spLocks noGrp="1"/>
          </p:cNvSpPr>
          <p:nvPr>
            <p:ph type="sldNum" sz="quarter" idx="10"/>
          </p:nvPr>
        </p:nvSpPr>
        <p:spPr/>
        <p:txBody>
          <a:bodyPr/>
          <a:lstStyle/>
          <a:p>
            <a:fld id="{6B69CBE1-A7D5-7240-8D99-C0F6CAE01367}" type="slidenum">
              <a:rPr lang="en-US" altLang="en-US" smtClean="0"/>
              <a:pPr/>
              <a:t>8</a:t>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10B16-B28E-53FD-1A41-4342B710D3F3}"/>
              </a:ext>
            </a:extLst>
          </p:cNvPr>
          <p:cNvSpPr>
            <a:spLocks noGrp="1"/>
          </p:cNvSpPr>
          <p:nvPr>
            <p:ph type="title"/>
          </p:nvPr>
        </p:nvSpPr>
        <p:spPr/>
        <p:txBody>
          <a:bodyPr/>
          <a:lstStyle/>
          <a:p>
            <a:pPr>
              <a:defRPr/>
            </a:pPr>
            <a:r>
              <a:rPr lang="en-US"/>
              <a:t>Motivation</a:t>
            </a:r>
          </a:p>
        </p:txBody>
      </p:sp>
      <p:sp>
        <p:nvSpPr>
          <p:cNvPr id="3" name="Content Placeholder 2">
            <a:extLst>
              <a:ext uri="{FF2B5EF4-FFF2-40B4-BE49-F238E27FC236}">
                <a16:creationId xmlns:a16="http://schemas.microsoft.com/office/drawing/2014/main" id="{44C14620-0134-D62B-4DBA-94DCFE4FB460}"/>
              </a:ext>
            </a:extLst>
          </p:cNvPr>
          <p:cNvSpPr>
            <a:spLocks noGrp="1"/>
          </p:cNvSpPr>
          <p:nvPr>
            <p:ph idx="1"/>
          </p:nvPr>
        </p:nvSpPr>
        <p:spPr>
          <a:xfrm>
            <a:off x="2681288" y="1981200"/>
            <a:ext cx="1712912" cy="4114800"/>
          </a:xfrm>
        </p:spPr>
        <p:txBody>
          <a:bodyPr/>
          <a:lstStyle/>
          <a:p>
            <a:pPr marL="0" indent="0">
              <a:buNone/>
            </a:pPr>
            <a:r>
              <a:rPr lang="en-US" altLang="en-US"/>
              <a:t>X	Y</a:t>
            </a:r>
          </a:p>
          <a:p>
            <a:pPr marL="0" indent="0">
              <a:buNone/>
            </a:pPr>
            <a:endParaRPr lang="en-US" altLang="en-US"/>
          </a:p>
          <a:p>
            <a:pPr marL="0" indent="0">
              <a:buNone/>
            </a:pPr>
            <a:r>
              <a:rPr lang="en-US" altLang="en-US"/>
              <a:t>Z	W</a:t>
            </a:r>
          </a:p>
          <a:p>
            <a:pPr marL="0" indent="0">
              <a:buNone/>
            </a:pPr>
            <a:endParaRPr lang="en-US" altLang="en-US"/>
          </a:p>
          <a:p>
            <a:pPr marL="0" indent="0">
              <a:buNone/>
            </a:pPr>
            <a:r>
              <a:rPr lang="en-US" altLang="en-US"/>
              <a:t>      L</a:t>
            </a:r>
          </a:p>
        </p:txBody>
      </p:sp>
      <p:sp>
        <p:nvSpPr>
          <p:cNvPr id="20484" name="Line 4">
            <a:extLst>
              <a:ext uri="{FF2B5EF4-FFF2-40B4-BE49-F238E27FC236}">
                <a16:creationId xmlns:a16="http://schemas.microsoft.com/office/drawing/2014/main" id="{3D920A4D-EA6F-0129-667B-7BF28CCB40CB}"/>
              </a:ext>
            </a:extLst>
          </p:cNvPr>
          <p:cNvSpPr>
            <a:spLocks noChangeShapeType="1"/>
          </p:cNvSpPr>
          <p:nvPr/>
        </p:nvSpPr>
        <p:spPr bwMode="auto">
          <a:xfrm>
            <a:off x="2925763" y="2524125"/>
            <a:ext cx="11112"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85" name="Line 4">
            <a:extLst>
              <a:ext uri="{FF2B5EF4-FFF2-40B4-BE49-F238E27FC236}">
                <a16:creationId xmlns:a16="http://schemas.microsoft.com/office/drawing/2014/main" id="{8A77E8E3-8F0D-FE3E-0EE4-B802B6A657CD}"/>
              </a:ext>
            </a:extLst>
          </p:cNvPr>
          <p:cNvSpPr>
            <a:spLocks noChangeShapeType="1"/>
          </p:cNvSpPr>
          <p:nvPr/>
        </p:nvSpPr>
        <p:spPr bwMode="auto">
          <a:xfrm>
            <a:off x="3870326" y="2527300"/>
            <a:ext cx="11113"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86" name="Line 4">
            <a:extLst>
              <a:ext uri="{FF2B5EF4-FFF2-40B4-BE49-F238E27FC236}">
                <a16:creationId xmlns:a16="http://schemas.microsoft.com/office/drawing/2014/main" id="{58FDDC91-CDD6-6DC2-FF6E-5B5F411B3FF3}"/>
              </a:ext>
            </a:extLst>
          </p:cNvPr>
          <p:cNvSpPr>
            <a:spLocks noChangeShapeType="1"/>
          </p:cNvSpPr>
          <p:nvPr/>
        </p:nvSpPr>
        <p:spPr bwMode="auto">
          <a:xfrm flipH="1" flipV="1">
            <a:off x="2925763" y="3744914"/>
            <a:ext cx="482600" cy="5476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87" name="Line 4">
            <a:extLst>
              <a:ext uri="{FF2B5EF4-FFF2-40B4-BE49-F238E27FC236}">
                <a16:creationId xmlns:a16="http://schemas.microsoft.com/office/drawing/2014/main" id="{672E3501-5561-CC39-2C6B-8C072B784F82}"/>
              </a:ext>
            </a:extLst>
          </p:cNvPr>
          <p:cNvSpPr>
            <a:spLocks noChangeShapeType="1"/>
          </p:cNvSpPr>
          <p:nvPr/>
        </p:nvSpPr>
        <p:spPr bwMode="auto">
          <a:xfrm flipV="1">
            <a:off x="3408364" y="3744913"/>
            <a:ext cx="358775" cy="514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88" name="Oval 8">
            <a:extLst>
              <a:ext uri="{FF2B5EF4-FFF2-40B4-BE49-F238E27FC236}">
                <a16:creationId xmlns:a16="http://schemas.microsoft.com/office/drawing/2014/main" id="{1C5574A8-2D74-5947-5D7E-CB91A96757F2}"/>
              </a:ext>
            </a:extLst>
          </p:cNvPr>
          <p:cNvSpPr>
            <a:spLocks noChangeArrowheads="1"/>
          </p:cNvSpPr>
          <p:nvPr/>
        </p:nvSpPr>
        <p:spPr bwMode="auto">
          <a:xfrm>
            <a:off x="3057525" y="4289426"/>
            <a:ext cx="742950" cy="7080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sz="2300">
              <a:solidFill>
                <a:srgbClr val="FFFFFF"/>
              </a:solidFill>
            </a:endParaRPr>
          </a:p>
        </p:txBody>
      </p:sp>
      <p:sp>
        <p:nvSpPr>
          <p:cNvPr id="11" name="Content Placeholder 2">
            <a:extLst>
              <a:ext uri="{FF2B5EF4-FFF2-40B4-BE49-F238E27FC236}">
                <a16:creationId xmlns:a16="http://schemas.microsoft.com/office/drawing/2014/main" id="{46CE1D4B-92F7-9733-5F7A-40227EDF3A83}"/>
              </a:ext>
            </a:extLst>
          </p:cNvPr>
          <p:cNvSpPr txBox="1">
            <a:spLocks/>
          </p:cNvSpPr>
          <p:nvPr/>
        </p:nvSpPr>
        <p:spPr bwMode="auto">
          <a:xfrm>
            <a:off x="4994276" y="1952625"/>
            <a:ext cx="1712913" cy="4114800"/>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X	Y</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Z	W</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      </a:t>
            </a:r>
          </a:p>
        </p:txBody>
      </p:sp>
      <p:sp>
        <p:nvSpPr>
          <p:cNvPr id="20490" name="Line 4">
            <a:extLst>
              <a:ext uri="{FF2B5EF4-FFF2-40B4-BE49-F238E27FC236}">
                <a16:creationId xmlns:a16="http://schemas.microsoft.com/office/drawing/2014/main" id="{B4BA25C1-76EE-1945-3BEF-D6626AB846DC}"/>
              </a:ext>
            </a:extLst>
          </p:cNvPr>
          <p:cNvSpPr>
            <a:spLocks noChangeShapeType="1"/>
          </p:cNvSpPr>
          <p:nvPr/>
        </p:nvSpPr>
        <p:spPr bwMode="auto">
          <a:xfrm>
            <a:off x="5238751" y="2495550"/>
            <a:ext cx="11113"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91" name="Line 4">
            <a:extLst>
              <a:ext uri="{FF2B5EF4-FFF2-40B4-BE49-F238E27FC236}">
                <a16:creationId xmlns:a16="http://schemas.microsoft.com/office/drawing/2014/main" id="{5716FD04-AF7F-EE51-A2EB-B85DD756F974}"/>
              </a:ext>
            </a:extLst>
          </p:cNvPr>
          <p:cNvSpPr>
            <a:spLocks noChangeShapeType="1"/>
          </p:cNvSpPr>
          <p:nvPr/>
        </p:nvSpPr>
        <p:spPr bwMode="auto">
          <a:xfrm>
            <a:off x="6183313" y="2498725"/>
            <a:ext cx="11112"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92" name="Line 4">
            <a:extLst>
              <a:ext uri="{FF2B5EF4-FFF2-40B4-BE49-F238E27FC236}">
                <a16:creationId xmlns:a16="http://schemas.microsoft.com/office/drawing/2014/main" id="{646EC081-EE90-1B0C-7A2E-67701B2A1959}"/>
              </a:ext>
            </a:extLst>
          </p:cNvPr>
          <p:cNvSpPr>
            <a:spLocks noChangeShapeType="1"/>
          </p:cNvSpPr>
          <p:nvPr/>
        </p:nvSpPr>
        <p:spPr bwMode="auto">
          <a:xfrm flipH="1">
            <a:off x="5354638" y="3448051"/>
            <a:ext cx="557212" cy="31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93" name="Line 4">
            <a:extLst>
              <a:ext uri="{FF2B5EF4-FFF2-40B4-BE49-F238E27FC236}">
                <a16:creationId xmlns:a16="http://schemas.microsoft.com/office/drawing/2014/main" id="{72D7C582-2954-397E-E8D0-B50B767BB2BD}"/>
              </a:ext>
            </a:extLst>
          </p:cNvPr>
          <p:cNvSpPr>
            <a:spLocks noChangeShapeType="1"/>
          </p:cNvSpPr>
          <p:nvPr/>
        </p:nvSpPr>
        <p:spPr bwMode="auto">
          <a:xfrm flipH="1">
            <a:off x="5357814" y="2540000"/>
            <a:ext cx="719137" cy="668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8" name="Content Placeholder 2">
            <a:extLst>
              <a:ext uri="{FF2B5EF4-FFF2-40B4-BE49-F238E27FC236}">
                <a16:creationId xmlns:a16="http://schemas.microsoft.com/office/drawing/2014/main" id="{1BD927D8-8FAE-2F38-39DC-6B9875778010}"/>
              </a:ext>
            </a:extLst>
          </p:cNvPr>
          <p:cNvSpPr txBox="1">
            <a:spLocks/>
          </p:cNvSpPr>
          <p:nvPr/>
        </p:nvSpPr>
        <p:spPr bwMode="auto">
          <a:xfrm>
            <a:off x="7126288" y="1973263"/>
            <a:ext cx="1712912" cy="4114800"/>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X	Y</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Z	W</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      </a:t>
            </a:r>
          </a:p>
        </p:txBody>
      </p:sp>
      <p:sp>
        <p:nvSpPr>
          <p:cNvPr id="20495" name="Line 4">
            <a:extLst>
              <a:ext uri="{FF2B5EF4-FFF2-40B4-BE49-F238E27FC236}">
                <a16:creationId xmlns:a16="http://schemas.microsoft.com/office/drawing/2014/main" id="{60CD61EB-0EC0-57DA-F04A-93B024C1531B}"/>
              </a:ext>
            </a:extLst>
          </p:cNvPr>
          <p:cNvSpPr>
            <a:spLocks noChangeShapeType="1"/>
          </p:cNvSpPr>
          <p:nvPr/>
        </p:nvSpPr>
        <p:spPr bwMode="auto">
          <a:xfrm>
            <a:off x="7370763" y="2514600"/>
            <a:ext cx="11112"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96" name="Line 4">
            <a:extLst>
              <a:ext uri="{FF2B5EF4-FFF2-40B4-BE49-F238E27FC236}">
                <a16:creationId xmlns:a16="http://schemas.microsoft.com/office/drawing/2014/main" id="{FE625145-DC3F-8029-B812-DCC19BC7FB3E}"/>
              </a:ext>
            </a:extLst>
          </p:cNvPr>
          <p:cNvSpPr>
            <a:spLocks noChangeShapeType="1"/>
          </p:cNvSpPr>
          <p:nvPr/>
        </p:nvSpPr>
        <p:spPr bwMode="auto">
          <a:xfrm>
            <a:off x="8315326" y="2519363"/>
            <a:ext cx="11113"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97" name="Line 4">
            <a:extLst>
              <a:ext uri="{FF2B5EF4-FFF2-40B4-BE49-F238E27FC236}">
                <a16:creationId xmlns:a16="http://schemas.microsoft.com/office/drawing/2014/main" id="{E931E5D1-56B2-336A-CB78-DC3C132E66A5}"/>
              </a:ext>
            </a:extLst>
          </p:cNvPr>
          <p:cNvSpPr>
            <a:spLocks noChangeShapeType="1"/>
          </p:cNvSpPr>
          <p:nvPr/>
        </p:nvSpPr>
        <p:spPr bwMode="auto">
          <a:xfrm flipH="1">
            <a:off x="7486651" y="3468689"/>
            <a:ext cx="557213" cy="3175"/>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0498" name="Line 4">
            <a:extLst>
              <a:ext uri="{FF2B5EF4-FFF2-40B4-BE49-F238E27FC236}">
                <a16:creationId xmlns:a16="http://schemas.microsoft.com/office/drawing/2014/main" id="{E79D3564-033A-AFCD-80B9-E409A8ACC90A}"/>
              </a:ext>
            </a:extLst>
          </p:cNvPr>
          <p:cNvSpPr>
            <a:spLocks noChangeShapeType="1"/>
          </p:cNvSpPr>
          <p:nvPr/>
        </p:nvSpPr>
        <p:spPr bwMode="auto">
          <a:xfrm>
            <a:off x="7527925" y="2441576"/>
            <a:ext cx="609600" cy="7588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3" name="TextBox 22">
            <a:extLst>
              <a:ext uri="{FF2B5EF4-FFF2-40B4-BE49-F238E27FC236}">
                <a16:creationId xmlns:a16="http://schemas.microsoft.com/office/drawing/2014/main" id="{51552C4A-DFB8-4423-495C-E3D5721914D9}"/>
              </a:ext>
            </a:extLst>
          </p:cNvPr>
          <p:cNvSpPr txBox="1"/>
          <p:nvPr/>
        </p:nvSpPr>
        <p:spPr>
          <a:xfrm>
            <a:off x="4522788" y="3811588"/>
            <a:ext cx="5942012" cy="2800350"/>
          </a:xfrm>
          <a:prstGeom prst="rect">
            <a:avLst/>
          </a:prstGeom>
          <a:noFill/>
        </p:spPr>
        <p:txBody>
          <a:bodyPr>
            <a:spAutoFit/>
          </a:bodyPr>
          <a:lstStyle/>
          <a:p>
            <a:pPr eaLnBrk="0" fontAlgn="base" hangingPunct="0">
              <a:spcBef>
                <a:spcPct val="0"/>
              </a:spcBef>
              <a:spcAft>
                <a:spcPct val="0"/>
              </a:spcAft>
              <a:defRPr/>
            </a:pPr>
            <a:r>
              <a:rPr lang="en-US" sz="3200">
                <a:solidFill>
                  <a:srgbClr val="FFFFFF"/>
                </a:solidFill>
                <a:latin typeface="Times"/>
                <a:ea typeface="ＭＳ Ｐゴシック" charset="0"/>
                <a:cs typeface="ＭＳ Ｐゴシック" charset="0"/>
              </a:rPr>
              <a:t>In the limit, these two would get the highest BIC score. </a:t>
            </a:r>
          </a:p>
          <a:p>
            <a:pPr eaLnBrk="0" fontAlgn="base" hangingPunct="0">
              <a:spcBef>
                <a:spcPct val="0"/>
              </a:spcBef>
              <a:spcAft>
                <a:spcPct val="0"/>
              </a:spcAft>
              <a:defRPr/>
            </a:pPr>
            <a:r>
              <a:rPr lang="en-US" sz="3200">
                <a:solidFill>
                  <a:srgbClr val="FFFFFF"/>
                </a:solidFill>
                <a:latin typeface="Times"/>
                <a:ea typeface="ＭＳ Ｐゴシック" charset="0"/>
                <a:cs typeface="ＭＳ Ｐゴシック" charset="0"/>
              </a:rPr>
              <a:t>The marginal distribution is not faithful to either of them.</a:t>
            </a:r>
          </a:p>
          <a:p>
            <a:pPr eaLnBrk="0" fontAlgn="base" hangingPunct="0">
              <a:spcBef>
                <a:spcPct val="0"/>
              </a:spcBef>
              <a:spcAft>
                <a:spcPct val="0"/>
              </a:spcAft>
              <a:defRPr/>
            </a:pPr>
            <a:endParaRPr lang="en-US" sz="2400">
              <a:solidFill>
                <a:srgbClr val="FFFFFF"/>
              </a:solidFill>
              <a:latin typeface="Times"/>
              <a:ea typeface="ＭＳ Ｐゴシック" charset="0"/>
              <a:cs typeface="ＭＳ Ｐゴシック" charset="0"/>
            </a:endParaRPr>
          </a:p>
          <a:p>
            <a:pPr eaLnBrk="0" fontAlgn="base" hangingPunct="0">
              <a:spcBef>
                <a:spcPct val="0"/>
              </a:spcBef>
              <a:spcAft>
                <a:spcPct val="0"/>
              </a:spcAft>
              <a:defRPr/>
            </a:pPr>
            <a:endParaRPr lang="en-US" sz="2400">
              <a:solidFill>
                <a:srgbClr val="FFFFFF"/>
              </a:solidFill>
              <a:latin typeface="Times"/>
              <a:ea typeface="ＭＳ Ｐゴシック" charset="0"/>
              <a:cs typeface="ＭＳ Ｐゴシック" charset="0"/>
            </a:endParaRPr>
          </a:p>
        </p:txBody>
      </p:sp>
      <p:sp>
        <p:nvSpPr>
          <p:cNvPr id="4" name="Slide Number Placeholder 3">
            <a:extLst>
              <a:ext uri="{FF2B5EF4-FFF2-40B4-BE49-F238E27FC236}">
                <a16:creationId xmlns:a16="http://schemas.microsoft.com/office/drawing/2014/main" id="{C7413DCF-DF30-A64E-873D-DD8978B4E265}"/>
              </a:ext>
            </a:extLst>
          </p:cNvPr>
          <p:cNvSpPr>
            <a:spLocks noGrp="1"/>
          </p:cNvSpPr>
          <p:nvPr>
            <p:ph type="sldNum" sz="quarter" idx="10"/>
          </p:nvPr>
        </p:nvSpPr>
        <p:spPr/>
        <p:txBody>
          <a:bodyPr/>
          <a:lstStyle/>
          <a:p>
            <a:fld id="{6B69CBE1-A7D5-7240-8D99-C0F6CAE01367}" type="slidenum">
              <a:rPr lang="en-US" altLang="en-US" smtClean="0"/>
              <a:pPr/>
              <a:t>9</a:t>
            </a:fld>
            <a:endParaRPr lang="en-US"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9CAA9-A903-528A-F680-0A1D68EDE1A0}"/>
              </a:ext>
            </a:extLst>
          </p:cNvPr>
          <p:cNvSpPr>
            <a:spLocks noGrp="1"/>
          </p:cNvSpPr>
          <p:nvPr>
            <p:ph type="title"/>
          </p:nvPr>
        </p:nvSpPr>
        <p:spPr/>
        <p:txBody>
          <a:bodyPr/>
          <a:lstStyle/>
          <a:p>
            <a:pPr>
              <a:defRPr/>
            </a:pPr>
            <a:r>
              <a:rPr lang="en-US"/>
              <a:t>Motivation</a:t>
            </a:r>
          </a:p>
        </p:txBody>
      </p:sp>
      <p:sp>
        <p:nvSpPr>
          <p:cNvPr id="3" name="Content Placeholder 2">
            <a:extLst>
              <a:ext uri="{FF2B5EF4-FFF2-40B4-BE49-F238E27FC236}">
                <a16:creationId xmlns:a16="http://schemas.microsoft.com/office/drawing/2014/main" id="{7BA1CA65-24A1-5C18-5635-36C906B66F72}"/>
              </a:ext>
            </a:extLst>
          </p:cNvPr>
          <p:cNvSpPr>
            <a:spLocks noGrp="1"/>
          </p:cNvSpPr>
          <p:nvPr>
            <p:ph idx="1"/>
          </p:nvPr>
        </p:nvSpPr>
        <p:spPr>
          <a:xfrm>
            <a:off x="2681288" y="1981200"/>
            <a:ext cx="1712912" cy="4114800"/>
          </a:xfrm>
        </p:spPr>
        <p:txBody>
          <a:bodyPr/>
          <a:lstStyle/>
          <a:p>
            <a:pPr marL="0" indent="0">
              <a:buNone/>
            </a:pPr>
            <a:r>
              <a:rPr lang="en-US" altLang="en-US"/>
              <a:t>X	Y</a:t>
            </a:r>
          </a:p>
          <a:p>
            <a:pPr marL="0" indent="0">
              <a:buNone/>
            </a:pPr>
            <a:endParaRPr lang="en-US" altLang="en-US"/>
          </a:p>
          <a:p>
            <a:pPr marL="0" indent="0">
              <a:buNone/>
            </a:pPr>
            <a:r>
              <a:rPr lang="en-US" altLang="en-US"/>
              <a:t>Z	W</a:t>
            </a:r>
          </a:p>
          <a:p>
            <a:pPr marL="0" indent="0">
              <a:buNone/>
            </a:pPr>
            <a:endParaRPr lang="en-US" altLang="en-US"/>
          </a:p>
          <a:p>
            <a:pPr marL="0" indent="0">
              <a:buNone/>
            </a:pPr>
            <a:r>
              <a:rPr lang="en-US" altLang="en-US"/>
              <a:t>      L</a:t>
            </a:r>
          </a:p>
        </p:txBody>
      </p:sp>
      <p:sp>
        <p:nvSpPr>
          <p:cNvPr id="21508" name="Line 4">
            <a:extLst>
              <a:ext uri="{FF2B5EF4-FFF2-40B4-BE49-F238E27FC236}">
                <a16:creationId xmlns:a16="http://schemas.microsoft.com/office/drawing/2014/main" id="{AC634475-AB58-992C-0FA4-DE404590C1E5}"/>
              </a:ext>
            </a:extLst>
          </p:cNvPr>
          <p:cNvSpPr>
            <a:spLocks noChangeShapeType="1"/>
          </p:cNvSpPr>
          <p:nvPr/>
        </p:nvSpPr>
        <p:spPr bwMode="auto">
          <a:xfrm>
            <a:off x="2925763" y="2524125"/>
            <a:ext cx="11112"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09" name="Line 4">
            <a:extLst>
              <a:ext uri="{FF2B5EF4-FFF2-40B4-BE49-F238E27FC236}">
                <a16:creationId xmlns:a16="http://schemas.microsoft.com/office/drawing/2014/main" id="{72320EAF-994E-51A5-87FA-1246DBBD7639}"/>
              </a:ext>
            </a:extLst>
          </p:cNvPr>
          <p:cNvSpPr>
            <a:spLocks noChangeShapeType="1"/>
          </p:cNvSpPr>
          <p:nvPr/>
        </p:nvSpPr>
        <p:spPr bwMode="auto">
          <a:xfrm>
            <a:off x="3870326" y="2527300"/>
            <a:ext cx="11113"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10" name="Line 4">
            <a:extLst>
              <a:ext uri="{FF2B5EF4-FFF2-40B4-BE49-F238E27FC236}">
                <a16:creationId xmlns:a16="http://schemas.microsoft.com/office/drawing/2014/main" id="{C353D322-A48B-45A4-41C9-E3A5762D6947}"/>
              </a:ext>
            </a:extLst>
          </p:cNvPr>
          <p:cNvSpPr>
            <a:spLocks noChangeShapeType="1"/>
          </p:cNvSpPr>
          <p:nvPr/>
        </p:nvSpPr>
        <p:spPr bwMode="auto">
          <a:xfrm flipH="1" flipV="1">
            <a:off x="2925763" y="3744914"/>
            <a:ext cx="482600" cy="5476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11" name="Line 4">
            <a:extLst>
              <a:ext uri="{FF2B5EF4-FFF2-40B4-BE49-F238E27FC236}">
                <a16:creationId xmlns:a16="http://schemas.microsoft.com/office/drawing/2014/main" id="{288F83B5-B928-C5EA-9173-397A158BBA40}"/>
              </a:ext>
            </a:extLst>
          </p:cNvPr>
          <p:cNvSpPr>
            <a:spLocks noChangeShapeType="1"/>
          </p:cNvSpPr>
          <p:nvPr/>
        </p:nvSpPr>
        <p:spPr bwMode="auto">
          <a:xfrm flipV="1">
            <a:off x="3408364" y="3744913"/>
            <a:ext cx="358775" cy="514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12" name="Oval 8">
            <a:extLst>
              <a:ext uri="{FF2B5EF4-FFF2-40B4-BE49-F238E27FC236}">
                <a16:creationId xmlns:a16="http://schemas.microsoft.com/office/drawing/2014/main" id="{D2E100CA-9BC2-0DB0-D55C-E380C922583C}"/>
              </a:ext>
            </a:extLst>
          </p:cNvPr>
          <p:cNvSpPr>
            <a:spLocks noChangeArrowheads="1"/>
          </p:cNvSpPr>
          <p:nvPr/>
        </p:nvSpPr>
        <p:spPr bwMode="auto">
          <a:xfrm>
            <a:off x="3057525" y="4289426"/>
            <a:ext cx="742950" cy="7080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sz="2300">
              <a:solidFill>
                <a:srgbClr val="FFFFFF"/>
              </a:solidFill>
            </a:endParaRPr>
          </a:p>
        </p:txBody>
      </p:sp>
      <p:sp>
        <p:nvSpPr>
          <p:cNvPr id="11" name="Content Placeholder 2">
            <a:extLst>
              <a:ext uri="{FF2B5EF4-FFF2-40B4-BE49-F238E27FC236}">
                <a16:creationId xmlns:a16="http://schemas.microsoft.com/office/drawing/2014/main" id="{21265853-6859-133A-C3C8-29FCBC233CE6}"/>
              </a:ext>
            </a:extLst>
          </p:cNvPr>
          <p:cNvSpPr txBox="1">
            <a:spLocks/>
          </p:cNvSpPr>
          <p:nvPr/>
        </p:nvSpPr>
        <p:spPr bwMode="auto">
          <a:xfrm>
            <a:off x="4994276" y="1952625"/>
            <a:ext cx="1712913" cy="4114800"/>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X	Y</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Z	W</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      </a:t>
            </a:r>
          </a:p>
        </p:txBody>
      </p:sp>
      <p:sp>
        <p:nvSpPr>
          <p:cNvPr id="21514" name="Line 4">
            <a:extLst>
              <a:ext uri="{FF2B5EF4-FFF2-40B4-BE49-F238E27FC236}">
                <a16:creationId xmlns:a16="http://schemas.microsoft.com/office/drawing/2014/main" id="{B6284C23-E4AC-DEDE-BEEF-E6F170785CB7}"/>
              </a:ext>
            </a:extLst>
          </p:cNvPr>
          <p:cNvSpPr>
            <a:spLocks noChangeShapeType="1"/>
          </p:cNvSpPr>
          <p:nvPr/>
        </p:nvSpPr>
        <p:spPr bwMode="auto">
          <a:xfrm>
            <a:off x="5238751" y="2495550"/>
            <a:ext cx="11113"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15" name="Line 4">
            <a:extLst>
              <a:ext uri="{FF2B5EF4-FFF2-40B4-BE49-F238E27FC236}">
                <a16:creationId xmlns:a16="http://schemas.microsoft.com/office/drawing/2014/main" id="{DC4D0736-C418-DD50-5844-878A7DD90105}"/>
              </a:ext>
            </a:extLst>
          </p:cNvPr>
          <p:cNvSpPr>
            <a:spLocks noChangeShapeType="1"/>
          </p:cNvSpPr>
          <p:nvPr/>
        </p:nvSpPr>
        <p:spPr bwMode="auto">
          <a:xfrm>
            <a:off x="6183313" y="2498725"/>
            <a:ext cx="11112"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16" name="Line 4">
            <a:extLst>
              <a:ext uri="{FF2B5EF4-FFF2-40B4-BE49-F238E27FC236}">
                <a16:creationId xmlns:a16="http://schemas.microsoft.com/office/drawing/2014/main" id="{4EEAF9A3-1C98-EFB5-1A4C-2CA14CDEE7F6}"/>
              </a:ext>
            </a:extLst>
          </p:cNvPr>
          <p:cNvSpPr>
            <a:spLocks noChangeShapeType="1"/>
          </p:cNvSpPr>
          <p:nvPr/>
        </p:nvSpPr>
        <p:spPr bwMode="auto">
          <a:xfrm flipH="1">
            <a:off x="5354638" y="3448051"/>
            <a:ext cx="557212" cy="31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17" name="Line 4">
            <a:extLst>
              <a:ext uri="{FF2B5EF4-FFF2-40B4-BE49-F238E27FC236}">
                <a16:creationId xmlns:a16="http://schemas.microsoft.com/office/drawing/2014/main" id="{8654F7D3-503A-CF34-E6ED-108B2D4B0650}"/>
              </a:ext>
            </a:extLst>
          </p:cNvPr>
          <p:cNvSpPr>
            <a:spLocks noChangeShapeType="1"/>
          </p:cNvSpPr>
          <p:nvPr/>
        </p:nvSpPr>
        <p:spPr bwMode="auto">
          <a:xfrm flipH="1">
            <a:off x="5357814" y="2540000"/>
            <a:ext cx="719137" cy="668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8" name="Content Placeholder 2">
            <a:extLst>
              <a:ext uri="{FF2B5EF4-FFF2-40B4-BE49-F238E27FC236}">
                <a16:creationId xmlns:a16="http://schemas.microsoft.com/office/drawing/2014/main" id="{4BD67057-E507-8F4F-1CC1-113DD6A17C80}"/>
              </a:ext>
            </a:extLst>
          </p:cNvPr>
          <p:cNvSpPr txBox="1">
            <a:spLocks/>
          </p:cNvSpPr>
          <p:nvPr/>
        </p:nvSpPr>
        <p:spPr bwMode="auto">
          <a:xfrm>
            <a:off x="7126288" y="1973263"/>
            <a:ext cx="1712912" cy="4114800"/>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X	Y</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Z	W</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      </a:t>
            </a:r>
          </a:p>
        </p:txBody>
      </p:sp>
      <p:sp>
        <p:nvSpPr>
          <p:cNvPr id="21519" name="Line 4">
            <a:extLst>
              <a:ext uri="{FF2B5EF4-FFF2-40B4-BE49-F238E27FC236}">
                <a16:creationId xmlns:a16="http://schemas.microsoft.com/office/drawing/2014/main" id="{D7C87D89-8F22-B795-C399-F708FD527FB9}"/>
              </a:ext>
            </a:extLst>
          </p:cNvPr>
          <p:cNvSpPr>
            <a:spLocks noChangeShapeType="1"/>
          </p:cNvSpPr>
          <p:nvPr/>
        </p:nvSpPr>
        <p:spPr bwMode="auto">
          <a:xfrm>
            <a:off x="7370763" y="2514600"/>
            <a:ext cx="11112"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20" name="Line 4">
            <a:extLst>
              <a:ext uri="{FF2B5EF4-FFF2-40B4-BE49-F238E27FC236}">
                <a16:creationId xmlns:a16="http://schemas.microsoft.com/office/drawing/2014/main" id="{106B7682-AA65-87A3-5F76-1C586A576100}"/>
              </a:ext>
            </a:extLst>
          </p:cNvPr>
          <p:cNvSpPr>
            <a:spLocks noChangeShapeType="1"/>
          </p:cNvSpPr>
          <p:nvPr/>
        </p:nvSpPr>
        <p:spPr bwMode="auto">
          <a:xfrm>
            <a:off x="8315326" y="2519363"/>
            <a:ext cx="11113"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21" name="Line 4">
            <a:extLst>
              <a:ext uri="{FF2B5EF4-FFF2-40B4-BE49-F238E27FC236}">
                <a16:creationId xmlns:a16="http://schemas.microsoft.com/office/drawing/2014/main" id="{00F79376-8B8A-82EB-373B-5F185C470687}"/>
              </a:ext>
            </a:extLst>
          </p:cNvPr>
          <p:cNvSpPr>
            <a:spLocks noChangeShapeType="1"/>
          </p:cNvSpPr>
          <p:nvPr/>
        </p:nvSpPr>
        <p:spPr bwMode="auto">
          <a:xfrm flipH="1">
            <a:off x="7486651" y="3468689"/>
            <a:ext cx="557213" cy="3175"/>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22" name="Line 4">
            <a:extLst>
              <a:ext uri="{FF2B5EF4-FFF2-40B4-BE49-F238E27FC236}">
                <a16:creationId xmlns:a16="http://schemas.microsoft.com/office/drawing/2014/main" id="{D78F5A0B-B5BC-18ED-382D-B66F164327E4}"/>
              </a:ext>
            </a:extLst>
          </p:cNvPr>
          <p:cNvSpPr>
            <a:spLocks noChangeShapeType="1"/>
          </p:cNvSpPr>
          <p:nvPr/>
        </p:nvSpPr>
        <p:spPr bwMode="auto">
          <a:xfrm>
            <a:off x="7527925" y="2441576"/>
            <a:ext cx="609600" cy="7588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1523" name="TextBox 22">
            <a:extLst>
              <a:ext uri="{FF2B5EF4-FFF2-40B4-BE49-F238E27FC236}">
                <a16:creationId xmlns:a16="http://schemas.microsoft.com/office/drawing/2014/main" id="{D37FC924-17F1-3255-B95C-32420811BF6B}"/>
              </a:ext>
            </a:extLst>
          </p:cNvPr>
          <p:cNvSpPr txBox="1">
            <a:spLocks noChangeArrowheads="1"/>
          </p:cNvSpPr>
          <p:nvPr/>
        </p:nvSpPr>
        <p:spPr bwMode="auto">
          <a:xfrm>
            <a:off x="4522788" y="3811588"/>
            <a:ext cx="594201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2800">
                <a:solidFill>
                  <a:srgbClr val="FFFFFF"/>
                </a:solidFill>
                <a:latin typeface="Times New Roman" panose="02020603050405020304" pitchFamily="18" charset="0"/>
              </a:rPr>
              <a:t>They are not Markov equivalent. </a:t>
            </a:r>
          </a:p>
          <a:p>
            <a:pPr eaLnBrk="0" fontAlgn="base" hangingPunct="0">
              <a:spcBef>
                <a:spcPct val="0"/>
              </a:spcBef>
              <a:spcAft>
                <a:spcPct val="0"/>
              </a:spcAft>
            </a:pPr>
            <a:r>
              <a:rPr lang="en-US" altLang="en-US" sz="2800">
                <a:solidFill>
                  <a:srgbClr val="FFFFFF"/>
                </a:solidFill>
                <a:latin typeface="Times New Roman" panose="02020603050405020304" pitchFamily="18" charset="0"/>
              </a:rPr>
              <a:t>They both make incorrect qualitative predictions about manipulations. </a:t>
            </a:r>
          </a:p>
          <a:p>
            <a:pPr eaLnBrk="0" fontAlgn="base" hangingPunct="0">
              <a:spcBef>
                <a:spcPct val="0"/>
              </a:spcBef>
              <a:spcAft>
                <a:spcPct val="0"/>
              </a:spcAft>
            </a:pPr>
            <a:r>
              <a:rPr lang="en-US" altLang="en-US" sz="2800">
                <a:solidFill>
                  <a:srgbClr val="FFFFFF"/>
                </a:solidFill>
                <a:latin typeface="Times New Roman" panose="02020603050405020304" pitchFamily="18" charset="0"/>
              </a:rPr>
              <a:t>They both make incorrect quantitative predictions about manipulations. </a:t>
            </a:r>
          </a:p>
          <a:p>
            <a:pPr eaLnBrk="0" fontAlgn="base" hangingPunct="0">
              <a:spcBef>
                <a:spcPct val="0"/>
              </a:spcBef>
              <a:spcAft>
                <a:spcPct val="0"/>
              </a:spcAft>
            </a:pPr>
            <a:endParaRPr lang="en-US" altLang="en-US" sz="2000">
              <a:solidFill>
                <a:srgbClr val="FFFFFF"/>
              </a:solidFill>
              <a:latin typeface="Times New Roman" panose="02020603050405020304" pitchFamily="18" charset="0"/>
            </a:endParaRPr>
          </a:p>
          <a:p>
            <a:pPr eaLnBrk="0" fontAlgn="base" hangingPunct="0">
              <a:spcBef>
                <a:spcPct val="0"/>
              </a:spcBef>
              <a:spcAft>
                <a:spcPct val="0"/>
              </a:spcAft>
            </a:pPr>
            <a:endParaRPr lang="en-US" altLang="en-US" sz="2000">
              <a:solidFill>
                <a:srgbClr val="FFFFFF"/>
              </a:solidFill>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ADAA57C8-72BC-0E46-B694-27382254AA07}"/>
              </a:ext>
            </a:extLst>
          </p:cNvPr>
          <p:cNvSpPr>
            <a:spLocks noGrp="1"/>
          </p:cNvSpPr>
          <p:nvPr>
            <p:ph type="sldNum" sz="quarter" idx="10"/>
          </p:nvPr>
        </p:nvSpPr>
        <p:spPr/>
        <p:txBody>
          <a:bodyPr/>
          <a:lstStyle/>
          <a:p>
            <a:fld id="{6B69CBE1-A7D5-7240-8D99-C0F6CAE01367}" type="slidenum">
              <a:rPr lang="en-US" altLang="en-US" smtClean="0"/>
              <a:pPr/>
              <a:t>10</a:t>
            </a:fld>
            <a:endParaRPr lang="en-US"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2">
            <a:extLst>
              <a:ext uri="{FF2B5EF4-FFF2-40B4-BE49-F238E27FC236}">
                <a16:creationId xmlns:a16="http://schemas.microsoft.com/office/drawing/2014/main" id="{17F9983E-BD5E-478F-9C4C-7BE0B1E52994}"/>
              </a:ext>
            </a:extLst>
          </p:cNvPr>
          <p:cNvSpPr>
            <a:spLocks noGrp="1" noChangeArrowheads="1"/>
          </p:cNvSpPr>
          <p:nvPr>
            <p:ph type="title"/>
          </p:nvPr>
        </p:nvSpPr>
        <p:spPr/>
        <p:txBody>
          <a:bodyPr/>
          <a:lstStyle/>
          <a:p>
            <a:r>
              <a:rPr lang="en-US" altLang="en-US"/>
              <a:t>Score-Based Search Over Latent Models</a:t>
            </a:r>
          </a:p>
        </p:txBody>
      </p:sp>
      <p:sp>
        <p:nvSpPr>
          <p:cNvPr id="116738" name="Rectangle 3">
            <a:extLst>
              <a:ext uri="{FF2B5EF4-FFF2-40B4-BE49-F238E27FC236}">
                <a16:creationId xmlns:a16="http://schemas.microsoft.com/office/drawing/2014/main" id="{ECDB2EDC-2B61-1C4B-BAE0-E2A409AFC62C}"/>
              </a:ext>
            </a:extLst>
          </p:cNvPr>
          <p:cNvSpPr>
            <a:spLocks noGrp="1" noChangeArrowheads="1"/>
          </p:cNvSpPr>
          <p:nvPr>
            <p:ph type="body" idx="1"/>
          </p:nvPr>
        </p:nvSpPr>
        <p:spPr/>
        <p:txBody>
          <a:bodyPr/>
          <a:lstStyle/>
          <a:p>
            <a:pPr>
              <a:defRPr/>
            </a:pPr>
            <a:r>
              <a:rPr lang="en-US" altLang="en-US" dirty="0">
                <a:latin typeface="+mj-lt"/>
              </a:rPr>
              <a:t>Structural EM interleaves estimation of parameters with structural search</a:t>
            </a:r>
          </a:p>
          <a:p>
            <a:pPr>
              <a:defRPr/>
            </a:pPr>
            <a:r>
              <a:rPr lang="en-US" altLang="en-US" dirty="0">
                <a:latin typeface="+mj-lt"/>
              </a:rPr>
              <a:t>Can also search over latent variable models by calculating posteriors</a:t>
            </a:r>
          </a:p>
          <a:p>
            <a:pPr>
              <a:defRPr/>
            </a:pPr>
            <a:r>
              <a:rPr lang="en-US" altLang="en-US" dirty="0">
                <a:latin typeface="+mj-lt"/>
              </a:rPr>
              <a:t>But there are substantial computational and statistical problems with latent variable models </a:t>
            </a:r>
          </a:p>
        </p:txBody>
      </p:sp>
      <p:sp>
        <p:nvSpPr>
          <p:cNvPr id="2" name="Slide Number Placeholder 1">
            <a:extLst>
              <a:ext uri="{FF2B5EF4-FFF2-40B4-BE49-F238E27FC236}">
                <a16:creationId xmlns:a16="http://schemas.microsoft.com/office/drawing/2014/main" id="{D62FBA06-0C2F-074E-86C4-01ACFEB250B9}"/>
              </a:ext>
            </a:extLst>
          </p:cNvPr>
          <p:cNvSpPr>
            <a:spLocks noGrp="1"/>
          </p:cNvSpPr>
          <p:nvPr>
            <p:ph type="sldNum" sz="quarter" idx="10"/>
          </p:nvPr>
        </p:nvSpPr>
        <p:spPr/>
        <p:txBody>
          <a:bodyPr/>
          <a:lstStyle/>
          <a:p>
            <a:fld id="{6B69CBE1-A7D5-7240-8D99-C0F6CAE01367}" type="slidenum">
              <a:rPr lang="en-US" altLang="en-US" smtClean="0"/>
              <a:pPr/>
              <a:t>11</a:t>
            </a:fld>
            <a:endParaRPr lang="en-US" altLang="en-US"/>
          </a:p>
        </p:txBody>
      </p:sp>
    </p:spTree>
    <p:extLst>
      <p:ext uri="{BB962C8B-B14F-4D97-AF65-F5344CB8AC3E}">
        <p14:creationId xmlns:p14="http://schemas.microsoft.com/office/powerpoint/2010/main" val="361348454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3699-1DBE-A65B-8563-517CA8F423C2}"/>
              </a:ext>
            </a:extLst>
          </p:cNvPr>
          <p:cNvSpPr>
            <a:spLocks noGrp="1"/>
          </p:cNvSpPr>
          <p:nvPr>
            <p:ph type="title"/>
          </p:nvPr>
        </p:nvSpPr>
        <p:spPr/>
        <p:txBody>
          <a:bodyPr/>
          <a:lstStyle/>
          <a:p>
            <a:pPr>
              <a:defRPr/>
            </a:pPr>
            <a:r>
              <a:rPr lang="en-US"/>
              <a:t>Alternative Selection Methods</a:t>
            </a:r>
          </a:p>
        </p:txBody>
      </p:sp>
      <p:sp>
        <p:nvSpPr>
          <p:cNvPr id="3" name="Content Placeholder 2">
            <a:extLst>
              <a:ext uri="{FF2B5EF4-FFF2-40B4-BE49-F238E27FC236}">
                <a16:creationId xmlns:a16="http://schemas.microsoft.com/office/drawing/2014/main" id="{53C65058-1783-1F60-596D-3A683973EF8C}"/>
              </a:ext>
            </a:extLst>
          </p:cNvPr>
          <p:cNvSpPr>
            <a:spLocks noGrp="1"/>
          </p:cNvSpPr>
          <p:nvPr>
            <p:ph idx="1"/>
          </p:nvPr>
        </p:nvSpPr>
        <p:spPr>
          <a:xfrm>
            <a:off x="2681288" y="1981200"/>
            <a:ext cx="1712912" cy="4114800"/>
          </a:xfrm>
        </p:spPr>
        <p:txBody>
          <a:bodyPr/>
          <a:lstStyle/>
          <a:p>
            <a:pPr marL="0" indent="0">
              <a:buNone/>
            </a:pPr>
            <a:r>
              <a:rPr lang="en-US" altLang="en-US"/>
              <a:t>X	Y</a:t>
            </a:r>
          </a:p>
          <a:p>
            <a:pPr marL="0" indent="0">
              <a:buNone/>
            </a:pPr>
            <a:endParaRPr lang="en-US" altLang="en-US"/>
          </a:p>
          <a:p>
            <a:pPr marL="0" indent="0">
              <a:buNone/>
            </a:pPr>
            <a:r>
              <a:rPr lang="en-US" altLang="en-US"/>
              <a:t>Z	W</a:t>
            </a:r>
          </a:p>
          <a:p>
            <a:pPr marL="0" indent="0">
              <a:buNone/>
            </a:pPr>
            <a:endParaRPr lang="en-US" altLang="en-US"/>
          </a:p>
          <a:p>
            <a:pPr marL="0" indent="0">
              <a:buNone/>
            </a:pPr>
            <a:r>
              <a:rPr lang="en-US" altLang="en-US"/>
              <a:t>      L</a:t>
            </a:r>
          </a:p>
        </p:txBody>
      </p:sp>
      <p:sp>
        <p:nvSpPr>
          <p:cNvPr id="29700" name="Line 4">
            <a:extLst>
              <a:ext uri="{FF2B5EF4-FFF2-40B4-BE49-F238E27FC236}">
                <a16:creationId xmlns:a16="http://schemas.microsoft.com/office/drawing/2014/main" id="{4CE89CEE-1C08-4A8C-4E18-F523CAE097EB}"/>
              </a:ext>
            </a:extLst>
          </p:cNvPr>
          <p:cNvSpPr>
            <a:spLocks noChangeShapeType="1"/>
          </p:cNvSpPr>
          <p:nvPr/>
        </p:nvSpPr>
        <p:spPr bwMode="auto">
          <a:xfrm>
            <a:off x="2925763" y="2524125"/>
            <a:ext cx="11112"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1" name="Line 4">
            <a:extLst>
              <a:ext uri="{FF2B5EF4-FFF2-40B4-BE49-F238E27FC236}">
                <a16:creationId xmlns:a16="http://schemas.microsoft.com/office/drawing/2014/main" id="{D38BDADD-6877-D51C-1BBC-FB3330FD860B}"/>
              </a:ext>
            </a:extLst>
          </p:cNvPr>
          <p:cNvSpPr>
            <a:spLocks noChangeShapeType="1"/>
          </p:cNvSpPr>
          <p:nvPr/>
        </p:nvSpPr>
        <p:spPr bwMode="auto">
          <a:xfrm>
            <a:off x="3870326" y="2527300"/>
            <a:ext cx="11113"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2" name="Line 4">
            <a:extLst>
              <a:ext uri="{FF2B5EF4-FFF2-40B4-BE49-F238E27FC236}">
                <a16:creationId xmlns:a16="http://schemas.microsoft.com/office/drawing/2014/main" id="{18A26D57-1515-66EC-97BD-B7F5BC346D70}"/>
              </a:ext>
            </a:extLst>
          </p:cNvPr>
          <p:cNvSpPr>
            <a:spLocks noChangeShapeType="1"/>
          </p:cNvSpPr>
          <p:nvPr/>
        </p:nvSpPr>
        <p:spPr bwMode="auto">
          <a:xfrm flipH="1" flipV="1">
            <a:off x="2925763" y="3744914"/>
            <a:ext cx="482600" cy="5476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3" name="Line 4">
            <a:extLst>
              <a:ext uri="{FF2B5EF4-FFF2-40B4-BE49-F238E27FC236}">
                <a16:creationId xmlns:a16="http://schemas.microsoft.com/office/drawing/2014/main" id="{0E83FEDB-919D-425F-ABC8-E72C6B21B339}"/>
              </a:ext>
            </a:extLst>
          </p:cNvPr>
          <p:cNvSpPr>
            <a:spLocks noChangeShapeType="1"/>
          </p:cNvSpPr>
          <p:nvPr/>
        </p:nvSpPr>
        <p:spPr bwMode="auto">
          <a:xfrm flipV="1">
            <a:off x="3408364" y="3744913"/>
            <a:ext cx="358775" cy="514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4" name="Oval 8">
            <a:extLst>
              <a:ext uri="{FF2B5EF4-FFF2-40B4-BE49-F238E27FC236}">
                <a16:creationId xmlns:a16="http://schemas.microsoft.com/office/drawing/2014/main" id="{D2075E5C-258E-8C06-B967-AEF5289B51F6}"/>
              </a:ext>
            </a:extLst>
          </p:cNvPr>
          <p:cNvSpPr>
            <a:spLocks noChangeArrowheads="1"/>
          </p:cNvSpPr>
          <p:nvPr/>
        </p:nvSpPr>
        <p:spPr bwMode="auto">
          <a:xfrm>
            <a:off x="3057525" y="4289426"/>
            <a:ext cx="742950" cy="7080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sz="2300">
              <a:solidFill>
                <a:srgbClr val="FFFFFF"/>
              </a:solidFill>
            </a:endParaRPr>
          </a:p>
        </p:txBody>
      </p:sp>
      <p:sp>
        <p:nvSpPr>
          <p:cNvPr id="11" name="Content Placeholder 2">
            <a:extLst>
              <a:ext uri="{FF2B5EF4-FFF2-40B4-BE49-F238E27FC236}">
                <a16:creationId xmlns:a16="http://schemas.microsoft.com/office/drawing/2014/main" id="{1D153A68-6BF0-C0AE-F12F-972503D38DCB}"/>
              </a:ext>
            </a:extLst>
          </p:cNvPr>
          <p:cNvSpPr txBox="1">
            <a:spLocks/>
          </p:cNvSpPr>
          <p:nvPr/>
        </p:nvSpPr>
        <p:spPr bwMode="auto">
          <a:xfrm>
            <a:off x="4994276" y="1952625"/>
            <a:ext cx="1712913" cy="4114800"/>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X	Y</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Z	W</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      </a:t>
            </a:r>
          </a:p>
        </p:txBody>
      </p:sp>
      <p:sp>
        <p:nvSpPr>
          <p:cNvPr id="29706" name="Line 4">
            <a:extLst>
              <a:ext uri="{FF2B5EF4-FFF2-40B4-BE49-F238E27FC236}">
                <a16:creationId xmlns:a16="http://schemas.microsoft.com/office/drawing/2014/main" id="{B2928BB3-D7DB-7F74-4E64-F56EB8985FE2}"/>
              </a:ext>
            </a:extLst>
          </p:cNvPr>
          <p:cNvSpPr>
            <a:spLocks noChangeShapeType="1"/>
          </p:cNvSpPr>
          <p:nvPr/>
        </p:nvSpPr>
        <p:spPr bwMode="auto">
          <a:xfrm>
            <a:off x="5238751" y="2495550"/>
            <a:ext cx="11113"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7" name="Line 4">
            <a:extLst>
              <a:ext uri="{FF2B5EF4-FFF2-40B4-BE49-F238E27FC236}">
                <a16:creationId xmlns:a16="http://schemas.microsoft.com/office/drawing/2014/main" id="{8CD839C2-C553-8BAC-4472-1EBA072224A8}"/>
              </a:ext>
            </a:extLst>
          </p:cNvPr>
          <p:cNvSpPr>
            <a:spLocks noChangeShapeType="1"/>
          </p:cNvSpPr>
          <p:nvPr/>
        </p:nvSpPr>
        <p:spPr bwMode="auto">
          <a:xfrm>
            <a:off x="6183313" y="2498725"/>
            <a:ext cx="11112"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8" name="Line 4">
            <a:extLst>
              <a:ext uri="{FF2B5EF4-FFF2-40B4-BE49-F238E27FC236}">
                <a16:creationId xmlns:a16="http://schemas.microsoft.com/office/drawing/2014/main" id="{DEBE6046-BCB3-6B7A-6364-D95C1B1AF211}"/>
              </a:ext>
            </a:extLst>
          </p:cNvPr>
          <p:cNvSpPr>
            <a:spLocks noChangeShapeType="1"/>
          </p:cNvSpPr>
          <p:nvPr/>
        </p:nvSpPr>
        <p:spPr bwMode="auto">
          <a:xfrm flipH="1">
            <a:off x="5354638" y="3448051"/>
            <a:ext cx="557212" cy="31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9" name="Line 4">
            <a:extLst>
              <a:ext uri="{FF2B5EF4-FFF2-40B4-BE49-F238E27FC236}">
                <a16:creationId xmlns:a16="http://schemas.microsoft.com/office/drawing/2014/main" id="{17277019-AD76-B440-1DD1-25CEF5DAF8AB}"/>
              </a:ext>
            </a:extLst>
          </p:cNvPr>
          <p:cNvSpPr>
            <a:spLocks noChangeShapeType="1"/>
          </p:cNvSpPr>
          <p:nvPr/>
        </p:nvSpPr>
        <p:spPr bwMode="auto">
          <a:xfrm flipH="1">
            <a:off x="5357814" y="2540000"/>
            <a:ext cx="719137" cy="668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18" name="Content Placeholder 2">
            <a:extLst>
              <a:ext uri="{FF2B5EF4-FFF2-40B4-BE49-F238E27FC236}">
                <a16:creationId xmlns:a16="http://schemas.microsoft.com/office/drawing/2014/main" id="{C980871F-97C5-1952-1B5D-2CE9E2DF744B}"/>
              </a:ext>
            </a:extLst>
          </p:cNvPr>
          <p:cNvSpPr txBox="1">
            <a:spLocks/>
          </p:cNvSpPr>
          <p:nvPr/>
        </p:nvSpPr>
        <p:spPr bwMode="auto">
          <a:xfrm>
            <a:off x="7126288" y="1973263"/>
            <a:ext cx="1712912" cy="4114800"/>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X	Y</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Z	W</a:t>
            </a:r>
          </a:p>
          <a:p>
            <a:pPr eaLnBrk="0" fontAlgn="base" hangingPunct="0">
              <a:spcBef>
                <a:spcPct val="20000"/>
              </a:spcBef>
              <a:spcAft>
                <a:spcPct val="0"/>
              </a:spcAft>
              <a:buClr>
                <a:srgbClr val="8CF4EA"/>
              </a:buClr>
              <a:buSzPct val="75000"/>
            </a:pPr>
            <a:endParaRPr lang="en-US" altLang="en-US" sz="32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a:solidFill>
                  <a:srgbClr val="FFFFFF"/>
                </a:solidFill>
                <a:effectLst>
                  <a:outerShdw blurRad="38100" dist="38100" dir="2700000" algn="tl">
                    <a:srgbClr val="000000"/>
                  </a:outerShdw>
                </a:effectLst>
                <a:latin typeface="Times" pitchFamily="2" charset="0"/>
              </a:rPr>
              <a:t>      </a:t>
            </a:r>
          </a:p>
        </p:txBody>
      </p:sp>
      <p:sp>
        <p:nvSpPr>
          <p:cNvPr id="29711" name="Line 4">
            <a:extLst>
              <a:ext uri="{FF2B5EF4-FFF2-40B4-BE49-F238E27FC236}">
                <a16:creationId xmlns:a16="http://schemas.microsoft.com/office/drawing/2014/main" id="{61E11CE2-087E-6DE4-1850-662C18773276}"/>
              </a:ext>
            </a:extLst>
          </p:cNvPr>
          <p:cNvSpPr>
            <a:spLocks noChangeShapeType="1"/>
          </p:cNvSpPr>
          <p:nvPr/>
        </p:nvSpPr>
        <p:spPr bwMode="auto">
          <a:xfrm>
            <a:off x="7370763" y="2514600"/>
            <a:ext cx="11112"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12" name="Line 4">
            <a:extLst>
              <a:ext uri="{FF2B5EF4-FFF2-40B4-BE49-F238E27FC236}">
                <a16:creationId xmlns:a16="http://schemas.microsoft.com/office/drawing/2014/main" id="{336F0A96-1A1A-B9B9-D45C-9460934580AE}"/>
              </a:ext>
            </a:extLst>
          </p:cNvPr>
          <p:cNvSpPr>
            <a:spLocks noChangeShapeType="1"/>
          </p:cNvSpPr>
          <p:nvPr/>
        </p:nvSpPr>
        <p:spPr bwMode="auto">
          <a:xfrm>
            <a:off x="8315326" y="2519363"/>
            <a:ext cx="11113"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13" name="Line 4">
            <a:extLst>
              <a:ext uri="{FF2B5EF4-FFF2-40B4-BE49-F238E27FC236}">
                <a16:creationId xmlns:a16="http://schemas.microsoft.com/office/drawing/2014/main" id="{8CB2FDE9-3148-2CB2-B296-B19FA2ADCAB7}"/>
              </a:ext>
            </a:extLst>
          </p:cNvPr>
          <p:cNvSpPr>
            <a:spLocks noChangeShapeType="1"/>
          </p:cNvSpPr>
          <p:nvPr/>
        </p:nvSpPr>
        <p:spPr bwMode="auto">
          <a:xfrm flipH="1">
            <a:off x="7486651" y="3468689"/>
            <a:ext cx="557213" cy="3175"/>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14" name="Line 4">
            <a:extLst>
              <a:ext uri="{FF2B5EF4-FFF2-40B4-BE49-F238E27FC236}">
                <a16:creationId xmlns:a16="http://schemas.microsoft.com/office/drawing/2014/main" id="{F15875FE-3D09-A216-4212-898ACDB5C287}"/>
              </a:ext>
            </a:extLst>
          </p:cNvPr>
          <p:cNvSpPr>
            <a:spLocks noChangeShapeType="1"/>
          </p:cNvSpPr>
          <p:nvPr/>
        </p:nvSpPr>
        <p:spPr bwMode="auto">
          <a:xfrm>
            <a:off x="7527925" y="2441576"/>
            <a:ext cx="609600" cy="7588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3" name="TextBox 22">
            <a:extLst>
              <a:ext uri="{FF2B5EF4-FFF2-40B4-BE49-F238E27FC236}">
                <a16:creationId xmlns:a16="http://schemas.microsoft.com/office/drawing/2014/main" id="{07C88E65-3B29-93F9-B4BB-D04037924BE9}"/>
              </a:ext>
            </a:extLst>
          </p:cNvPr>
          <p:cNvSpPr txBox="1"/>
          <p:nvPr/>
        </p:nvSpPr>
        <p:spPr>
          <a:xfrm>
            <a:off x="4657726" y="3992564"/>
            <a:ext cx="5880359" cy="584775"/>
          </a:xfrm>
          <a:prstGeom prst="rect">
            <a:avLst/>
          </a:prstGeom>
          <a:noFill/>
        </p:spPr>
        <p:txBody>
          <a:bodyPr wrap="square">
            <a:spAutoFit/>
          </a:bodyPr>
          <a:lstStyle/>
          <a:p>
            <a:pPr eaLnBrk="0" fontAlgn="base" hangingPunct="0">
              <a:spcBef>
                <a:spcPct val="0"/>
              </a:spcBef>
              <a:spcAft>
                <a:spcPct val="0"/>
              </a:spcAft>
              <a:defRPr/>
            </a:pPr>
            <a:r>
              <a:rPr lang="en-US" sz="3200">
                <a:solidFill>
                  <a:srgbClr val="FFFFFF"/>
                </a:solidFill>
                <a:latin typeface="Times"/>
                <a:ea typeface="ＭＳ Ｐゴシック" charset="0"/>
                <a:cs typeface="ＭＳ Ｐゴシック" charset="0"/>
              </a:rPr>
              <a:t>Include latent variables explicitly?</a:t>
            </a:r>
          </a:p>
        </p:txBody>
      </p:sp>
      <p:sp>
        <p:nvSpPr>
          <p:cNvPr id="4" name="Slide Number Placeholder 3">
            <a:extLst>
              <a:ext uri="{FF2B5EF4-FFF2-40B4-BE49-F238E27FC236}">
                <a16:creationId xmlns:a16="http://schemas.microsoft.com/office/drawing/2014/main" id="{C11D2E45-0611-B440-B167-470B9B181329}"/>
              </a:ext>
            </a:extLst>
          </p:cNvPr>
          <p:cNvSpPr>
            <a:spLocks noGrp="1"/>
          </p:cNvSpPr>
          <p:nvPr>
            <p:ph type="sldNum" sz="quarter" idx="10"/>
          </p:nvPr>
        </p:nvSpPr>
        <p:spPr/>
        <p:txBody>
          <a:bodyPr/>
          <a:lstStyle/>
          <a:p>
            <a:fld id="{6B69CBE1-A7D5-7240-8D99-C0F6CAE01367}" type="slidenum">
              <a:rPr lang="en-US" altLang="en-US" smtClean="0"/>
              <a:pPr/>
              <a:t>12</a:t>
            </a:fld>
            <a:endParaRPr lang="en-US"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B2DA5323-0DC4-6650-AFC9-A5BE6A39AA06}"/>
              </a:ext>
            </a:extLst>
          </p:cNvPr>
          <p:cNvSpPr>
            <a:spLocks noGrp="1" noChangeArrowheads="1"/>
          </p:cNvSpPr>
          <p:nvPr>
            <p:ph type="title"/>
          </p:nvPr>
        </p:nvSpPr>
        <p:spPr>
          <a:effectLst>
            <a:outerShdw blurRad="63500" dist="35921" dir="2700000" algn="ctr" rotWithShape="0">
              <a:srgbClr val="000000"/>
            </a:outerShdw>
          </a:effectLst>
        </p:spPr>
        <p:txBody>
          <a:bodyPr vert="horz" wrap="square" lIns="90488" tIns="44450" rIns="90488" bIns="44450" numCol="1" anchor="ctr" anchorCtr="0" compatLnSpc="1">
            <a:prstTxWarp prst="textNoShape">
              <a:avLst/>
            </a:prstTxWarp>
          </a:bodyPr>
          <a:lstStyle/>
          <a:p>
            <a:pPr>
              <a:defRPr/>
            </a:pPr>
            <a:r>
              <a:rPr lang="en-US" sz="4000">
                <a:cs typeface="+mj-cs"/>
              </a:rPr>
              <a:t>DAG Models w/o Latent Variables</a:t>
            </a:r>
          </a:p>
        </p:txBody>
      </p:sp>
      <p:sp>
        <p:nvSpPr>
          <p:cNvPr id="691203" name="Rectangle 3">
            <a:extLst>
              <a:ext uri="{FF2B5EF4-FFF2-40B4-BE49-F238E27FC236}">
                <a16:creationId xmlns:a16="http://schemas.microsoft.com/office/drawing/2014/main" id="{0BA03222-4F66-21D9-E122-3D3ADDAB3573}"/>
              </a:ext>
            </a:extLst>
          </p:cNvPr>
          <p:cNvSpPr>
            <a:spLocks noGrp="1" noChangeArrowheads="1"/>
          </p:cNvSpPr>
          <p:nvPr>
            <p:ph type="body" idx="1"/>
          </p:nvPr>
        </p:nvSpPr>
        <p:spPr/>
        <p:txBody>
          <a:bodyPr vert="horz" wrap="square" lIns="90488" tIns="44450" rIns="90488" bIns="44450" numCol="1" anchor="t" anchorCtr="0" compatLnSpc="1">
            <a:prstTxWarp prst="textNoShape">
              <a:avLst/>
            </a:prstTxWarp>
          </a:bodyPr>
          <a:lstStyle/>
          <a:p>
            <a:pPr>
              <a:lnSpc>
                <a:spcPct val="90000"/>
              </a:lnSpc>
            </a:pPr>
            <a:r>
              <a:rPr lang="en-US" altLang="en-US"/>
              <a:t>Facilitates construction of causal models</a:t>
            </a:r>
          </a:p>
          <a:p>
            <a:pPr>
              <a:lnSpc>
                <a:spcPct val="90000"/>
              </a:lnSpc>
            </a:pPr>
            <a:r>
              <a:rPr lang="en-US" altLang="en-US"/>
              <a:t>Provides a finite search space</a:t>
            </a:r>
          </a:p>
          <a:p>
            <a:pPr>
              <a:lnSpc>
                <a:spcPct val="90000"/>
              </a:lnSpc>
            </a:pPr>
            <a:r>
              <a:rPr lang="ja-JP" altLang="en-US">
                <a:latin typeface="Arial" panose="020B0604020202020204" pitchFamily="34" charset="0"/>
              </a:rPr>
              <a:t>‘</a:t>
            </a:r>
            <a:r>
              <a:rPr lang="en-US" altLang="ja-JP"/>
              <a:t>Nice</a:t>
            </a:r>
            <a:r>
              <a:rPr lang="ja-JP" altLang="en-US">
                <a:latin typeface="Arial" panose="020B0604020202020204" pitchFamily="34" charset="0"/>
              </a:rPr>
              <a:t>’</a:t>
            </a:r>
            <a:r>
              <a:rPr lang="en-US" altLang="ja-JP"/>
              <a:t> statistical properties:</a:t>
            </a:r>
          </a:p>
          <a:p>
            <a:pPr lvl="1">
              <a:lnSpc>
                <a:spcPct val="90000"/>
              </a:lnSpc>
            </a:pPr>
            <a:r>
              <a:rPr lang="en-US" altLang="en-US"/>
              <a:t>Always identified</a:t>
            </a:r>
          </a:p>
          <a:p>
            <a:pPr lvl="1">
              <a:lnSpc>
                <a:spcPct val="90000"/>
              </a:lnSpc>
            </a:pPr>
            <a:r>
              <a:rPr lang="en-US" altLang="en-US"/>
              <a:t>Correspond to a set of distributions characterized by independence relations</a:t>
            </a:r>
          </a:p>
          <a:p>
            <a:pPr lvl="1">
              <a:lnSpc>
                <a:spcPct val="90000"/>
              </a:lnSpc>
            </a:pPr>
            <a:r>
              <a:rPr lang="en-US" altLang="en-US"/>
              <a:t>Have a well-defined dimension</a:t>
            </a:r>
          </a:p>
          <a:p>
            <a:pPr lvl="1">
              <a:lnSpc>
                <a:spcPct val="90000"/>
              </a:lnSpc>
            </a:pPr>
            <a:r>
              <a:rPr lang="en-US" altLang="en-US"/>
              <a:t>Asymptotic existence of ML estimates</a:t>
            </a:r>
          </a:p>
        </p:txBody>
      </p:sp>
      <p:sp>
        <p:nvSpPr>
          <p:cNvPr id="2" name="Slide Number Placeholder 1">
            <a:extLst>
              <a:ext uri="{FF2B5EF4-FFF2-40B4-BE49-F238E27FC236}">
                <a16:creationId xmlns:a16="http://schemas.microsoft.com/office/drawing/2014/main" id="{0DB50AB0-42B0-1242-90B9-76E53B48C907}"/>
              </a:ext>
            </a:extLst>
          </p:cNvPr>
          <p:cNvSpPr>
            <a:spLocks noGrp="1"/>
          </p:cNvSpPr>
          <p:nvPr>
            <p:ph type="sldNum" sz="quarter" idx="10"/>
          </p:nvPr>
        </p:nvSpPr>
        <p:spPr/>
        <p:txBody>
          <a:bodyPr/>
          <a:lstStyle/>
          <a:p>
            <a:fld id="{6B69CBE1-A7D5-7240-8D99-C0F6CAE01367}" type="slidenum">
              <a:rPr lang="en-US" altLang="en-US" smtClean="0"/>
              <a:pPr/>
              <a:t>13</a:t>
            </a:fld>
            <a:endParaRPr lang="en-US"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30D3CA88-C8EA-3933-9FC8-D5779AB769E3}"/>
              </a:ext>
            </a:extLst>
          </p:cNvPr>
          <p:cNvSpPr>
            <a:spLocks noGrp="1" noChangeArrowheads="1"/>
          </p:cNvSpPr>
          <p:nvPr>
            <p:ph type="title"/>
          </p:nvPr>
        </p:nvSpPr>
        <p:spPr>
          <a:effectLst>
            <a:outerShdw blurRad="63500" dist="35921" dir="2700000" algn="ctr" rotWithShape="0">
              <a:srgbClr val="000000"/>
            </a:outerShdw>
          </a:effectLst>
        </p:spPr>
        <p:txBody>
          <a:bodyPr vert="horz" wrap="square" lIns="90488" tIns="44450" rIns="90488" bIns="44450" numCol="1" anchor="ctr" anchorCtr="0" compatLnSpc="1">
            <a:prstTxWarp prst="textNoShape">
              <a:avLst/>
            </a:prstTxWarp>
          </a:bodyPr>
          <a:lstStyle/>
          <a:p>
            <a:pPr>
              <a:defRPr/>
            </a:pPr>
            <a:r>
              <a:rPr lang="en-US" sz="4000">
                <a:cs typeface="+mj-cs"/>
              </a:rPr>
              <a:t>DAG Models with Latent Variables</a:t>
            </a:r>
          </a:p>
        </p:txBody>
      </p:sp>
      <p:sp>
        <p:nvSpPr>
          <p:cNvPr id="697347" name="Rectangle 3">
            <a:extLst>
              <a:ext uri="{FF2B5EF4-FFF2-40B4-BE49-F238E27FC236}">
                <a16:creationId xmlns:a16="http://schemas.microsoft.com/office/drawing/2014/main" id="{D6927B0E-33DB-E6B2-5BC3-8F9DCAA50B52}"/>
              </a:ext>
            </a:extLst>
          </p:cNvPr>
          <p:cNvSpPr>
            <a:spLocks noGrp="1" noChangeArrowheads="1"/>
          </p:cNvSpPr>
          <p:nvPr>
            <p:ph type="body" idx="1"/>
          </p:nvPr>
        </p:nvSpPr>
        <p:spPr/>
        <p:txBody>
          <a:bodyPr vert="horz" wrap="square" lIns="90488" tIns="44450" rIns="90488" bIns="44450" numCol="1" anchor="t" anchorCtr="0" compatLnSpc="1">
            <a:prstTxWarp prst="textNoShape">
              <a:avLst/>
            </a:prstTxWarp>
          </a:bodyPr>
          <a:lstStyle/>
          <a:p>
            <a:pPr>
              <a:lnSpc>
                <a:spcPct val="90000"/>
              </a:lnSpc>
            </a:pPr>
            <a:r>
              <a:rPr lang="en-US" altLang="en-US"/>
              <a:t>Facilitates construction of causal models</a:t>
            </a:r>
          </a:p>
          <a:p>
            <a:pPr>
              <a:lnSpc>
                <a:spcPct val="90000"/>
              </a:lnSpc>
            </a:pPr>
            <a:r>
              <a:rPr lang="en-US" altLang="en-US">
                <a:solidFill>
                  <a:srgbClr val="FE9B03"/>
                </a:solidFill>
              </a:rPr>
              <a:t>Provides a finite search space</a:t>
            </a:r>
            <a:endParaRPr lang="en-US" altLang="en-US"/>
          </a:p>
          <a:p>
            <a:pPr>
              <a:lnSpc>
                <a:spcPct val="90000"/>
              </a:lnSpc>
            </a:pPr>
            <a:r>
              <a:rPr lang="ja-JP" altLang="en-US">
                <a:solidFill>
                  <a:srgbClr val="FE9B03"/>
                </a:solidFill>
                <a:latin typeface="Arial" panose="020B0604020202020204" pitchFamily="34" charset="0"/>
              </a:rPr>
              <a:t>‘</a:t>
            </a:r>
            <a:r>
              <a:rPr lang="en-US" altLang="ja-JP">
                <a:solidFill>
                  <a:srgbClr val="FE9B03"/>
                </a:solidFill>
              </a:rPr>
              <a:t>Nice</a:t>
            </a:r>
            <a:r>
              <a:rPr lang="ja-JP" altLang="en-US">
                <a:solidFill>
                  <a:srgbClr val="FE9B03"/>
                </a:solidFill>
                <a:latin typeface="Arial" panose="020B0604020202020204" pitchFamily="34" charset="0"/>
              </a:rPr>
              <a:t>’</a:t>
            </a:r>
            <a:r>
              <a:rPr lang="en-US" altLang="ja-JP">
                <a:solidFill>
                  <a:srgbClr val="FE9B03"/>
                </a:solidFill>
              </a:rPr>
              <a:t> statistical properties:</a:t>
            </a:r>
          </a:p>
          <a:p>
            <a:pPr lvl="1">
              <a:lnSpc>
                <a:spcPct val="90000"/>
              </a:lnSpc>
            </a:pPr>
            <a:r>
              <a:rPr lang="en-US" altLang="en-US">
                <a:solidFill>
                  <a:srgbClr val="FE9B03"/>
                </a:solidFill>
              </a:rPr>
              <a:t>Always identified</a:t>
            </a:r>
          </a:p>
          <a:p>
            <a:pPr lvl="1">
              <a:lnSpc>
                <a:spcPct val="90000"/>
              </a:lnSpc>
            </a:pPr>
            <a:r>
              <a:rPr lang="en-US" altLang="en-US">
                <a:solidFill>
                  <a:srgbClr val="FE9B03"/>
                </a:solidFill>
              </a:rPr>
              <a:t>Correspond to a set of distributions characterized by independence relations</a:t>
            </a:r>
          </a:p>
          <a:p>
            <a:pPr lvl="1">
              <a:lnSpc>
                <a:spcPct val="90000"/>
              </a:lnSpc>
            </a:pPr>
            <a:r>
              <a:rPr lang="en-US" altLang="en-US">
                <a:solidFill>
                  <a:srgbClr val="FE9B03"/>
                </a:solidFill>
              </a:rPr>
              <a:t>Have a well-defined dimension</a:t>
            </a:r>
          </a:p>
          <a:p>
            <a:pPr lvl="1">
              <a:lnSpc>
                <a:spcPct val="90000"/>
              </a:lnSpc>
            </a:pPr>
            <a:r>
              <a:rPr lang="en-US" altLang="en-US">
                <a:solidFill>
                  <a:srgbClr val="FE9B03"/>
                </a:solidFill>
              </a:rPr>
              <a:t>Asymptotic existence of ML estimates</a:t>
            </a:r>
          </a:p>
        </p:txBody>
      </p:sp>
      <p:sp>
        <p:nvSpPr>
          <p:cNvPr id="31748" name="Line 4">
            <a:extLst>
              <a:ext uri="{FF2B5EF4-FFF2-40B4-BE49-F238E27FC236}">
                <a16:creationId xmlns:a16="http://schemas.microsoft.com/office/drawing/2014/main" id="{21885BE0-A795-9FE5-8ED2-7FBE92A40F94}"/>
              </a:ext>
            </a:extLst>
          </p:cNvPr>
          <p:cNvSpPr>
            <a:spLocks noChangeShapeType="1"/>
          </p:cNvSpPr>
          <p:nvPr/>
        </p:nvSpPr>
        <p:spPr bwMode="auto">
          <a:xfrm>
            <a:off x="1897296" y="2737579"/>
            <a:ext cx="63119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1749" name="Line 5">
            <a:extLst>
              <a:ext uri="{FF2B5EF4-FFF2-40B4-BE49-F238E27FC236}">
                <a16:creationId xmlns:a16="http://schemas.microsoft.com/office/drawing/2014/main" id="{4F978B9D-C7A9-9A01-A192-CFF11B8C7DDB}"/>
              </a:ext>
            </a:extLst>
          </p:cNvPr>
          <p:cNvSpPr>
            <a:spLocks noChangeShapeType="1"/>
          </p:cNvSpPr>
          <p:nvPr/>
        </p:nvSpPr>
        <p:spPr bwMode="auto">
          <a:xfrm>
            <a:off x="2049696" y="3309079"/>
            <a:ext cx="4635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1750" name="Line 6">
            <a:extLst>
              <a:ext uri="{FF2B5EF4-FFF2-40B4-BE49-F238E27FC236}">
                <a16:creationId xmlns:a16="http://schemas.microsoft.com/office/drawing/2014/main" id="{589DEBBF-AB45-9A31-346F-35935740818A}"/>
              </a:ext>
            </a:extLst>
          </p:cNvPr>
          <p:cNvSpPr>
            <a:spLocks noChangeShapeType="1"/>
          </p:cNvSpPr>
          <p:nvPr/>
        </p:nvSpPr>
        <p:spPr bwMode="auto">
          <a:xfrm>
            <a:off x="2202096" y="3745669"/>
            <a:ext cx="27876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1751" name="Line 7">
            <a:extLst>
              <a:ext uri="{FF2B5EF4-FFF2-40B4-BE49-F238E27FC236}">
                <a16:creationId xmlns:a16="http://schemas.microsoft.com/office/drawing/2014/main" id="{76047E42-A839-CA9C-9339-B1E93B3F987B}"/>
              </a:ext>
            </a:extLst>
          </p:cNvPr>
          <p:cNvSpPr>
            <a:spLocks noChangeShapeType="1"/>
          </p:cNvSpPr>
          <p:nvPr/>
        </p:nvSpPr>
        <p:spPr bwMode="auto">
          <a:xfrm>
            <a:off x="2354496" y="4240969"/>
            <a:ext cx="50736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1752" name="Line 8">
            <a:extLst>
              <a:ext uri="{FF2B5EF4-FFF2-40B4-BE49-F238E27FC236}">
                <a16:creationId xmlns:a16="http://schemas.microsoft.com/office/drawing/2014/main" id="{DFF3F4A8-63C3-2B3F-DF6A-CA701AE4774E}"/>
              </a:ext>
            </a:extLst>
          </p:cNvPr>
          <p:cNvSpPr>
            <a:spLocks noChangeShapeType="1"/>
          </p:cNvSpPr>
          <p:nvPr/>
        </p:nvSpPr>
        <p:spPr bwMode="auto">
          <a:xfrm>
            <a:off x="2240196" y="4679119"/>
            <a:ext cx="57975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1753" name="Line 9">
            <a:extLst>
              <a:ext uri="{FF2B5EF4-FFF2-40B4-BE49-F238E27FC236}">
                <a16:creationId xmlns:a16="http://schemas.microsoft.com/office/drawing/2014/main" id="{9F27B838-057A-443E-EE75-74B5B51994B9}"/>
              </a:ext>
            </a:extLst>
          </p:cNvPr>
          <p:cNvSpPr>
            <a:spLocks noChangeShapeType="1"/>
          </p:cNvSpPr>
          <p:nvPr/>
        </p:nvSpPr>
        <p:spPr bwMode="auto">
          <a:xfrm>
            <a:off x="2354496" y="5103528"/>
            <a:ext cx="44831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1754" name="Line 10">
            <a:extLst>
              <a:ext uri="{FF2B5EF4-FFF2-40B4-BE49-F238E27FC236}">
                <a16:creationId xmlns:a16="http://schemas.microsoft.com/office/drawing/2014/main" id="{FFC07639-D3DA-488D-AEC4-7578BB689CCC}"/>
              </a:ext>
            </a:extLst>
          </p:cNvPr>
          <p:cNvSpPr>
            <a:spLocks noChangeShapeType="1"/>
          </p:cNvSpPr>
          <p:nvPr/>
        </p:nvSpPr>
        <p:spPr bwMode="auto">
          <a:xfrm>
            <a:off x="2354496" y="5583837"/>
            <a:ext cx="48069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008DC1BA-B51F-1943-8F4A-76F8BA14C89C}"/>
              </a:ext>
            </a:extLst>
          </p:cNvPr>
          <p:cNvSpPr>
            <a:spLocks noGrp="1"/>
          </p:cNvSpPr>
          <p:nvPr>
            <p:ph type="sldNum" sz="quarter" idx="10"/>
          </p:nvPr>
        </p:nvSpPr>
        <p:spPr/>
        <p:txBody>
          <a:bodyPr/>
          <a:lstStyle/>
          <a:p>
            <a:fld id="{6B69CBE1-A7D5-7240-8D99-C0F6CAE01367}" type="slidenum">
              <a:rPr lang="en-US" altLang="en-US" smtClean="0"/>
              <a:pPr/>
              <a:t>14</a:t>
            </a:fld>
            <a:endParaRPr lang="en-US"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a:extLst>
              <a:ext uri="{FF2B5EF4-FFF2-40B4-BE49-F238E27FC236}">
                <a16:creationId xmlns:a16="http://schemas.microsoft.com/office/drawing/2014/main" id="{3E6D46F3-FF98-6957-59EC-25DA4D2F77E7}"/>
              </a:ext>
            </a:extLst>
          </p:cNvPr>
          <p:cNvSpPr>
            <a:spLocks noGrp="1" noChangeArrowheads="1"/>
          </p:cNvSpPr>
          <p:nvPr>
            <p:ph type="title"/>
          </p:nvPr>
        </p:nvSpPr>
        <p:spPr>
          <a:xfrm>
            <a:off x="2609850" y="209550"/>
            <a:ext cx="7715250" cy="914400"/>
          </a:xfrm>
          <a:effectLst>
            <a:outerShdw blurRad="63500" dist="35921" dir="2700000" algn="ctr" rotWithShape="0">
              <a:srgbClr val="000000"/>
            </a:outerShdw>
          </a:effectLst>
        </p:spPr>
        <p:txBody>
          <a:bodyPr vert="horz" wrap="square" lIns="90488" tIns="44450" rIns="90488" bIns="44450" numCol="1" anchor="ctr" anchorCtr="0" compatLnSpc="1">
            <a:prstTxWarp prst="textNoShape">
              <a:avLst/>
            </a:prstTxWarp>
          </a:bodyPr>
          <a:lstStyle/>
          <a:p>
            <a:pPr>
              <a:defRPr/>
            </a:pPr>
            <a:r>
              <a:rPr lang="en-US">
                <a:cs typeface="+mj-cs"/>
              </a:rPr>
              <a:t>Solution</a:t>
            </a:r>
          </a:p>
        </p:txBody>
      </p:sp>
      <p:sp>
        <p:nvSpPr>
          <p:cNvPr id="698371" name="Rectangle 3">
            <a:extLst>
              <a:ext uri="{FF2B5EF4-FFF2-40B4-BE49-F238E27FC236}">
                <a16:creationId xmlns:a16="http://schemas.microsoft.com/office/drawing/2014/main" id="{88A3E1B3-B698-CA06-4DCF-EF5A0F0C71FD}"/>
              </a:ext>
            </a:extLst>
          </p:cNvPr>
          <p:cNvSpPr>
            <a:spLocks noGrp="1" noChangeArrowheads="1"/>
          </p:cNvSpPr>
          <p:nvPr>
            <p:ph type="body" idx="1"/>
          </p:nvPr>
        </p:nvSpPr>
        <p:spPr>
          <a:xfrm>
            <a:off x="2243138" y="1238250"/>
            <a:ext cx="7791450" cy="1276350"/>
          </a:xfrm>
        </p:spPr>
        <p:txBody>
          <a:bodyPr vert="horz" wrap="square" lIns="90488" tIns="44450" rIns="90488" bIns="44450" numCol="1" anchor="t" anchorCtr="0" compatLnSpc="1">
            <a:prstTxWarp prst="textNoShape">
              <a:avLst/>
            </a:prstTxWarp>
          </a:bodyPr>
          <a:lstStyle/>
          <a:p>
            <a:pPr>
              <a:lnSpc>
                <a:spcPct val="90000"/>
              </a:lnSpc>
            </a:pPr>
            <a:r>
              <a:rPr lang="en-US" altLang="en-US" sz="2800"/>
              <a:t>Embed each latent variable model in a </a:t>
            </a:r>
            <a:r>
              <a:rPr lang="ja-JP" altLang="en-US" sz="2800">
                <a:latin typeface="Arial" panose="020B0604020202020204" pitchFamily="34" charset="0"/>
              </a:rPr>
              <a:t>‘</a:t>
            </a:r>
            <a:r>
              <a:rPr lang="en-US" altLang="ja-JP" sz="2800"/>
              <a:t>larger</a:t>
            </a:r>
            <a:r>
              <a:rPr lang="ja-JP" altLang="en-US" sz="2800">
                <a:latin typeface="Arial" panose="020B0604020202020204" pitchFamily="34" charset="0"/>
              </a:rPr>
              <a:t>’</a:t>
            </a:r>
            <a:r>
              <a:rPr lang="en-US" altLang="ja-JP" sz="2800"/>
              <a:t> model without latent variables that is easier to characterize.</a:t>
            </a:r>
            <a:endParaRPr lang="en-US" altLang="en-US" sz="2800"/>
          </a:p>
        </p:txBody>
      </p:sp>
      <p:sp>
        <p:nvSpPr>
          <p:cNvPr id="32772" name="Oval 4">
            <a:extLst>
              <a:ext uri="{FF2B5EF4-FFF2-40B4-BE49-F238E27FC236}">
                <a16:creationId xmlns:a16="http://schemas.microsoft.com/office/drawing/2014/main" id="{0A55EC25-018F-FABC-BB49-92B9B93D0786}"/>
              </a:ext>
            </a:extLst>
          </p:cNvPr>
          <p:cNvSpPr>
            <a:spLocks noChangeArrowheads="1"/>
          </p:cNvSpPr>
          <p:nvPr/>
        </p:nvSpPr>
        <p:spPr bwMode="auto">
          <a:xfrm>
            <a:off x="5130800" y="3702050"/>
            <a:ext cx="3702050" cy="21590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a:solidFill>
                <a:srgbClr val="FFFFFF"/>
              </a:solidFill>
            </a:endParaRPr>
          </a:p>
        </p:txBody>
      </p:sp>
      <p:sp>
        <p:nvSpPr>
          <p:cNvPr id="32773" name="Line 5">
            <a:extLst>
              <a:ext uri="{FF2B5EF4-FFF2-40B4-BE49-F238E27FC236}">
                <a16:creationId xmlns:a16="http://schemas.microsoft.com/office/drawing/2014/main" id="{5986A5CB-0891-F2FE-E0C9-1CA8771D905E}"/>
              </a:ext>
            </a:extLst>
          </p:cNvPr>
          <p:cNvSpPr>
            <a:spLocks noChangeShapeType="1"/>
          </p:cNvSpPr>
          <p:nvPr/>
        </p:nvSpPr>
        <p:spPr bwMode="auto">
          <a:xfrm>
            <a:off x="5911850" y="4178300"/>
            <a:ext cx="730250" cy="46355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74" name="Line 6">
            <a:extLst>
              <a:ext uri="{FF2B5EF4-FFF2-40B4-BE49-F238E27FC236}">
                <a16:creationId xmlns:a16="http://schemas.microsoft.com/office/drawing/2014/main" id="{0BA03B80-6766-8643-0ECB-717795A0E134}"/>
              </a:ext>
            </a:extLst>
          </p:cNvPr>
          <p:cNvSpPr>
            <a:spLocks noChangeShapeType="1"/>
          </p:cNvSpPr>
          <p:nvPr/>
        </p:nvSpPr>
        <p:spPr bwMode="auto">
          <a:xfrm flipH="1" flipV="1">
            <a:off x="6470650" y="3937000"/>
            <a:ext cx="222250" cy="71755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75" name="Line 7">
            <a:extLst>
              <a:ext uri="{FF2B5EF4-FFF2-40B4-BE49-F238E27FC236}">
                <a16:creationId xmlns:a16="http://schemas.microsoft.com/office/drawing/2014/main" id="{008FC4D4-B8E9-26F2-D18A-208CEB07EA96}"/>
              </a:ext>
            </a:extLst>
          </p:cNvPr>
          <p:cNvSpPr>
            <a:spLocks noChangeShapeType="1"/>
          </p:cNvSpPr>
          <p:nvPr/>
        </p:nvSpPr>
        <p:spPr bwMode="auto">
          <a:xfrm>
            <a:off x="6502400" y="3949700"/>
            <a:ext cx="501650" cy="6350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76" name="Line 8">
            <a:extLst>
              <a:ext uri="{FF2B5EF4-FFF2-40B4-BE49-F238E27FC236}">
                <a16:creationId xmlns:a16="http://schemas.microsoft.com/office/drawing/2014/main" id="{A0BD2A69-6692-C721-3457-7D5B8A7F807F}"/>
              </a:ext>
            </a:extLst>
          </p:cNvPr>
          <p:cNvSpPr>
            <a:spLocks noChangeShapeType="1"/>
          </p:cNvSpPr>
          <p:nvPr/>
        </p:nvSpPr>
        <p:spPr bwMode="auto">
          <a:xfrm flipV="1">
            <a:off x="7054850" y="4127500"/>
            <a:ext cx="292100" cy="4699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77" name="Line 9">
            <a:extLst>
              <a:ext uri="{FF2B5EF4-FFF2-40B4-BE49-F238E27FC236}">
                <a16:creationId xmlns:a16="http://schemas.microsoft.com/office/drawing/2014/main" id="{F45A8235-9EA8-2994-EBFE-F4C508CB20E8}"/>
              </a:ext>
            </a:extLst>
          </p:cNvPr>
          <p:cNvSpPr>
            <a:spLocks noChangeShapeType="1"/>
          </p:cNvSpPr>
          <p:nvPr/>
        </p:nvSpPr>
        <p:spPr bwMode="auto">
          <a:xfrm>
            <a:off x="7397750" y="4159250"/>
            <a:ext cx="501650" cy="84455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78" name="Line 10">
            <a:extLst>
              <a:ext uri="{FF2B5EF4-FFF2-40B4-BE49-F238E27FC236}">
                <a16:creationId xmlns:a16="http://schemas.microsoft.com/office/drawing/2014/main" id="{36DC527B-7BA3-7D2B-881B-7D20FEA2C7FF}"/>
              </a:ext>
            </a:extLst>
          </p:cNvPr>
          <p:cNvSpPr>
            <a:spLocks noChangeShapeType="1"/>
          </p:cNvSpPr>
          <p:nvPr/>
        </p:nvSpPr>
        <p:spPr bwMode="auto">
          <a:xfrm flipH="1" flipV="1">
            <a:off x="7346950" y="4775200"/>
            <a:ext cx="565150" cy="2794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79" name="Line 11">
            <a:extLst>
              <a:ext uri="{FF2B5EF4-FFF2-40B4-BE49-F238E27FC236}">
                <a16:creationId xmlns:a16="http://schemas.microsoft.com/office/drawing/2014/main" id="{DC21588E-02A2-8D3B-676F-1079CF1EFDF4}"/>
              </a:ext>
            </a:extLst>
          </p:cNvPr>
          <p:cNvSpPr>
            <a:spLocks noChangeShapeType="1"/>
          </p:cNvSpPr>
          <p:nvPr/>
        </p:nvSpPr>
        <p:spPr bwMode="auto">
          <a:xfrm>
            <a:off x="7397750" y="4806950"/>
            <a:ext cx="368300" cy="5207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0" name="Line 12">
            <a:extLst>
              <a:ext uri="{FF2B5EF4-FFF2-40B4-BE49-F238E27FC236}">
                <a16:creationId xmlns:a16="http://schemas.microsoft.com/office/drawing/2014/main" id="{F116F088-1863-0239-4669-595BD5F971E4}"/>
              </a:ext>
            </a:extLst>
          </p:cNvPr>
          <p:cNvSpPr>
            <a:spLocks noChangeShapeType="1"/>
          </p:cNvSpPr>
          <p:nvPr/>
        </p:nvSpPr>
        <p:spPr bwMode="auto">
          <a:xfrm>
            <a:off x="7054850" y="4883150"/>
            <a:ext cx="730250" cy="4826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1" name="Line 13">
            <a:extLst>
              <a:ext uri="{FF2B5EF4-FFF2-40B4-BE49-F238E27FC236}">
                <a16:creationId xmlns:a16="http://schemas.microsoft.com/office/drawing/2014/main" id="{4E59ED91-BA12-0D36-2D2F-DA9218892DE4}"/>
              </a:ext>
            </a:extLst>
          </p:cNvPr>
          <p:cNvSpPr>
            <a:spLocks noChangeShapeType="1"/>
          </p:cNvSpPr>
          <p:nvPr/>
        </p:nvSpPr>
        <p:spPr bwMode="auto">
          <a:xfrm>
            <a:off x="7054850" y="4883150"/>
            <a:ext cx="177800" cy="6350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2" name="Line 14">
            <a:extLst>
              <a:ext uri="{FF2B5EF4-FFF2-40B4-BE49-F238E27FC236}">
                <a16:creationId xmlns:a16="http://schemas.microsoft.com/office/drawing/2014/main" id="{84DD4756-84A4-173C-5F1A-6E4663A8FAD3}"/>
              </a:ext>
            </a:extLst>
          </p:cNvPr>
          <p:cNvSpPr>
            <a:spLocks noChangeShapeType="1"/>
          </p:cNvSpPr>
          <p:nvPr/>
        </p:nvSpPr>
        <p:spPr bwMode="auto">
          <a:xfrm>
            <a:off x="5911850" y="4197350"/>
            <a:ext cx="692150" cy="6731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3" name="Line 15">
            <a:extLst>
              <a:ext uri="{FF2B5EF4-FFF2-40B4-BE49-F238E27FC236}">
                <a16:creationId xmlns:a16="http://schemas.microsoft.com/office/drawing/2014/main" id="{C017A1AA-D694-B121-32CF-DCFED46C3A60}"/>
              </a:ext>
            </a:extLst>
          </p:cNvPr>
          <p:cNvSpPr>
            <a:spLocks noChangeShapeType="1"/>
          </p:cNvSpPr>
          <p:nvPr/>
        </p:nvSpPr>
        <p:spPr bwMode="auto">
          <a:xfrm>
            <a:off x="5949950" y="4883150"/>
            <a:ext cx="635000" cy="2540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4" name="Line 16">
            <a:extLst>
              <a:ext uri="{FF2B5EF4-FFF2-40B4-BE49-F238E27FC236}">
                <a16:creationId xmlns:a16="http://schemas.microsoft.com/office/drawing/2014/main" id="{24294650-DB3B-46A1-1EB8-A633D8399A9D}"/>
              </a:ext>
            </a:extLst>
          </p:cNvPr>
          <p:cNvSpPr>
            <a:spLocks noChangeShapeType="1"/>
          </p:cNvSpPr>
          <p:nvPr/>
        </p:nvSpPr>
        <p:spPr bwMode="auto">
          <a:xfrm>
            <a:off x="5949950" y="4902200"/>
            <a:ext cx="1263650" cy="65405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5" name="Line 17">
            <a:extLst>
              <a:ext uri="{FF2B5EF4-FFF2-40B4-BE49-F238E27FC236}">
                <a16:creationId xmlns:a16="http://schemas.microsoft.com/office/drawing/2014/main" id="{128EB47F-BAB1-1BC5-5C6D-3D57EEBD0899}"/>
              </a:ext>
            </a:extLst>
          </p:cNvPr>
          <p:cNvSpPr>
            <a:spLocks noChangeShapeType="1"/>
          </p:cNvSpPr>
          <p:nvPr/>
        </p:nvSpPr>
        <p:spPr bwMode="auto">
          <a:xfrm>
            <a:off x="4102100" y="4406900"/>
            <a:ext cx="1016000" cy="27305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6" name="Line 18">
            <a:extLst>
              <a:ext uri="{FF2B5EF4-FFF2-40B4-BE49-F238E27FC236}">
                <a16:creationId xmlns:a16="http://schemas.microsoft.com/office/drawing/2014/main" id="{BF1D8AFC-D46F-D063-2350-52B314F0351C}"/>
              </a:ext>
            </a:extLst>
          </p:cNvPr>
          <p:cNvSpPr>
            <a:spLocks noChangeShapeType="1"/>
          </p:cNvSpPr>
          <p:nvPr/>
        </p:nvSpPr>
        <p:spPr bwMode="auto">
          <a:xfrm flipH="1">
            <a:off x="7727950" y="3340100"/>
            <a:ext cx="1003300" cy="130175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2787" name="Rectangle 19">
            <a:extLst>
              <a:ext uri="{FF2B5EF4-FFF2-40B4-BE49-F238E27FC236}">
                <a16:creationId xmlns:a16="http://schemas.microsoft.com/office/drawing/2014/main" id="{AEA4CB25-E83C-1641-B91B-AEA8593ED4BB}"/>
              </a:ext>
            </a:extLst>
          </p:cNvPr>
          <p:cNvSpPr>
            <a:spLocks noChangeArrowheads="1"/>
          </p:cNvSpPr>
          <p:nvPr/>
        </p:nvSpPr>
        <p:spPr bwMode="auto">
          <a:xfrm>
            <a:off x="7681914" y="2805113"/>
            <a:ext cx="2032609"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a:solidFill>
                  <a:srgbClr val="FFFFFF"/>
                </a:solidFill>
                <a:latin typeface="Times" pitchFamily="2" charset="0"/>
              </a:rPr>
              <a:t>Latent variable</a:t>
            </a:r>
          </a:p>
          <a:p>
            <a:pPr eaLnBrk="0" fontAlgn="base" hangingPunct="0">
              <a:spcBef>
                <a:spcPct val="0"/>
              </a:spcBef>
              <a:spcAft>
                <a:spcPct val="0"/>
              </a:spcAft>
            </a:pPr>
            <a:r>
              <a:rPr lang="en-US" altLang="en-US">
                <a:solidFill>
                  <a:srgbClr val="FFFFFF"/>
                </a:solidFill>
                <a:latin typeface="Times" pitchFamily="2" charset="0"/>
              </a:rPr>
              <a:t>model</a:t>
            </a:r>
          </a:p>
        </p:txBody>
      </p:sp>
      <p:sp>
        <p:nvSpPr>
          <p:cNvPr id="32788" name="Rectangle 20">
            <a:extLst>
              <a:ext uri="{FF2B5EF4-FFF2-40B4-BE49-F238E27FC236}">
                <a16:creationId xmlns:a16="http://schemas.microsoft.com/office/drawing/2014/main" id="{D42F741F-C078-D32A-FEAA-581470219F76}"/>
              </a:ext>
            </a:extLst>
          </p:cNvPr>
          <p:cNvSpPr>
            <a:spLocks noChangeArrowheads="1"/>
          </p:cNvSpPr>
          <p:nvPr/>
        </p:nvSpPr>
        <p:spPr bwMode="auto">
          <a:xfrm>
            <a:off x="1947863" y="3468688"/>
            <a:ext cx="2838450"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a:solidFill>
                  <a:srgbClr val="FFFFFF"/>
                </a:solidFill>
                <a:latin typeface="Times" pitchFamily="2" charset="0"/>
              </a:rPr>
              <a:t>Model imposing</a:t>
            </a:r>
          </a:p>
          <a:p>
            <a:pPr eaLnBrk="0" fontAlgn="base" hangingPunct="0">
              <a:spcBef>
                <a:spcPct val="0"/>
              </a:spcBef>
              <a:spcAft>
                <a:spcPct val="0"/>
              </a:spcAft>
            </a:pPr>
            <a:r>
              <a:rPr lang="en-US" altLang="en-US">
                <a:solidFill>
                  <a:srgbClr val="FFFFFF"/>
                </a:solidFill>
                <a:latin typeface="Times" pitchFamily="2" charset="0"/>
              </a:rPr>
              <a:t>only independence</a:t>
            </a:r>
          </a:p>
          <a:p>
            <a:pPr eaLnBrk="0" fontAlgn="base" hangingPunct="0">
              <a:spcBef>
                <a:spcPct val="0"/>
              </a:spcBef>
              <a:spcAft>
                <a:spcPct val="0"/>
              </a:spcAft>
            </a:pPr>
            <a:r>
              <a:rPr lang="en-US" altLang="en-US">
                <a:solidFill>
                  <a:srgbClr val="FFFFFF"/>
                </a:solidFill>
                <a:latin typeface="Times" pitchFamily="2" charset="0"/>
              </a:rPr>
              <a:t>constraints</a:t>
            </a:r>
          </a:p>
          <a:p>
            <a:pPr eaLnBrk="0" fontAlgn="base" hangingPunct="0">
              <a:spcBef>
                <a:spcPct val="0"/>
              </a:spcBef>
              <a:spcAft>
                <a:spcPct val="0"/>
              </a:spcAft>
            </a:pPr>
            <a:r>
              <a:rPr lang="en-US" altLang="en-US">
                <a:solidFill>
                  <a:srgbClr val="FFFFFF"/>
                </a:solidFill>
                <a:latin typeface="Times" pitchFamily="2" charset="0"/>
              </a:rPr>
              <a:t>on observed variables</a:t>
            </a:r>
          </a:p>
        </p:txBody>
      </p:sp>
      <p:sp>
        <p:nvSpPr>
          <p:cNvPr id="32789" name="Rectangle 21">
            <a:extLst>
              <a:ext uri="{FF2B5EF4-FFF2-40B4-BE49-F238E27FC236}">
                <a16:creationId xmlns:a16="http://schemas.microsoft.com/office/drawing/2014/main" id="{FEA617DE-2F9E-B04A-E53A-7A33075FC6D3}"/>
              </a:ext>
            </a:extLst>
          </p:cNvPr>
          <p:cNvSpPr>
            <a:spLocks noChangeArrowheads="1"/>
          </p:cNvSpPr>
          <p:nvPr/>
        </p:nvSpPr>
        <p:spPr bwMode="auto">
          <a:xfrm>
            <a:off x="5681664" y="6043613"/>
            <a:ext cx="264335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a:solidFill>
                  <a:srgbClr val="FFFFFF"/>
                </a:solidFill>
                <a:latin typeface="Times" pitchFamily="2" charset="0"/>
              </a:rPr>
              <a:t>Sets of distributions</a:t>
            </a:r>
          </a:p>
        </p:txBody>
      </p:sp>
      <p:sp>
        <p:nvSpPr>
          <p:cNvPr id="2" name="Slide Number Placeholder 1">
            <a:extLst>
              <a:ext uri="{FF2B5EF4-FFF2-40B4-BE49-F238E27FC236}">
                <a16:creationId xmlns:a16="http://schemas.microsoft.com/office/drawing/2014/main" id="{04146C98-C23B-C34B-A8C9-34F0229E0BBB}"/>
              </a:ext>
            </a:extLst>
          </p:cNvPr>
          <p:cNvSpPr>
            <a:spLocks noGrp="1"/>
          </p:cNvSpPr>
          <p:nvPr>
            <p:ph type="sldNum" sz="quarter" idx="10"/>
          </p:nvPr>
        </p:nvSpPr>
        <p:spPr/>
        <p:txBody>
          <a:bodyPr/>
          <a:lstStyle/>
          <a:p>
            <a:fld id="{6B69CBE1-A7D5-7240-8D99-C0F6CAE01367}" type="slidenum">
              <a:rPr lang="en-US" altLang="en-US" smtClean="0"/>
              <a:pPr/>
              <a:t>15</a:t>
            </a:fld>
            <a:endParaRPr lang="en-US"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3699-1DBE-A65B-8563-517CA8F423C2}"/>
              </a:ext>
            </a:extLst>
          </p:cNvPr>
          <p:cNvSpPr>
            <a:spLocks noGrp="1"/>
          </p:cNvSpPr>
          <p:nvPr>
            <p:ph type="title"/>
          </p:nvPr>
        </p:nvSpPr>
        <p:spPr>
          <a:xfrm>
            <a:off x="1471613" y="5034"/>
            <a:ext cx="10287000" cy="1143000"/>
          </a:xfrm>
        </p:spPr>
        <p:txBody>
          <a:bodyPr/>
          <a:lstStyle/>
          <a:p>
            <a:pPr>
              <a:defRPr/>
            </a:pPr>
            <a:r>
              <a:rPr lang="en-US"/>
              <a:t>Marginalization</a:t>
            </a:r>
          </a:p>
        </p:txBody>
      </p:sp>
      <p:sp>
        <p:nvSpPr>
          <p:cNvPr id="3" name="Content Placeholder 2">
            <a:extLst>
              <a:ext uri="{FF2B5EF4-FFF2-40B4-BE49-F238E27FC236}">
                <a16:creationId xmlns:a16="http://schemas.microsoft.com/office/drawing/2014/main" id="{53C65058-1783-1F60-596D-3A683973EF8C}"/>
              </a:ext>
            </a:extLst>
          </p:cNvPr>
          <p:cNvSpPr>
            <a:spLocks noGrp="1"/>
          </p:cNvSpPr>
          <p:nvPr>
            <p:ph idx="1"/>
          </p:nvPr>
        </p:nvSpPr>
        <p:spPr>
          <a:xfrm>
            <a:off x="2585772" y="1372534"/>
            <a:ext cx="8471394" cy="4114800"/>
          </a:xfrm>
        </p:spPr>
        <p:txBody>
          <a:bodyPr/>
          <a:lstStyle/>
          <a:p>
            <a:pPr marL="0" indent="0">
              <a:buNone/>
            </a:pPr>
            <a:r>
              <a:rPr lang="en-US" altLang="en-US"/>
              <a:t>X	 Y</a:t>
            </a:r>
          </a:p>
          <a:p>
            <a:pPr marL="0" indent="0">
              <a:buNone/>
            </a:pPr>
            <a:endParaRPr lang="en-US" altLang="en-US"/>
          </a:p>
          <a:p>
            <a:pPr marL="0" indent="0">
              <a:buNone/>
            </a:pPr>
            <a:r>
              <a:rPr lang="en-US" altLang="en-US"/>
              <a:t>Z	W</a:t>
            </a:r>
          </a:p>
          <a:p>
            <a:pPr marL="0" indent="0">
              <a:buNone/>
            </a:pPr>
            <a:endParaRPr lang="en-US" altLang="en-US"/>
          </a:p>
          <a:p>
            <a:pPr marL="0" indent="0">
              <a:buNone/>
            </a:pPr>
            <a:r>
              <a:rPr lang="en-US" altLang="en-US"/>
              <a:t>      L</a:t>
            </a:r>
          </a:p>
          <a:p>
            <a:pPr marL="0" indent="0">
              <a:buNone/>
            </a:pPr>
            <a:r>
              <a:rPr lang="en-US" altLang="en-US"/>
              <a:t>X   {Y,W}</a:t>
            </a:r>
          </a:p>
          <a:p>
            <a:pPr marL="0" indent="0">
              <a:buNone/>
            </a:pPr>
            <a:r>
              <a:rPr lang="en-US" altLang="en-US"/>
              <a:t>Y   {Z,X}</a:t>
            </a:r>
          </a:p>
          <a:p>
            <a:pPr marL="0" indent="0">
              <a:buNone/>
            </a:pPr>
            <a:r>
              <a:rPr lang="en-US" altLang="en-US"/>
              <a:t>Z     W | L</a:t>
            </a:r>
          </a:p>
          <a:p>
            <a:pPr marL="0" indent="0">
              <a:buNone/>
            </a:pPr>
            <a:r>
              <a:rPr lang="en-US" altLang="en-US"/>
              <a:t>{X,Y}     L</a:t>
            </a:r>
          </a:p>
        </p:txBody>
      </p:sp>
      <p:sp>
        <p:nvSpPr>
          <p:cNvPr id="29700" name="Line 4">
            <a:extLst>
              <a:ext uri="{FF2B5EF4-FFF2-40B4-BE49-F238E27FC236}">
                <a16:creationId xmlns:a16="http://schemas.microsoft.com/office/drawing/2014/main" id="{4CE89CEE-1C08-4A8C-4E18-F523CAE097EB}"/>
              </a:ext>
            </a:extLst>
          </p:cNvPr>
          <p:cNvSpPr>
            <a:spLocks noChangeShapeType="1"/>
          </p:cNvSpPr>
          <p:nvPr/>
        </p:nvSpPr>
        <p:spPr bwMode="auto">
          <a:xfrm>
            <a:off x="2879268" y="1873196"/>
            <a:ext cx="11112"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1" name="Line 4">
            <a:extLst>
              <a:ext uri="{FF2B5EF4-FFF2-40B4-BE49-F238E27FC236}">
                <a16:creationId xmlns:a16="http://schemas.microsoft.com/office/drawing/2014/main" id="{D38BDADD-6877-D51C-1BBC-FB3330FD860B}"/>
              </a:ext>
            </a:extLst>
          </p:cNvPr>
          <p:cNvSpPr>
            <a:spLocks noChangeShapeType="1"/>
          </p:cNvSpPr>
          <p:nvPr/>
        </p:nvSpPr>
        <p:spPr bwMode="auto">
          <a:xfrm>
            <a:off x="3823831" y="1876371"/>
            <a:ext cx="11113"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2" name="Line 4">
            <a:extLst>
              <a:ext uri="{FF2B5EF4-FFF2-40B4-BE49-F238E27FC236}">
                <a16:creationId xmlns:a16="http://schemas.microsoft.com/office/drawing/2014/main" id="{18A26D57-1515-66EC-97BD-B7F5BC346D70}"/>
              </a:ext>
            </a:extLst>
          </p:cNvPr>
          <p:cNvSpPr>
            <a:spLocks noChangeShapeType="1"/>
          </p:cNvSpPr>
          <p:nvPr/>
        </p:nvSpPr>
        <p:spPr bwMode="auto">
          <a:xfrm flipH="1" flipV="1">
            <a:off x="2879268" y="3093985"/>
            <a:ext cx="482600" cy="5476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3" name="Line 4">
            <a:extLst>
              <a:ext uri="{FF2B5EF4-FFF2-40B4-BE49-F238E27FC236}">
                <a16:creationId xmlns:a16="http://schemas.microsoft.com/office/drawing/2014/main" id="{0E83FEDB-919D-425F-ABC8-E72C6B21B339}"/>
              </a:ext>
            </a:extLst>
          </p:cNvPr>
          <p:cNvSpPr>
            <a:spLocks noChangeShapeType="1"/>
          </p:cNvSpPr>
          <p:nvPr/>
        </p:nvSpPr>
        <p:spPr bwMode="auto">
          <a:xfrm flipV="1">
            <a:off x="3361869" y="3093984"/>
            <a:ext cx="358775" cy="5143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9704" name="Oval 8">
            <a:extLst>
              <a:ext uri="{FF2B5EF4-FFF2-40B4-BE49-F238E27FC236}">
                <a16:creationId xmlns:a16="http://schemas.microsoft.com/office/drawing/2014/main" id="{D2075E5C-258E-8C06-B967-AEF5289B51F6}"/>
              </a:ext>
            </a:extLst>
          </p:cNvPr>
          <p:cNvSpPr>
            <a:spLocks noChangeArrowheads="1"/>
          </p:cNvSpPr>
          <p:nvPr/>
        </p:nvSpPr>
        <p:spPr bwMode="auto">
          <a:xfrm>
            <a:off x="3011030" y="3638497"/>
            <a:ext cx="742950" cy="7080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sz="2300">
              <a:solidFill>
                <a:srgbClr val="FFFFFF"/>
              </a:solidFill>
            </a:endParaRPr>
          </a:p>
        </p:txBody>
      </p:sp>
      <p:grpSp>
        <p:nvGrpSpPr>
          <p:cNvPr id="14" name="Group 13">
            <a:extLst>
              <a:ext uri="{FF2B5EF4-FFF2-40B4-BE49-F238E27FC236}">
                <a16:creationId xmlns:a16="http://schemas.microsoft.com/office/drawing/2014/main" id="{3C230674-6CEE-2093-6A13-A2801D1CE316}"/>
              </a:ext>
            </a:extLst>
          </p:cNvPr>
          <p:cNvGrpSpPr/>
          <p:nvPr/>
        </p:nvGrpSpPr>
        <p:grpSpPr>
          <a:xfrm>
            <a:off x="2906748" y="4370424"/>
            <a:ext cx="389380" cy="383994"/>
            <a:chOff x="1349479" y="4658428"/>
            <a:chExt cx="389380" cy="383994"/>
          </a:xfrm>
        </p:grpSpPr>
        <p:cxnSp>
          <p:nvCxnSpPr>
            <p:cNvPr id="5" name="Straight Connector 4">
              <a:extLst>
                <a:ext uri="{FF2B5EF4-FFF2-40B4-BE49-F238E27FC236}">
                  <a16:creationId xmlns:a16="http://schemas.microsoft.com/office/drawing/2014/main" id="{4B00ECFF-3FE3-13FA-5923-D04D0B54DA50}"/>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 name="Straight Connector 6">
              <a:extLst>
                <a:ext uri="{FF2B5EF4-FFF2-40B4-BE49-F238E27FC236}">
                  <a16:creationId xmlns:a16="http://schemas.microsoft.com/office/drawing/2014/main" id="{F2F66A18-B298-B076-82B8-56C50AB965AD}"/>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 name="Straight Connector 9">
              <a:extLst>
                <a:ext uri="{FF2B5EF4-FFF2-40B4-BE49-F238E27FC236}">
                  <a16:creationId xmlns:a16="http://schemas.microsoft.com/office/drawing/2014/main" id="{23C18ED6-0AD1-DCED-A8B5-5896519AD819}"/>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6" name="Group 15">
            <a:extLst>
              <a:ext uri="{FF2B5EF4-FFF2-40B4-BE49-F238E27FC236}">
                <a16:creationId xmlns:a16="http://schemas.microsoft.com/office/drawing/2014/main" id="{898BAE0C-3217-C5E6-AB73-502511895E59}"/>
              </a:ext>
            </a:extLst>
          </p:cNvPr>
          <p:cNvGrpSpPr/>
          <p:nvPr/>
        </p:nvGrpSpPr>
        <p:grpSpPr>
          <a:xfrm>
            <a:off x="2879268" y="4949953"/>
            <a:ext cx="482600" cy="383994"/>
            <a:chOff x="1349479" y="4658428"/>
            <a:chExt cx="389380" cy="383994"/>
          </a:xfrm>
        </p:grpSpPr>
        <p:cxnSp>
          <p:nvCxnSpPr>
            <p:cNvPr id="17" name="Straight Connector 16">
              <a:extLst>
                <a:ext uri="{FF2B5EF4-FFF2-40B4-BE49-F238E27FC236}">
                  <a16:creationId xmlns:a16="http://schemas.microsoft.com/office/drawing/2014/main" id="{90A589FC-53A1-FD94-9BB3-5420066E2458}"/>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Straight Connector 18">
              <a:extLst>
                <a:ext uri="{FF2B5EF4-FFF2-40B4-BE49-F238E27FC236}">
                  <a16:creationId xmlns:a16="http://schemas.microsoft.com/office/drawing/2014/main" id="{CB55758F-4894-4D4C-65A6-A735319D1A33}"/>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Straight Connector 19">
              <a:extLst>
                <a:ext uri="{FF2B5EF4-FFF2-40B4-BE49-F238E27FC236}">
                  <a16:creationId xmlns:a16="http://schemas.microsoft.com/office/drawing/2014/main" id="{37DF9AED-258E-BF35-F14B-EA855A117E18}"/>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21" name="Group 20">
            <a:extLst>
              <a:ext uri="{FF2B5EF4-FFF2-40B4-BE49-F238E27FC236}">
                <a16:creationId xmlns:a16="http://schemas.microsoft.com/office/drawing/2014/main" id="{77F1E7F1-6676-4463-669D-1E5556A74BFA}"/>
              </a:ext>
            </a:extLst>
          </p:cNvPr>
          <p:cNvGrpSpPr/>
          <p:nvPr/>
        </p:nvGrpSpPr>
        <p:grpSpPr>
          <a:xfrm>
            <a:off x="2987417" y="5452155"/>
            <a:ext cx="482600" cy="383994"/>
            <a:chOff x="1349479" y="4658428"/>
            <a:chExt cx="389380" cy="383994"/>
          </a:xfrm>
        </p:grpSpPr>
        <p:cxnSp>
          <p:nvCxnSpPr>
            <p:cNvPr id="22" name="Straight Connector 21">
              <a:extLst>
                <a:ext uri="{FF2B5EF4-FFF2-40B4-BE49-F238E27FC236}">
                  <a16:creationId xmlns:a16="http://schemas.microsoft.com/office/drawing/2014/main" id="{3C50C3A5-D4C8-0793-82A8-40DD42076D02}"/>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4" name="Straight Connector 23">
              <a:extLst>
                <a:ext uri="{FF2B5EF4-FFF2-40B4-BE49-F238E27FC236}">
                  <a16:creationId xmlns:a16="http://schemas.microsoft.com/office/drawing/2014/main" id="{2A2246FA-7424-7C2A-DE69-A508AB552AC7}"/>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5" name="Straight Connector 24">
              <a:extLst>
                <a:ext uri="{FF2B5EF4-FFF2-40B4-BE49-F238E27FC236}">
                  <a16:creationId xmlns:a16="http://schemas.microsoft.com/office/drawing/2014/main" id="{6DC60230-DF8F-8A32-9945-3E48AFCA04D0}"/>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26" name="TextBox 25">
            <a:extLst>
              <a:ext uri="{FF2B5EF4-FFF2-40B4-BE49-F238E27FC236}">
                <a16:creationId xmlns:a16="http://schemas.microsoft.com/office/drawing/2014/main" id="{12F64C6A-3CD5-E208-B392-32EF41F36226}"/>
              </a:ext>
            </a:extLst>
          </p:cNvPr>
          <p:cNvSpPr txBox="1"/>
          <p:nvPr/>
        </p:nvSpPr>
        <p:spPr>
          <a:xfrm>
            <a:off x="148322" y="4548458"/>
            <a:ext cx="2556637" cy="1077218"/>
          </a:xfrm>
          <a:prstGeom prst="rect">
            <a:avLst/>
          </a:prstGeom>
          <a:noFill/>
        </p:spPr>
        <p:txBody>
          <a:bodyPr wrap="square" rtlCol="0">
            <a:spAutoFit/>
          </a:bodyPr>
          <a:lstStyle/>
          <a:p>
            <a:r>
              <a:rPr lang="en-US" sz="3200"/>
              <a:t>Independence  Model</a:t>
            </a:r>
          </a:p>
        </p:txBody>
      </p:sp>
      <p:sp>
        <p:nvSpPr>
          <p:cNvPr id="35" name="TextBox 34">
            <a:extLst>
              <a:ext uri="{FF2B5EF4-FFF2-40B4-BE49-F238E27FC236}">
                <a16:creationId xmlns:a16="http://schemas.microsoft.com/office/drawing/2014/main" id="{90DEA434-ECF5-BE32-C6D9-55C32DA50124}"/>
              </a:ext>
            </a:extLst>
          </p:cNvPr>
          <p:cNvSpPr txBox="1"/>
          <p:nvPr/>
        </p:nvSpPr>
        <p:spPr>
          <a:xfrm>
            <a:off x="4843465" y="4256729"/>
            <a:ext cx="2556637" cy="1569660"/>
          </a:xfrm>
          <a:prstGeom prst="rect">
            <a:avLst/>
          </a:prstGeom>
          <a:noFill/>
        </p:spPr>
        <p:txBody>
          <a:bodyPr wrap="square" rtlCol="0">
            <a:spAutoFit/>
          </a:bodyPr>
          <a:lstStyle/>
          <a:p>
            <a:r>
              <a:rPr lang="en-US" sz="3200"/>
              <a:t>Marginalize  Independence Model</a:t>
            </a:r>
          </a:p>
        </p:txBody>
      </p:sp>
      <p:sp>
        <p:nvSpPr>
          <p:cNvPr id="52" name="Line 4">
            <a:extLst>
              <a:ext uri="{FF2B5EF4-FFF2-40B4-BE49-F238E27FC236}">
                <a16:creationId xmlns:a16="http://schemas.microsoft.com/office/drawing/2014/main" id="{45BEDBD3-8AEA-83BE-0E71-42952ACF4C1E}"/>
              </a:ext>
            </a:extLst>
          </p:cNvPr>
          <p:cNvSpPr>
            <a:spLocks noChangeShapeType="1"/>
          </p:cNvSpPr>
          <p:nvPr/>
        </p:nvSpPr>
        <p:spPr bwMode="auto">
          <a:xfrm>
            <a:off x="8123194" y="1568260"/>
            <a:ext cx="11112" cy="660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3" name="Line 4">
            <a:extLst>
              <a:ext uri="{FF2B5EF4-FFF2-40B4-BE49-F238E27FC236}">
                <a16:creationId xmlns:a16="http://schemas.microsoft.com/office/drawing/2014/main" id="{D3D05757-8B37-61D1-02E3-30447D7341D8}"/>
              </a:ext>
            </a:extLst>
          </p:cNvPr>
          <p:cNvSpPr>
            <a:spLocks noChangeShapeType="1"/>
          </p:cNvSpPr>
          <p:nvPr/>
        </p:nvSpPr>
        <p:spPr bwMode="auto">
          <a:xfrm>
            <a:off x="9067757" y="1571435"/>
            <a:ext cx="11113" cy="6619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4" name="Line 4">
            <a:extLst>
              <a:ext uri="{FF2B5EF4-FFF2-40B4-BE49-F238E27FC236}">
                <a16:creationId xmlns:a16="http://schemas.microsoft.com/office/drawing/2014/main" id="{258C79E2-8217-0015-4F07-ADD8B0C32FD8}"/>
              </a:ext>
            </a:extLst>
          </p:cNvPr>
          <p:cNvSpPr>
            <a:spLocks noChangeShapeType="1"/>
          </p:cNvSpPr>
          <p:nvPr/>
        </p:nvSpPr>
        <p:spPr bwMode="auto">
          <a:xfrm flipH="1" flipV="1">
            <a:off x="8315887" y="2374965"/>
            <a:ext cx="631017" cy="22972"/>
          </a:xfrm>
          <a:prstGeom prst="line">
            <a:avLst/>
          </a:prstGeom>
          <a:noFill/>
          <a:ln w="38100">
            <a:solidFill>
              <a:schemeClr val="tx1"/>
            </a:solidFill>
            <a:round/>
            <a:headEnd type="triangle"/>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7" name="TextBox 56">
            <a:extLst>
              <a:ext uri="{FF2B5EF4-FFF2-40B4-BE49-F238E27FC236}">
                <a16:creationId xmlns:a16="http://schemas.microsoft.com/office/drawing/2014/main" id="{E62920AA-E826-6E2D-CCED-D4EED8BACA4B}"/>
              </a:ext>
            </a:extLst>
          </p:cNvPr>
          <p:cNvSpPr txBox="1"/>
          <p:nvPr/>
        </p:nvSpPr>
        <p:spPr>
          <a:xfrm>
            <a:off x="7898785" y="1083212"/>
            <a:ext cx="1967356" cy="1846659"/>
          </a:xfrm>
          <a:prstGeom prst="rect">
            <a:avLst/>
          </a:prstGeom>
          <a:noFill/>
        </p:spPr>
        <p:txBody>
          <a:bodyPr wrap="square" rtlCol="0">
            <a:spAutoFit/>
          </a:bodyPr>
          <a:lstStyle/>
          <a:p>
            <a:pPr marL="0" indent="0">
              <a:buNone/>
            </a:pPr>
            <a:r>
              <a:rPr lang="en-US" altLang="en-US" sz="3200"/>
              <a:t>X	 Y</a:t>
            </a:r>
          </a:p>
          <a:p>
            <a:pPr marL="0" indent="0">
              <a:buNone/>
            </a:pPr>
            <a:endParaRPr lang="en-US" altLang="en-US" sz="3200"/>
          </a:p>
          <a:p>
            <a:pPr marL="0" indent="0">
              <a:buNone/>
            </a:pPr>
            <a:r>
              <a:rPr lang="en-US" altLang="en-US" sz="3200"/>
              <a:t>Z	W</a:t>
            </a:r>
          </a:p>
          <a:p>
            <a:endParaRPr lang="en-US"/>
          </a:p>
        </p:txBody>
      </p:sp>
      <p:sp>
        <p:nvSpPr>
          <p:cNvPr id="58" name="TextBox 57">
            <a:extLst>
              <a:ext uri="{FF2B5EF4-FFF2-40B4-BE49-F238E27FC236}">
                <a16:creationId xmlns:a16="http://schemas.microsoft.com/office/drawing/2014/main" id="{8E64CDFF-6B88-F8A9-33C5-6B6324307B18}"/>
              </a:ext>
            </a:extLst>
          </p:cNvPr>
          <p:cNvSpPr txBox="1"/>
          <p:nvPr/>
        </p:nvSpPr>
        <p:spPr>
          <a:xfrm>
            <a:off x="4671302" y="2349962"/>
            <a:ext cx="2556637" cy="1077218"/>
          </a:xfrm>
          <a:prstGeom prst="rect">
            <a:avLst/>
          </a:prstGeom>
          <a:noFill/>
        </p:spPr>
        <p:txBody>
          <a:bodyPr wrap="square" rtlCol="0">
            <a:spAutoFit/>
          </a:bodyPr>
          <a:lstStyle/>
          <a:p>
            <a:r>
              <a:rPr lang="en-US" sz="3200"/>
              <a:t>Marginalize Graph</a:t>
            </a:r>
          </a:p>
        </p:txBody>
      </p:sp>
      <p:sp>
        <p:nvSpPr>
          <p:cNvPr id="59" name="TextBox 58">
            <a:extLst>
              <a:ext uri="{FF2B5EF4-FFF2-40B4-BE49-F238E27FC236}">
                <a16:creationId xmlns:a16="http://schemas.microsoft.com/office/drawing/2014/main" id="{5EFD91B8-80D6-9CC4-BD08-33AC2B4F8B19}"/>
              </a:ext>
            </a:extLst>
          </p:cNvPr>
          <p:cNvSpPr txBox="1"/>
          <p:nvPr/>
        </p:nvSpPr>
        <p:spPr>
          <a:xfrm>
            <a:off x="224429" y="2203396"/>
            <a:ext cx="2556637" cy="584775"/>
          </a:xfrm>
          <a:prstGeom prst="rect">
            <a:avLst/>
          </a:prstGeom>
          <a:noFill/>
        </p:spPr>
        <p:txBody>
          <a:bodyPr wrap="square" rtlCol="0">
            <a:spAutoFit/>
          </a:bodyPr>
          <a:lstStyle/>
          <a:p>
            <a:r>
              <a:rPr lang="en-US" sz="3200"/>
              <a:t>Graph</a:t>
            </a:r>
          </a:p>
        </p:txBody>
      </p:sp>
      <p:grpSp>
        <p:nvGrpSpPr>
          <p:cNvPr id="60" name="Group 59">
            <a:extLst>
              <a:ext uri="{FF2B5EF4-FFF2-40B4-BE49-F238E27FC236}">
                <a16:creationId xmlns:a16="http://schemas.microsoft.com/office/drawing/2014/main" id="{F404E131-EA41-09CD-A7B0-07488D28CBD5}"/>
              </a:ext>
            </a:extLst>
          </p:cNvPr>
          <p:cNvGrpSpPr/>
          <p:nvPr/>
        </p:nvGrpSpPr>
        <p:grpSpPr>
          <a:xfrm>
            <a:off x="3693522" y="6162309"/>
            <a:ext cx="482600" cy="383994"/>
            <a:chOff x="1349479" y="4658428"/>
            <a:chExt cx="389380" cy="383994"/>
          </a:xfrm>
        </p:grpSpPr>
        <p:cxnSp>
          <p:nvCxnSpPr>
            <p:cNvPr id="61" name="Straight Connector 60">
              <a:extLst>
                <a:ext uri="{FF2B5EF4-FFF2-40B4-BE49-F238E27FC236}">
                  <a16:creationId xmlns:a16="http://schemas.microsoft.com/office/drawing/2014/main" id="{4CFBB544-8B6D-E0BA-69CA-FAB39768F3F3}"/>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2" name="Straight Connector 61">
              <a:extLst>
                <a:ext uri="{FF2B5EF4-FFF2-40B4-BE49-F238E27FC236}">
                  <a16:creationId xmlns:a16="http://schemas.microsoft.com/office/drawing/2014/main" id="{115FCD2F-8854-D1D4-FFBA-AF5B9FD61857}"/>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3" name="Straight Connector 62">
              <a:extLst>
                <a:ext uri="{FF2B5EF4-FFF2-40B4-BE49-F238E27FC236}">
                  <a16:creationId xmlns:a16="http://schemas.microsoft.com/office/drawing/2014/main" id="{52ACF641-5A41-D822-5FC7-458FD7A789E6}"/>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29715" name="Group 29714">
            <a:extLst>
              <a:ext uri="{FF2B5EF4-FFF2-40B4-BE49-F238E27FC236}">
                <a16:creationId xmlns:a16="http://schemas.microsoft.com/office/drawing/2014/main" id="{1B60724F-7F84-BCB4-E6B9-3F609A942BD3}"/>
              </a:ext>
            </a:extLst>
          </p:cNvPr>
          <p:cNvGrpSpPr/>
          <p:nvPr/>
        </p:nvGrpSpPr>
        <p:grpSpPr>
          <a:xfrm>
            <a:off x="7665455" y="4256729"/>
            <a:ext cx="2667732" cy="2554545"/>
            <a:chOff x="7665455" y="4256729"/>
            <a:chExt cx="2667732" cy="2554545"/>
          </a:xfrm>
        </p:grpSpPr>
        <p:sp>
          <p:nvSpPr>
            <p:cNvPr id="36" name="TextBox 35">
              <a:extLst>
                <a:ext uri="{FF2B5EF4-FFF2-40B4-BE49-F238E27FC236}">
                  <a16:creationId xmlns:a16="http://schemas.microsoft.com/office/drawing/2014/main" id="{0F94971B-7A75-C15E-3812-D39C96D5970D}"/>
                </a:ext>
              </a:extLst>
            </p:cNvPr>
            <p:cNvSpPr txBox="1"/>
            <p:nvPr/>
          </p:nvSpPr>
          <p:spPr>
            <a:xfrm>
              <a:off x="7776550" y="4256729"/>
              <a:ext cx="2556637" cy="2554545"/>
            </a:xfrm>
            <a:prstGeom prst="rect">
              <a:avLst/>
            </a:prstGeom>
            <a:noFill/>
          </p:spPr>
          <p:txBody>
            <a:bodyPr wrap="square" rtlCol="0">
              <a:spAutoFit/>
            </a:bodyPr>
            <a:lstStyle/>
            <a:p>
              <a:pPr marL="0" indent="0">
                <a:buNone/>
              </a:pPr>
              <a:r>
                <a:rPr lang="en-US" altLang="en-US" sz="3200"/>
                <a:t>X   {Y,W}</a:t>
              </a:r>
            </a:p>
            <a:p>
              <a:pPr marL="0" indent="0">
                <a:buNone/>
              </a:pPr>
              <a:r>
                <a:rPr lang="en-US" altLang="en-US" sz="3200"/>
                <a:t>Y   {Z,X}</a:t>
              </a:r>
            </a:p>
            <a:p>
              <a:pPr marL="0" indent="0">
                <a:buNone/>
              </a:pPr>
              <a:r>
                <a:rPr lang="en-US" altLang="en-US" sz="3200"/>
                <a:t>Z     W | L</a:t>
              </a:r>
            </a:p>
            <a:p>
              <a:r>
                <a:rPr lang="en-US" altLang="en-US" sz="2800"/>
                <a:t>{X,Y}     L</a:t>
              </a:r>
            </a:p>
            <a:p>
              <a:pPr marL="0" indent="0">
                <a:buNone/>
              </a:pPr>
              <a:endParaRPr lang="en-US" altLang="en-US" sz="3200"/>
            </a:p>
          </p:txBody>
        </p:sp>
        <p:grpSp>
          <p:nvGrpSpPr>
            <p:cNvPr id="37" name="Group 36">
              <a:extLst>
                <a:ext uri="{FF2B5EF4-FFF2-40B4-BE49-F238E27FC236}">
                  <a16:creationId xmlns:a16="http://schemas.microsoft.com/office/drawing/2014/main" id="{6D404538-ECEA-DEBA-1787-FCAC31574FBF}"/>
                </a:ext>
              </a:extLst>
            </p:cNvPr>
            <p:cNvGrpSpPr/>
            <p:nvPr/>
          </p:nvGrpSpPr>
          <p:grpSpPr>
            <a:xfrm>
              <a:off x="8120194" y="4342499"/>
              <a:ext cx="389380" cy="383994"/>
              <a:chOff x="1349479" y="4658428"/>
              <a:chExt cx="389380" cy="383994"/>
            </a:xfrm>
          </p:grpSpPr>
          <p:cxnSp>
            <p:nvCxnSpPr>
              <p:cNvPr id="38" name="Straight Connector 37">
                <a:extLst>
                  <a:ext uri="{FF2B5EF4-FFF2-40B4-BE49-F238E27FC236}">
                    <a16:creationId xmlns:a16="http://schemas.microsoft.com/office/drawing/2014/main" id="{FE4A06C9-88C4-4757-CBEB-CF9C4B008136}"/>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9" name="Straight Connector 38">
                <a:extLst>
                  <a:ext uri="{FF2B5EF4-FFF2-40B4-BE49-F238E27FC236}">
                    <a16:creationId xmlns:a16="http://schemas.microsoft.com/office/drawing/2014/main" id="{2F892046-A97C-3FA1-FD58-03DA3FE70525}"/>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0" name="Straight Connector 39">
                <a:extLst>
                  <a:ext uri="{FF2B5EF4-FFF2-40B4-BE49-F238E27FC236}">
                    <a16:creationId xmlns:a16="http://schemas.microsoft.com/office/drawing/2014/main" id="{118DE135-F1B8-5F14-0A7D-E7FE7739831D}"/>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41" name="Group 40">
              <a:extLst>
                <a:ext uri="{FF2B5EF4-FFF2-40B4-BE49-F238E27FC236}">
                  <a16:creationId xmlns:a16="http://schemas.microsoft.com/office/drawing/2014/main" id="{BB16D6B0-E13F-AC07-9F5F-52A5D834C2A3}"/>
                </a:ext>
              </a:extLst>
            </p:cNvPr>
            <p:cNvGrpSpPr/>
            <p:nvPr/>
          </p:nvGrpSpPr>
          <p:grpSpPr>
            <a:xfrm>
              <a:off x="8092714" y="4922028"/>
              <a:ext cx="482600" cy="383994"/>
              <a:chOff x="1349479" y="4658428"/>
              <a:chExt cx="389380" cy="383994"/>
            </a:xfrm>
          </p:grpSpPr>
          <p:cxnSp>
            <p:nvCxnSpPr>
              <p:cNvPr id="42" name="Straight Connector 41">
                <a:extLst>
                  <a:ext uri="{FF2B5EF4-FFF2-40B4-BE49-F238E27FC236}">
                    <a16:creationId xmlns:a16="http://schemas.microsoft.com/office/drawing/2014/main" id="{144BD6D2-5749-41FF-174B-9D19001E2741}"/>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3" name="Straight Connector 42">
                <a:extLst>
                  <a:ext uri="{FF2B5EF4-FFF2-40B4-BE49-F238E27FC236}">
                    <a16:creationId xmlns:a16="http://schemas.microsoft.com/office/drawing/2014/main" id="{31E51589-48C5-10C1-A456-81AC531A88DB}"/>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4" name="Straight Connector 43">
                <a:extLst>
                  <a:ext uri="{FF2B5EF4-FFF2-40B4-BE49-F238E27FC236}">
                    <a16:creationId xmlns:a16="http://schemas.microsoft.com/office/drawing/2014/main" id="{CFCA893E-35FF-64DF-6317-89B4B7DCC2FB}"/>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45" name="Group 44">
              <a:extLst>
                <a:ext uri="{FF2B5EF4-FFF2-40B4-BE49-F238E27FC236}">
                  <a16:creationId xmlns:a16="http://schemas.microsoft.com/office/drawing/2014/main" id="{735D55C3-6C09-48AB-065C-421BEC815CC9}"/>
                </a:ext>
              </a:extLst>
            </p:cNvPr>
            <p:cNvGrpSpPr/>
            <p:nvPr/>
          </p:nvGrpSpPr>
          <p:grpSpPr>
            <a:xfrm>
              <a:off x="8200863" y="5424230"/>
              <a:ext cx="482600" cy="383994"/>
              <a:chOff x="1349479" y="4658428"/>
              <a:chExt cx="389380" cy="383994"/>
            </a:xfrm>
          </p:grpSpPr>
          <p:cxnSp>
            <p:nvCxnSpPr>
              <p:cNvPr id="46" name="Straight Connector 45">
                <a:extLst>
                  <a:ext uri="{FF2B5EF4-FFF2-40B4-BE49-F238E27FC236}">
                    <a16:creationId xmlns:a16="http://schemas.microsoft.com/office/drawing/2014/main" id="{833E64AF-822F-1ECC-062F-AAD5403D9E54}"/>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7" name="Straight Connector 46">
                <a:extLst>
                  <a:ext uri="{FF2B5EF4-FFF2-40B4-BE49-F238E27FC236}">
                    <a16:creationId xmlns:a16="http://schemas.microsoft.com/office/drawing/2014/main" id="{1C871C9A-6447-3D73-0DD8-135CB6B3B7F4}"/>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8" name="Straight Connector 47">
                <a:extLst>
                  <a:ext uri="{FF2B5EF4-FFF2-40B4-BE49-F238E27FC236}">
                    <a16:creationId xmlns:a16="http://schemas.microsoft.com/office/drawing/2014/main" id="{D238B956-AF2F-0843-A7A3-115ED6ED6A77}"/>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cxnSp>
          <p:nvCxnSpPr>
            <p:cNvPr id="51" name="Straight Connector 50">
              <a:extLst>
                <a:ext uri="{FF2B5EF4-FFF2-40B4-BE49-F238E27FC236}">
                  <a16:creationId xmlns:a16="http://schemas.microsoft.com/office/drawing/2014/main" id="{5A9EEBFF-16F0-1676-DDBD-2E1F798B8991}"/>
                </a:ext>
              </a:extLst>
            </p:cNvPr>
            <p:cNvCxnSpPr/>
            <p:nvPr/>
          </p:nvCxnSpPr>
          <p:spPr bwMode="auto">
            <a:xfrm>
              <a:off x="7665455" y="5520199"/>
              <a:ext cx="1844040" cy="0"/>
            </a:xfrm>
            <a:prstGeom prst="line">
              <a:avLst/>
            </a:prstGeom>
            <a:solidFill>
              <a:schemeClr val="accent1"/>
            </a:solidFill>
            <a:ln w="412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nvGrpSpPr>
            <p:cNvPr id="29696" name="Group 29695">
              <a:extLst>
                <a:ext uri="{FF2B5EF4-FFF2-40B4-BE49-F238E27FC236}">
                  <a16:creationId xmlns:a16="http://schemas.microsoft.com/office/drawing/2014/main" id="{7F4C2C45-C08B-2963-ECF0-242AAE6ABDDF}"/>
                </a:ext>
              </a:extLst>
            </p:cNvPr>
            <p:cNvGrpSpPr/>
            <p:nvPr/>
          </p:nvGrpSpPr>
          <p:grpSpPr>
            <a:xfrm>
              <a:off x="8729713" y="5782799"/>
              <a:ext cx="482600" cy="383994"/>
              <a:chOff x="1349479" y="4658428"/>
              <a:chExt cx="389380" cy="383994"/>
            </a:xfrm>
          </p:grpSpPr>
          <p:cxnSp>
            <p:nvCxnSpPr>
              <p:cNvPr id="29697" name="Straight Connector 29696">
                <a:extLst>
                  <a:ext uri="{FF2B5EF4-FFF2-40B4-BE49-F238E27FC236}">
                    <a16:creationId xmlns:a16="http://schemas.microsoft.com/office/drawing/2014/main" id="{AC40D4CE-8A56-7736-B40B-DF0C2BFB5528}"/>
                  </a:ext>
                </a:extLst>
              </p:cNvPr>
              <p:cNvCxnSpPr>
                <a:cxnSpLocks/>
              </p:cNvCxnSpPr>
              <p:nvPr/>
            </p:nvCxnSpPr>
            <p:spPr bwMode="auto">
              <a:xfrm>
                <a:off x="1349479" y="5042422"/>
                <a:ext cx="38938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9698" name="Straight Connector 29697">
                <a:extLst>
                  <a:ext uri="{FF2B5EF4-FFF2-40B4-BE49-F238E27FC236}">
                    <a16:creationId xmlns:a16="http://schemas.microsoft.com/office/drawing/2014/main" id="{2EFE1772-0F1A-0433-448D-E60FB393D5AA}"/>
                  </a:ext>
                </a:extLst>
              </p:cNvPr>
              <p:cNvCxnSpPr>
                <a:cxnSpLocks/>
              </p:cNvCxnSpPr>
              <p:nvPr/>
            </p:nvCxnSpPr>
            <p:spPr bwMode="auto">
              <a:xfrm>
                <a:off x="1479028" y="46584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9705" name="Straight Connector 29704">
                <a:extLst>
                  <a:ext uri="{FF2B5EF4-FFF2-40B4-BE49-F238E27FC236}">
                    <a16:creationId xmlns:a16="http://schemas.microsoft.com/office/drawing/2014/main" id="{CB1B99FD-CE79-8065-E212-C75CBB61645B}"/>
                  </a:ext>
                </a:extLst>
              </p:cNvPr>
              <p:cNvCxnSpPr>
                <a:cxnSpLocks/>
              </p:cNvCxnSpPr>
              <p:nvPr/>
            </p:nvCxnSpPr>
            <p:spPr bwMode="auto">
              <a:xfrm>
                <a:off x="1631428" y="4660928"/>
                <a:ext cx="0" cy="356069"/>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cxnSp>
          <p:nvCxnSpPr>
            <p:cNvPr id="29710" name="Straight Connector 29709">
              <a:extLst>
                <a:ext uri="{FF2B5EF4-FFF2-40B4-BE49-F238E27FC236}">
                  <a16:creationId xmlns:a16="http://schemas.microsoft.com/office/drawing/2014/main" id="{6F321F01-599A-0688-4671-BC5A6B040582}"/>
                </a:ext>
              </a:extLst>
            </p:cNvPr>
            <p:cNvCxnSpPr/>
            <p:nvPr/>
          </p:nvCxnSpPr>
          <p:spPr bwMode="auto">
            <a:xfrm>
              <a:off x="7807693" y="5960833"/>
              <a:ext cx="1844040" cy="0"/>
            </a:xfrm>
            <a:prstGeom prst="line">
              <a:avLst/>
            </a:prstGeom>
            <a:solidFill>
              <a:schemeClr val="accent1"/>
            </a:solidFill>
            <a:ln w="412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4" name="Slide Number Placeholder 3">
            <a:extLst>
              <a:ext uri="{FF2B5EF4-FFF2-40B4-BE49-F238E27FC236}">
                <a16:creationId xmlns:a16="http://schemas.microsoft.com/office/drawing/2014/main" id="{89B8EF30-8307-184E-8B1F-7CB55553A324}"/>
              </a:ext>
            </a:extLst>
          </p:cNvPr>
          <p:cNvSpPr>
            <a:spLocks noGrp="1"/>
          </p:cNvSpPr>
          <p:nvPr>
            <p:ph type="sldNum" sz="quarter" idx="10"/>
          </p:nvPr>
        </p:nvSpPr>
        <p:spPr/>
        <p:txBody>
          <a:bodyPr/>
          <a:lstStyle/>
          <a:p>
            <a:fld id="{6B69CBE1-A7D5-7240-8D99-C0F6CAE01367}" type="slidenum">
              <a:rPr lang="en-US" altLang="en-US" smtClean="0"/>
              <a:pPr/>
              <a:t>16</a:t>
            </a:fld>
            <a:endParaRPr lang="en-US" altLang="en-US"/>
          </a:p>
        </p:txBody>
      </p:sp>
    </p:spTree>
    <p:extLst>
      <p:ext uri="{BB962C8B-B14F-4D97-AF65-F5344CB8AC3E}">
        <p14:creationId xmlns:p14="http://schemas.microsoft.com/office/powerpoint/2010/main" val="21390991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715"/>
                                        </p:tgtEl>
                                        <p:attrNameLst>
                                          <p:attrName>style.visibility</p:attrName>
                                        </p:attrNameLst>
                                      </p:cBhvr>
                                      <p:to>
                                        <p:strVal val="visible"/>
                                      </p:to>
                                    </p:set>
                                    <p:anim calcmode="lin" valueType="num">
                                      <p:cBhvr additive="base">
                                        <p:cTn id="13" dur="500" fill="hold"/>
                                        <p:tgtEl>
                                          <p:spTgt spid="29715"/>
                                        </p:tgtEl>
                                        <p:attrNameLst>
                                          <p:attrName>ppt_x</p:attrName>
                                        </p:attrNameLst>
                                      </p:cBhvr>
                                      <p:tavLst>
                                        <p:tav tm="0">
                                          <p:val>
                                            <p:strVal val="#ppt_x"/>
                                          </p:val>
                                        </p:tav>
                                        <p:tav tm="100000">
                                          <p:val>
                                            <p:strVal val="#ppt_x"/>
                                          </p:val>
                                        </p:tav>
                                      </p:tavLst>
                                    </p:anim>
                                    <p:anim calcmode="lin" valueType="num">
                                      <p:cBhvr additive="base">
                                        <p:cTn id="14" dur="500" fill="hold"/>
                                        <p:tgtEl>
                                          <p:spTgt spid="297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anim calcmode="lin" valueType="num">
                                      <p:cBhvr additive="base">
                                        <p:cTn id="19" dur="500" fill="hold"/>
                                        <p:tgtEl>
                                          <p:spTgt spid="58"/>
                                        </p:tgtEl>
                                        <p:attrNameLst>
                                          <p:attrName>ppt_x</p:attrName>
                                        </p:attrNameLst>
                                      </p:cBhvr>
                                      <p:tavLst>
                                        <p:tav tm="0">
                                          <p:val>
                                            <p:strVal val="#ppt_x"/>
                                          </p:val>
                                        </p:tav>
                                        <p:tav tm="100000">
                                          <p:val>
                                            <p:strVal val="#ppt_x"/>
                                          </p:val>
                                        </p:tav>
                                      </p:tavLst>
                                    </p:anim>
                                    <p:anim calcmode="lin" valueType="num">
                                      <p:cBhvr additive="base">
                                        <p:cTn id="20"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anim calcmode="lin" valueType="num">
                                      <p:cBhvr additive="base">
                                        <p:cTn id="25" dur="500" fill="hold"/>
                                        <p:tgtEl>
                                          <p:spTgt spid="52"/>
                                        </p:tgtEl>
                                        <p:attrNameLst>
                                          <p:attrName>ppt_x</p:attrName>
                                        </p:attrNameLst>
                                      </p:cBhvr>
                                      <p:tavLst>
                                        <p:tav tm="0">
                                          <p:val>
                                            <p:strVal val="#ppt_x"/>
                                          </p:val>
                                        </p:tav>
                                        <p:tav tm="100000">
                                          <p:val>
                                            <p:strVal val="#ppt_x"/>
                                          </p:val>
                                        </p:tav>
                                      </p:tavLst>
                                    </p:anim>
                                    <p:anim calcmode="lin" valueType="num">
                                      <p:cBhvr additive="base">
                                        <p:cTn id="26" dur="500" fill="hold"/>
                                        <p:tgtEl>
                                          <p:spTgt spid="5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anim calcmode="lin" valueType="num">
                                      <p:cBhvr additive="base">
                                        <p:cTn id="29" dur="500" fill="hold"/>
                                        <p:tgtEl>
                                          <p:spTgt spid="53"/>
                                        </p:tgtEl>
                                        <p:attrNameLst>
                                          <p:attrName>ppt_x</p:attrName>
                                        </p:attrNameLst>
                                      </p:cBhvr>
                                      <p:tavLst>
                                        <p:tav tm="0">
                                          <p:val>
                                            <p:strVal val="#ppt_x"/>
                                          </p:val>
                                        </p:tav>
                                        <p:tav tm="100000">
                                          <p:val>
                                            <p:strVal val="#ppt_x"/>
                                          </p:val>
                                        </p:tav>
                                      </p:tavLst>
                                    </p:anim>
                                    <p:anim calcmode="lin" valueType="num">
                                      <p:cBhvr additive="base">
                                        <p:cTn id="30" dur="500" fill="hold"/>
                                        <p:tgtEl>
                                          <p:spTgt spid="5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 calcmode="lin" valueType="num">
                                      <p:cBhvr additive="base">
                                        <p:cTn id="33" dur="500" fill="hold"/>
                                        <p:tgtEl>
                                          <p:spTgt spid="54"/>
                                        </p:tgtEl>
                                        <p:attrNameLst>
                                          <p:attrName>ppt_x</p:attrName>
                                        </p:attrNameLst>
                                      </p:cBhvr>
                                      <p:tavLst>
                                        <p:tav tm="0">
                                          <p:val>
                                            <p:strVal val="#ppt_x"/>
                                          </p:val>
                                        </p:tav>
                                        <p:tav tm="100000">
                                          <p:val>
                                            <p:strVal val="#ppt_x"/>
                                          </p:val>
                                        </p:tav>
                                      </p:tavLst>
                                    </p:anim>
                                    <p:anim calcmode="lin" valueType="num">
                                      <p:cBhvr additive="base">
                                        <p:cTn id="34" dur="500" fill="hold"/>
                                        <p:tgtEl>
                                          <p:spTgt spid="5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anim calcmode="lin" valueType="num">
                                      <p:cBhvr additive="base">
                                        <p:cTn id="37" dur="500" fill="hold"/>
                                        <p:tgtEl>
                                          <p:spTgt spid="57"/>
                                        </p:tgtEl>
                                        <p:attrNameLst>
                                          <p:attrName>ppt_x</p:attrName>
                                        </p:attrNameLst>
                                      </p:cBhvr>
                                      <p:tavLst>
                                        <p:tav tm="0">
                                          <p:val>
                                            <p:strVal val="#ppt_x"/>
                                          </p:val>
                                        </p:tav>
                                        <p:tav tm="100000">
                                          <p:val>
                                            <p:strVal val="#ppt_x"/>
                                          </p:val>
                                        </p:tav>
                                      </p:tavLst>
                                    </p:anim>
                                    <p:anim calcmode="lin" valueType="num">
                                      <p:cBhvr additive="base">
                                        <p:cTn id="3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2" grpId="0" animBg="1"/>
      <p:bldP spid="53" grpId="0" animBg="1"/>
      <p:bldP spid="54" grpId="0" animBg="1"/>
      <p:bldP spid="57" grpId="0"/>
      <p:bldP spid="5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01B909D2-AAF5-34F2-FBB9-E40C0CC6169D}"/>
              </a:ext>
            </a:extLst>
          </p:cNvPr>
          <p:cNvSpPr>
            <a:spLocks noGrp="1" noChangeArrowheads="1"/>
          </p:cNvSpPr>
          <p:nvPr>
            <p:ph type="title"/>
          </p:nvPr>
        </p:nvSpPr>
        <p:spPr/>
        <p:txBody>
          <a:bodyPr/>
          <a:lstStyle/>
          <a:p>
            <a:pPr>
              <a:defRPr/>
            </a:pPr>
            <a:r>
              <a:rPr lang="en-US" dirty="0">
                <a:cs typeface="+mj-cs"/>
              </a:rPr>
              <a:t>Marginalization of DAGs</a:t>
            </a:r>
          </a:p>
        </p:txBody>
      </p:sp>
      <p:sp>
        <p:nvSpPr>
          <p:cNvPr id="560131" name="Rectangle 3">
            <a:extLst>
              <a:ext uri="{FF2B5EF4-FFF2-40B4-BE49-F238E27FC236}">
                <a16:creationId xmlns:a16="http://schemas.microsoft.com/office/drawing/2014/main" id="{B52D4263-31E4-5392-298E-769E67BB534B}"/>
              </a:ext>
            </a:extLst>
          </p:cNvPr>
          <p:cNvSpPr>
            <a:spLocks noGrp="1" noChangeArrowheads="1"/>
          </p:cNvSpPr>
          <p:nvPr>
            <p:ph type="body" idx="1"/>
          </p:nvPr>
        </p:nvSpPr>
        <p:spPr/>
        <p:txBody>
          <a:bodyPr/>
          <a:lstStyle/>
          <a:p>
            <a:r>
              <a:rPr lang="en-US" altLang="en-US"/>
              <a:t>If </a:t>
            </a:r>
            <a:r>
              <a:rPr lang="en-US" altLang="en-US" b="1"/>
              <a:t>X</a:t>
            </a:r>
            <a:r>
              <a:rPr lang="en-US" altLang="en-US"/>
              <a:t> is an ancestral set included in </a:t>
            </a:r>
            <a:r>
              <a:rPr lang="en-US" altLang="en-US" b="1"/>
              <a:t>V</a:t>
            </a:r>
            <a:r>
              <a:rPr lang="en-US" altLang="en-US"/>
              <a:t>, and P(</a:t>
            </a:r>
            <a:r>
              <a:rPr lang="en-US" altLang="en-US" b="1"/>
              <a:t>V</a:t>
            </a:r>
            <a:r>
              <a:rPr lang="en-US" altLang="en-US"/>
              <a:t>) satisfies the local directed Markov condition for G, then P(</a:t>
            </a:r>
            <a:r>
              <a:rPr lang="en-US" altLang="en-US" b="1"/>
              <a:t>X</a:t>
            </a:r>
            <a:r>
              <a:rPr lang="en-US" altLang="en-US"/>
              <a:t>) satisfies the local Markov condition for G</a:t>
            </a:r>
            <a:r>
              <a:rPr lang="en-US" altLang="en-US" b="1" baseline="-25000"/>
              <a:t>X</a:t>
            </a:r>
            <a:r>
              <a:rPr lang="en-US" altLang="en-US"/>
              <a:t>.</a:t>
            </a:r>
          </a:p>
          <a:p>
            <a:r>
              <a:rPr lang="en-US" altLang="en-US"/>
              <a:t>This is </a:t>
            </a:r>
            <a:r>
              <a:rPr lang="en-US" altLang="en-US" i="1"/>
              <a:t>not</a:t>
            </a:r>
            <a:r>
              <a:rPr lang="en-US" altLang="en-US"/>
              <a:t> true of an arbitrary set </a:t>
            </a:r>
            <a:r>
              <a:rPr lang="en-US" altLang="en-US" b="1"/>
              <a:t>X</a:t>
            </a:r>
            <a:r>
              <a:rPr lang="en-US" altLang="en-US"/>
              <a:t>.</a:t>
            </a:r>
          </a:p>
        </p:txBody>
      </p:sp>
      <p:sp>
        <p:nvSpPr>
          <p:cNvPr id="2" name="Slide Number Placeholder 1">
            <a:extLst>
              <a:ext uri="{FF2B5EF4-FFF2-40B4-BE49-F238E27FC236}">
                <a16:creationId xmlns:a16="http://schemas.microsoft.com/office/drawing/2014/main" id="{9A49847F-A22A-844B-BC46-E258EF694D89}"/>
              </a:ext>
            </a:extLst>
          </p:cNvPr>
          <p:cNvSpPr>
            <a:spLocks noGrp="1"/>
          </p:cNvSpPr>
          <p:nvPr>
            <p:ph type="sldNum" sz="quarter" idx="10"/>
          </p:nvPr>
        </p:nvSpPr>
        <p:spPr/>
        <p:txBody>
          <a:bodyPr/>
          <a:lstStyle/>
          <a:p>
            <a:fld id="{6B69CBE1-A7D5-7240-8D99-C0F6CAE01367}" type="slidenum">
              <a:rPr lang="en-US" altLang="en-US" smtClean="0"/>
              <a:pPr/>
              <a:t>17</a:t>
            </a:fld>
            <a:endParaRPr lang="en-US" altLang="en-US"/>
          </a:p>
        </p:txBody>
      </p:sp>
    </p:spTree>
    <p:extLst>
      <p:ext uri="{BB962C8B-B14F-4D97-AF65-F5344CB8AC3E}">
        <p14:creationId xmlns:p14="http://schemas.microsoft.com/office/powerpoint/2010/main" val="42650935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79DCE830-81BF-B6FC-2230-FFE0233B53DE}"/>
              </a:ext>
            </a:extLst>
          </p:cNvPr>
          <p:cNvSpPr>
            <a:spLocks noGrp="1" noChangeArrowheads="1"/>
          </p:cNvSpPr>
          <p:nvPr>
            <p:ph type="title"/>
          </p:nvPr>
        </p:nvSpPr>
        <p:spPr/>
        <p:txBody>
          <a:bodyPr/>
          <a:lstStyle/>
          <a:p>
            <a:pPr>
              <a:defRPr/>
            </a:pPr>
            <a:r>
              <a:rPr lang="en-US" dirty="0">
                <a:cs typeface="+mj-cs"/>
              </a:rPr>
              <a:t>Marginalizing</a:t>
            </a:r>
          </a:p>
        </p:txBody>
      </p:sp>
      <p:sp>
        <p:nvSpPr>
          <p:cNvPr id="572419" name="Rectangle 3">
            <a:extLst>
              <a:ext uri="{FF2B5EF4-FFF2-40B4-BE49-F238E27FC236}">
                <a16:creationId xmlns:a16="http://schemas.microsoft.com/office/drawing/2014/main" id="{45B1653F-781D-9F96-08E5-5D8C3F7036DD}"/>
              </a:ext>
            </a:extLst>
          </p:cNvPr>
          <p:cNvSpPr>
            <a:spLocks noGrp="1" noChangeArrowheads="1"/>
          </p:cNvSpPr>
          <p:nvPr>
            <p:ph type="body" idx="1"/>
          </p:nvPr>
        </p:nvSpPr>
        <p:spPr/>
        <p:txBody>
          <a:bodyPr/>
          <a:lstStyle/>
          <a:p>
            <a:pPr>
              <a:lnSpc>
                <a:spcPct val="90000"/>
              </a:lnSpc>
            </a:pPr>
            <a:r>
              <a:rPr lang="en-US" altLang="en-US">
                <a:solidFill>
                  <a:srgbClr val="FFFFFF"/>
                </a:solidFill>
              </a:rPr>
              <a:t>If DAG G represents a set </a:t>
            </a:r>
            <a:r>
              <a:rPr lang="en-US" altLang="en-US" b="1">
                <a:solidFill>
                  <a:srgbClr val="FFFFFF"/>
                </a:solidFill>
              </a:rPr>
              <a:t>T</a:t>
            </a:r>
            <a:r>
              <a:rPr lang="en-US" altLang="en-US">
                <a:solidFill>
                  <a:srgbClr val="FFFFFF"/>
                </a:solidFill>
              </a:rPr>
              <a:t> of conditional independence relations among V, and </a:t>
            </a:r>
            <a:r>
              <a:rPr lang="en-US" altLang="en-US" b="1">
                <a:solidFill>
                  <a:srgbClr val="FFFFFF"/>
                </a:solidFill>
              </a:rPr>
              <a:t>X</a:t>
            </a:r>
            <a:r>
              <a:rPr lang="en-US" altLang="en-US">
                <a:solidFill>
                  <a:srgbClr val="FFFFFF"/>
                </a:solidFill>
              </a:rPr>
              <a:t> </a:t>
            </a:r>
            <a:r>
              <a:rPr lang="en-US" altLang="en-US">
                <a:solidFill>
                  <a:srgbClr val="FFFFFF"/>
                </a:solidFill>
                <a:sym typeface="Symbol" pitchFamily="2" charset="2"/>
              </a:rPr>
              <a:t>⊆ </a:t>
            </a:r>
            <a:r>
              <a:rPr lang="en-US" altLang="en-US" b="1">
                <a:solidFill>
                  <a:srgbClr val="FFFFFF"/>
                </a:solidFill>
                <a:sym typeface="Symbol" pitchFamily="2" charset="2"/>
              </a:rPr>
              <a:t>V</a:t>
            </a:r>
            <a:r>
              <a:rPr lang="en-US" altLang="en-US">
                <a:solidFill>
                  <a:srgbClr val="FFFFFF"/>
                </a:solidFill>
                <a:sym typeface="Symbol" pitchFamily="2" charset="2"/>
              </a:rPr>
              <a:t>, then there is not always a DAG G</a:t>
            </a:r>
            <a:r>
              <a:rPr lang="ja-JP" altLang="en-US">
                <a:solidFill>
                  <a:srgbClr val="FFFFFF"/>
                </a:solidFill>
                <a:latin typeface="Arial" panose="020B0604020202020204" pitchFamily="34" charset="0"/>
                <a:sym typeface="Symbol" pitchFamily="2" charset="2"/>
              </a:rPr>
              <a:t>’</a:t>
            </a:r>
            <a:r>
              <a:rPr lang="en-US" altLang="ja-JP">
                <a:solidFill>
                  <a:srgbClr val="FFFFFF"/>
                </a:solidFill>
                <a:sym typeface="Symbol" pitchFamily="2" charset="2"/>
              </a:rPr>
              <a:t> containing just the vertices in </a:t>
            </a:r>
            <a:r>
              <a:rPr lang="en-US" altLang="ja-JP" b="1">
                <a:solidFill>
                  <a:srgbClr val="FFFFFF"/>
                </a:solidFill>
                <a:sym typeface="Symbol" pitchFamily="2" charset="2"/>
              </a:rPr>
              <a:t>X</a:t>
            </a:r>
            <a:r>
              <a:rPr lang="en-US" altLang="ja-JP">
                <a:solidFill>
                  <a:srgbClr val="FFFFFF"/>
                </a:solidFill>
                <a:sym typeface="Symbol" pitchFamily="2" charset="2"/>
              </a:rPr>
              <a:t> such that G</a:t>
            </a:r>
            <a:r>
              <a:rPr lang="ja-JP" altLang="en-US">
                <a:solidFill>
                  <a:srgbClr val="FFFFFF"/>
                </a:solidFill>
                <a:latin typeface="Arial" panose="020B0604020202020204" pitchFamily="34" charset="0"/>
                <a:sym typeface="Symbol" pitchFamily="2" charset="2"/>
              </a:rPr>
              <a:t>’</a:t>
            </a:r>
            <a:r>
              <a:rPr lang="en-US" altLang="ja-JP">
                <a:solidFill>
                  <a:srgbClr val="FFFFFF"/>
                </a:solidFill>
                <a:sym typeface="Symbol" pitchFamily="2" charset="2"/>
              </a:rPr>
              <a:t> represents the subset of </a:t>
            </a:r>
            <a:r>
              <a:rPr lang="en-US" altLang="ja-JP" b="1">
                <a:solidFill>
                  <a:srgbClr val="FFFFFF"/>
                </a:solidFill>
                <a:sym typeface="Symbol" pitchFamily="2" charset="2"/>
              </a:rPr>
              <a:t>T</a:t>
            </a:r>
            <a:r>
              <a:rPr lang="en-US" altLang="ja-JP">
                <a:solidFill>
                  <a:srgbClr val="FFFFFF"/>
                </a:solidFill>
                <a:sym typeface="Symbol" pitchFamily="2" charset="2"/>
              </a:rPr>
              <a:t> containing variables in </a:t>
            </a:r>
            <a:r>
              <a:rPr lang="en-US" altLang="ja-JP" b="1">
                <a:solidFill>
                  <a:srgbClr val="FFFFFF"/>
                </a:solidFill>
                <a:sym typeface="Symbol" pitchFamily="2" charset="2"/>
              </a:rPr>
              <a:t>X</a:t>
            </a:r>
            <a:r>
              <a:rPr lang="en-US" altLang="ja-JP">
                <a:solidFill>
                  <a:srgbClr val="FFFFFF"/>
                </a:solidFill>
                <a:sym typeface="Symbol" pitchFamily="2" charset="2"/>
              </a:rPr>
              <a:t>. </a:t>
            </a:r>
          </a:p>
          <a:p>
            <a:pPr>
              <a:lnSpc>
                <a:spcPct val="90000"/>
              </a:lnSpc>
              <a:buFont typeface="Monotype Sorts" pitchFamily="2" charset="2"/>
              <a:buNone/>
            </a:pPr>
            <a:endParaRPr lang="en-US" altLang="en-US">
              <a:solidFill>
                <a:schemeClr val="bg2"/>
              </a:solidFill>
              <a:effectLst>
                <a:outerShdw blurRad="38100" dist="38100" dir="2700000" algn="tl">
                  <a:srgbClr val="FFFFFF"/>
                </a:outerShdw>
              </a:effectLst>
            </a:endParaRPr>
          </a:p>
        </p:txBody>
      </p:sp>
      <p:sp>
        <p:nvSpPr>
          <p:cNvPr id="2" name="Slide Number Placeholder 1">
            <a:extLst>
              <a:ext uri="{FF2B5EF4-FFF2-40B4-BE49-F238E27FC236}">
                <a16:creationId xmlns:a16="http://schemas.microsoft.com/office/drawing/2014/main" id="{CA772406-DD02-5F44-98AC-8F35BE58A16D}"/>
              </a:ext>
            </a:extLst>
          </p:cNvPr>
          <p:cNvSpPr>
            <a:spLocks noGrp="1"/>
          </p:cNvSpPr>
          <p:nvPr>
            <p:ph type="sldNum" sz="quarter" idx="10"/>
          </p:nvPr>
        </p:nvSpPr>
        <p:spPr/>
        <p:txBody>
          <a:bodyPr/>
          <a:lstStyle/>
          <a:p>
            <a:fld id="{6B69CBE1-A7D5-7240-8D99-C0F6CAE01367}" type="slidenum">
              <a:rPr lang="en-US" altLang="en-US" smtClean="0"/>
              <a:pPr/>
              <a:t>18</a:t>
            </a:fld>
            <a:endParaRPr lang="en-US" altLang="en-US"/>
          </a:p>
        </p:txBody>
      </p:sp>
    </p:spTree>
    <p:extLst>
      <p:ext uri="{BB962C8B-B14F-4D97-AF65-F5344CB8AC3E}">
        <p14:creationId xmlns:p14="http://schemas.microsoft.com/office/powerpoint/2010/main" val="177376068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a:extLst>
              <a:ext uri="{FF2B5EF4-FFF2-40B4-BE49-F238E27FC236}">
                <a16:creationId xmlns:a16="http://schemas.microsoft.com/office/drawing/2014/main" id="{CA85009A-0A4F-F26D-D1E8-A4CC35D3E758}"/>
              </a:ext>
            </a:extLst>
          </p:cNvPr>
          <p:cNvSpPr>
            <a:spLocks noGrp="1" noChangeArrowheads="1"/>
          </p:cNvSpPr>
          <p:nvPr>
            <p:ph type="title"/>
          </p:nvPr>
        </p:nvSpPr>
        <p:spPr/>
        <p:txBody>
          <a:bodyPr/>
          <a:lstStyle/>
          <a:p>
            <a:pPr>
              <a:defRPr/>
            </a:pPr>
            <a:r>
              <a:rPr lang="en-US">
                <a:cs typeface="+mj-cs"/>
              </a:rPr>
              <a:t>Directed Acyclic Graphs</a:t>
            </a:r>
          </a:p>
        </p:txBody>
      </p:sp>
      <p:sp>
        <p:nvSpPr>
          <p:cNvPr id="675843" name="Rectangle 3">
            <a:extLst>
              <a:ext uri="{FF2B5EF4-FFF2-40B4-BE49-F238E27FC236}">
                <a16:creationId xmlns:a16="http://schemas.microsoft.com/office/drawing/2014/main" id="{97877D33-81BD-9503-35B4-37AAAF8A9215}"/>
              </a:ext>
            </a:extLst>
          </p:cNvPr>
          <p:cNvSpPr>
            <a:spLocks noGrp="1" noChangeArrowheads="1"/>
          </p:cNvSpPr>
          <p:nvPr>
            <p:ph type="body" idx="1"/>
          </p:nvPr>
        </p:nvSpPr>
        <p:spPr>
          <a:xfrm>
            <a:off x="2805113" y="2062843"/>
            <a:ext cx="10388600" cy="4114800"/>
          </a:xfrm>
        </p:spPr>
        <p:txBody>
          <a:bodyPr/>
          <a:lstStyle/>
          <a:p>
            <a:pPr>
              <a:buFont typeface="Monotype Sorts" pitchFamily="2" charset="2"/>
              <a:buNone/>
            </a:pPr>
            <a:r>
              <a:rPr lang="en-US" altLang="en-US" i="1"/>
              <a:t>           T                           X</a:t>
            </a:r>
            <a:r>
              <a:rPr lang="en-US" altLang="en-US" baseline="-25000"/>
              <a:t>1                    </a:t>
            </a:r>
            <a:r>
              <a:rPr lang="en-US" altLang="en-US" i="1"/>
              <a:t>X</a:t>
            </a:r>
            <a:r>
              <a:rPr lang="en-US" altLang="en-US" baseline="-25000"/>
              <a:t>3 </a:t>
            </a:r>
            <a:endParaRPr lang="en-US" altLang="en-US" i="1"/>
          </a:p>
          <a:p>
            <a:pPr>
              <a:buFont typeface="Monotype Sorts" pitchFamily="2" charset="2"/>
              <a:buNone/>
            </a:pPr>
            <a:endParaRPr lang="en-US" altLang="en-US" i="1"/>
          </a:p>
          <a:p>
            <a:pPr>
              <a:buFont typeface="Monotype Sorts" pitchFamily="2" charset="2"/>
              <a:buNone/>
            </a:pPr>
            <a:r>
              <a:rPr lang="en-US" altLang="en-US" baseline="-25000"/>
              <a:t>                                                                            </a:t>
            </a:r>
            <a:r>
              <a:rPr lang="en-US" altLang="en-US" i="1"/>
              <a:t>X</a:t>
            </a:r>
            <a:r>
              <a:rPr lang="en-US" altLang="en-US" baseline="-25000"/>
              <a:t>2 </a:t>
            </a:r>
            <a:endParaRPr lang="en-US" altLang="en-US" i="1"/>
          </a:p>
          <a:p>
            <a:pPr>
              <a:buFont typeface="Monotype Sorts" pitchFamily="2" charset="2"/>
              <a:buNone/>
            </a:pPr>
            <a:r>
              <a:rPr lang="en-US" altLang="en-US" i="1"/>
              <a:t>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a:buFont typeface="Monotype Sorts" pitchFamily="2" charset="2"/>
              <a:buNone/>
            </a:pPr>
            <a:endParaRPr lang="en-US" altLang="en-US" baseline="-25000"/>
          </a:p>
          <a:p>
            <a:pPr>
              <a:buFont typeface="Monotype Sorts" pitchFamily="2" charset="2"/>
              <a:buNone/>
            </a:pPr>
            <a:r>
              <a:rPr lang="en-US" altLang="en-US" i="1"/>
              <a:t>                                                  X</a:t>
            </a:r>
            <a:r>
              <a:rPr lang="en-US" altLang="en-US" baseline="-25000"/>
              <a:t>4</a:t>
            </a:r>
          </a:p>
          <a:p>
            <a:pPr>
              <a:buFont typeface="Monotype Sorts" pitchFamily="2" charset="2"/>
              <a:buNone/>
            </a:pPr>
            <a:r>
              <a:rPr lang="en-US" altLang="en-US" baseline="-25000"/>
              <a:t>              </a:t>
            </a:r>
            <a:r>
              <a:rPr lang="en-US" altLang="en-US" i="1"/>
              <a:t>G</a:t>
            </a:r>
            <a:r>
              <a:rPr lang="en-US" altLang="en-US" baseline="-25000"/>
              <a:t>1</a:t>
            </a:r>
            <a:r>
              <a:rPr lang="en-US" altLang="en-US"/>
              <a:t>                                    </a:t>
            </a:r>
            <a:r>
              <a:rPr lang="en-US" altLang="en-US" i="1"/>
              <a:t>G</a:t>
            </a:r>
            <a:r>
              <a:rPr lang="en-US" altLang="en-US" baseline="-25000"/>
              <a:t>2</a:t>
            </a:r>
          </a:p>
        </p:txBody>
      </p:sp>
      <p:sp>
        <p:nvSpPr>
          <p:cNvPr id="48132" name="Line 4">
            <a:extLst>
              <a:ext uri="{FF2B5EF4-FFF2-40B4-BE49-F238E27FC236}">
                <a16:creationId xmlns:a16="http://schemas.microsoft.com/office/drawing/2014/main" id="{08822BA7-9ECF-7898-1C8C-5691C6C7B349}"/>
              </a:ext>
            </a:extLst>
          </p:cNvPr>
          <p:cNvSpPr>
            <a:spLocks noChangeShapeType="1"/>
          </p:cNvSpPr>
          <p:nvPr/>
        </p:nvSpPr>
        <p:spPr bwMode="auto">
          <a:xfrm flipH="1">
            <a:off x="3068639" y="2638425"/>
            <a:ext cx="854075" cy="11239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3" name="Line 5">
            <a:extLst>
              <a:ext uri="{FF2B5EF4-FFF2-40B4-BE49-F238E27FC236}">
                <a16:creationId xmlns:a16="http://schemas.microsoft.com/office/drawing/2014/main" id="{D9107549-BD07-B81E-5C71-F259C8A42F2C}"/>
              </a:ext>
            </a:extLst>
          </p:cNvPr>
          <p:cNvSpPr>
            <a:spLocks noChangeShapeType="1"/>
          </p:cNvSpPr>
          <p:nvPr/>
        </p:nvSpPr>
        <p:spPr bwMode="auto">
          <a:xfrm flipH="1">
            <a:off x="3757614" y="2638425"/>
            <a:ext cx="149225" cy="11239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4" name="Line 6">
            <a:extLst>
              <a:ext uri="{FF2B5EF4-FFF2-40B4-BE49-F238E27FC236}">
                <a16:creationId xmlns:a16="http://schemas.microsoft.com/office/drawing/2014/main" id="{30399853-887B-6B51-90F6-105C3646E08C}"/>
              </a:ext>
            </a:extLst>
          </p:cNvPr>
          <p:cNvSpPr>
            <a:spLocks noChangeShapeType="1"/>
          </p:cNvSpPr>
          <p:nvPr/>
        </p:nvSpPr>
        <p:spPr bwMode="auto">
          <a:xfrm>
            <a:off x="3906839" y="2638425"/>
            <a:ext cx="674687" cy="1079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5" name="Line 7">
            <a:extLst>
              <a:ext uri="{FF2B5EF4-FFF2-40B4-BE49-F238E27FC236}">
                <a16:creationId xmlns:a16="http://schemas.microsoft.com/office/drawing/2014/main" id="{85A64EBB-9D73-E949-AE46-FDD2C1E82651}"/>
              </a:ext>
            </a:extLst>
          </p:cNvPr>
          <p:cNvSpPr>
            <a:spLocks noChangeShapeType="1"/>
          </p:cNvSpPr>
          <p:nvPr/>
        </p:nvSpPr>
        <p:spPr bwMode="auto">
          <a:xfrm>
            <a:off x="3906839" y="2638425"/>
            <a:ext cx="1379537" cy="10937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6" name="Line 8">
            <a:extLst>
              <a:ext uri="{FF2B5EF4-FFF2-40B4-BE49-F238E27FC236}">
                <a16:creationId xmlns:a16="http://schemas.microsoft.com/office/drawing/2014/main" id="{C9D23431-5F4C-2A15-C6F1-2E1B455E3604}"/>
              </a:ext>
            </a:extLst>
          </p:cNvPr>
          <p:cNvSpPr>
            <a:spLocks noChangeShapeType="1"/>
          </p:cNvSpPr>
          <p:nvPr/>
        </p:nvSpPr>
        <p:spPr bwMode="auto">
          <a:xfrm>
            <a:off x="7131051" y="2638426"/>
            <a:ext cx="644525" cy="6588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7" name="Line 9">
            <a:extLst>
              <a:ext uri="{FF2B5EF4-FFF2-40B4-BE49-F238E27FC236}">
                <a16:creationId xmlns:a16="http://schemas.microsoft.com/office/drawing/2014/main" id="{7C134E62-632F-C5B3-BFB3-2F09E7CD9181}"/>
              </a:ext>
            </a:extLst>
          </p:cNvPr>
          <p:cNvSpPr>
            <a:spLocks noChangeShapeType="1"/>
          </p:cNvSpPr>
          <p:nvPr/>
        </p:nvSpPr>
        <p:spPr bwMode="auto">
          <a:xfrm flipH="1">
            <a:off x="8029575" y="2517776"/>
            <a:ext cx="584200" cy="7350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8" name="Line 10">
            <a:extLst>
              <a:ext uri="{FF2B5EF4-FFF2-40B4-BE49-F238E27FC236}">
                <a16:creationId xmlns:a16="http://schemas.microsoft.com/office/drawing/2014/main" id="{C077AE5B-7531-5777-2047-336898E058DD}"/>
              </a:ext>
            </a:extLst>
          </p:cNvPr>
          <p:cNvSpPr>
            <a:spLocks noChangeShapeType="1"/>
          </p:cNvSpPr>
          <p:nvPr/>
        </p:nvSpPr>
        <p:spPr bwMode="auto">
          <a:xfrm>
            <a:off x="7999413" y="3748089"/>
            <a:ext cx="0" cy="10493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39" name="Text Box 11">
            <a:extLst>
              <a:ext uri="{FF2B5EF4-FFF2-40B4-BE49-F238E27FC236}">
                <a16:creationId xmlns:a16="http://schemas.microsoft.com/office/drawing/2014/main" id="{F08164F7-8CAA-6246-8369-056A2A6885CA}"/>
              </a:ext>
            </a:extLst>
          </p:cNvPr>
          <p:cNvSpPr txBox="1">
            <a:spLocks noChangeArrowheads="1"/>
          </p:cNvSpPr>
          <p:nvPr/>
        </p:nvSpPr>
        <p:spPr bwMode="auto">
          <a:xfrm>
            <a:off x="6216650" y="3373438"/>
            <a:ext cx="808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sz="2800" i="1">
                <a:solidFill>
                  <a:srgbClr val="FFFFFF"/>
                </a:solidFill>
                <a:latin typeface="Times" pitchFamily="2" charset="0"/>
              </a:rPr>
              <a:t>T</a:t>
            </a:r>
          </a:p>
        </p:txBody>
      </p:sp>
      <p:sp>
        <p:nvSpPr>
          <p:cNvPr id="48140" name="Line 12">
            <a:extLst>
              <a:ext uri="{FF2B5EF4-FFF2-40B4-BE49-F238E27FC236}">
                <a16:creationId xmlns:a16="http://schemas.microsoft.com/office/drawing/2014/main" id="{DD7A9A33-D252-9647-F942-D6F5AE490453}"/>
              </a:ext>
            </a:extLst>
          </p:cNvPr>
          <p:cNvSpPr>
            <a:spLocks noChangeShapeType="1"/>
          </p:cNvSpPr>
          <p:nvPr/>
        </p:nvSpPr>
        <p:spPr bwMode="auto">
          <a:xfrm flipV="1">
            <a:off x="6486526" y="2638425"/>
            <a:ext cx="568325" cy="763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8141" name="Line 13">
            <a:extLst>
              <a:ext uri="{FF2B5EF4-FFF2-40B4-BE49-F238E27FC236}">
                <a16:creationId xmlns:a16="http://schemas.microsoft.com/office/drawing/2014/main" id="{16A53F23-0990-B0D0-BFBC-3EBC8C4249BA}"/>
              </a:ext>
            </a:extLst>
          </p:cNvPr>
          <p:cNvSpPr>
            <a:spLocks noChangeShapeType="1"/>
          </p:cNvSpPr>
          <p:nvPr/>
        </p:nvSpPr>
        <p:spPr bwMode="auto">
          <a:xfrm>
            <a:off x="6456364" y="3957638"/>
            <a:ext cx="1303337" cy="10334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68086386-3E54-7548-966D-15A8510BC618}"/>
              </a:ext>
            </a:extLst>
          </p:cNvPr>
          <p:cNvSpPr>
            <a:spLocks noGrp="1"/>
          </p:cNvSpPr>
          <p:nvPr>
            <p:ph type="sldNum" sz="quarter" idx="10"/>
          </p:nvPr>
        </p:nvSpPr>
        <p:spPr/>
        <p:txBody>
          <a:bodyPr/>
          <a:lstStyle/>
          <a:p>
            <a:fld id="{6B69CBE1-A7D5-7240-8D99-C0F6CAE01367}" type="slidenum">
              <a:rPr lang="en-US" altLang="en-US" smtClean="0"/>
              <a:pPr/>
              <a:t>19</a:t>
            </a:fld>
            <a:endParaRPr lang="en-US"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a:extLst>
              <a:ext uri="{FF2B5EF4-FFF2-40B4-BE49-F238E27FC236}">
                <a16:creationId xmlns:a16="http://schemas.microsoft.com/office/drawing/2014/main" id="{1E16336D-3712-9256-86F8-B1163E974ACA}"/>
              </a:ext>
            </a:extLst>
          </p:cNvPr>
          <p:cNvSpPr>
            <a:spLocks noGrp="1" noChangeArrowheads="1"/>
          </p:cNvSpPr>
          <p:nvPr>
            <p:ph type="title"/>
          </p:nvPr>
        </p:nvSpPr>
        <p:spPr/>
        <p:txBody>
          <a:bodyPr/>
          <a:lstStyle/>
          <a:p>
            <a:pPr>
              <a:defRPr/>
            </a:pPr>
            <a:r>
              <a:rPr lang="en-US">
                <a:cs typeface="+mj-cs"/>
              </a:rPr>
              <a:t>Independence Model</a:t>
            </a:r>
          </a:p>
        </p:txBody>
      </p:sp>
      <p:sp>
        <p:nvSpPr>
          <p:cNvPr id="676867" name="Rectangle 3">
            <a:extLst>
              <a:ext uri="{FF2B5EF4-FFF2-40B4-BE49-F238E27FC236}">
                <a16:creationId xmlns:a16="http://schemas.microsoft.com/office/drawing/2014/main" id="{1BB5FD3D-2FE2-1ABF-05EC-4F914421B72C}"/>
              </a:ext>
            </a:extLst>
          </p:cNvPr>
          <p:cNvSpPr>
            <a:spLocks noGrp="1" noChangeArrowheads="1"/>
          </p:cNvSpPr>
          <p:nvPr>
            <p:ph type="body" idx="1"/>
          </p:nvPr>
        </p:nvSpPr>
        <p:spPr>
          <a:xfrm>
            <a:off x="1524000" y="2019300"/>
            <a:ext cx="10388600" cy="4114800"/>
          </a:xfrm>
        </p:spPr>
        <p:txBody>
          <a:bodyPr/>
          <a:lstStyle/>
          <a:p>
            <a:pPr marL="0" indent="0">
              <a:buNone/>
            </a:pPr>
            <a:r>
              <a:rPr lang="en-US" altLang="en-US" sz="2400" i="1"/>
              <a:t>                                           </a:t>
            </a:r>
            <a:r>
              <a:rPr lang="en-US" altLang="en-US" sz="2800" i="1"/>
              <a:t>T</a:t>
            </a:r>
          </a:p>
          <a:p>
            <a:pPr marL="0" indent="0">
              <a:buNone/>
            </a:pPr>
            <a:endParaRPr lang="en-US" altLang="en-US" sz="2400" i="1"/>
          </a:p>
          <a:p>
            <a:pPr marL="0" indent="0">
              <a:buNone/>
            </a:pPr>
            <a:r>
              <a:rPr lang="en-US" altLang="en-US" sz="2400" i="1"/>
              <a:t>                            </a:t>
            </a:r>
            <a:r>
              <a:rPr lang="en-US" altLang="en-US" sz="2800" i="1"/>
              <a:t>X</a:t>
            </a:r>
            <a:r>
              <a:rPr lang="en-US" altLang="en-US" sz="2800" baseline="-25000"/>
              <a:t>1      </a:t>
            </a:r>
            <a:r>
              <a:rPr lang="en-US" altLang="en-US" sz="2800" i="1"/>
              <a:t>X</a:t>
            </a:r>
            <a:r>
              <a:rPr lang="en-US" altLang="en-US" sz="2800" baseline="-25000"/>
              <a:t>2       </a:t>
            </a:r>
            <a:r>
              <a:rPr lang="en-US" altLang="en-US" sz="2800" i="1"/>
              <a:t>X</a:t>
            </a:r>
            <a:r>
              <a:rPr lang="en-US" altLang="en-US" sz="2800" baseline="-25000"/>
              <a:t>3     </a:t>
            </a:r>
            <a:r>
              <a:rPr lang="en-US" altLang="en-US" sz="2800" i="1"/>
              <a:t>X</a:t>
            </a:r>
            <a:r>
              <a:rPr lang="en-US" altLang="en-US" sz="2800" baseline="-25000"/>
              <a:t>4</a:t>
            </a:r>
          </a:p>
          <a:p>
            <a:pPr marL="0" indent="0" algn="ctr">
              <a:buNone/>
            </a:pPr>
            <a:r>
              <a:rPr lang="en-US" altLang="en-US" sz="2800"/>
              <a:t>Each vertex is independent of its non-descendants given its parents. </a:t>
            </a:r>
          </a:p>
          <a:p>
            <a:pPr marL="0" indent="0">
              <a:buNone/>
            </a:pPr>
            <a:r>
              <a:rPr lang="en-US" altLang="en-US" sz="2800"/>
              <a:t>                                  </a:t>
            </a:r>
            <a:r>
              <a:rPr lang="en-US" altLang="en-US" sz="2800" i="1"/>
              <a:t>I</a:t>
            </a:r>
            <a:r>
              <a:rPr lang="en-US" altLang="en-US" sz="2800"/>
              <a:t>(</a:t>
            </a:r>
            <a:r>
              <a:rPr lang="en-US" altLang="en-US" sz="2800" i="1"/>
              <a:t>G</a:t>
            </a:r>
            <a:r>
              <a:rPr lang="en-US" altLang="en-US" sz="2800" baseline="-25000"/>
              <a:t>1</a:t>
            </a:r>
            <a:r>
              <a:rPr lang="en-US" altLang="en-US" sz="2800"/>
              <a:t>)</a:t>
            </a:r>
          </a:p>
          <a:p>
            <a:pPr marL="0" indent="0">
              <a:buNone/>
            </a:pPr>
            <a:r>
              <a:rPr lang="en-US" altLang="en-US" sz="2800"/>
              <a:t>&lt;{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i="1"/>
              <a:t>X</a:t>
            </a:r>
            <a:r>
              <a:rPr lang="en-US" altLang="en-US" sz="2800" baseline="-25000"/>
              <a:t>3</a:t>
            </a:r>
            <a:r>
              <a:rPr lang="en-US" altLang="en-US" sz="2800"/>
              <a:t>,</a:t>
            </a:r>
            <a:r>
              <a:rPr lang="en-US" altLang="en-US" sz="2800" baseline="-25000"/>
              <a:t> </a:t>
            </a:r>
            <a:r>
              <a:rPr lang="en-US" altLang="en-US" sz="2800" i="1"/>
              <a:t>X</a:t>
            </a:r>
            <a:r>
              <a:rPr lang="en-US" altLang="en-US" sz="2800" baseline="-25000"/>
              <a:t>4 </a:t>
            </a:r>
            <a:r>
              <a:rPr lang="en-US" altLang="en-US" sz="2800"/>
              <a:t>}|{</a:t>
            </a:r>
            <a:r>
              <a:rPr lang="en-US" altLang="en-US" sz="2800" i="1"/>
              <a:t>T</a:t>
            </a:r>
            <a:r>
              <a:rPr lang="en-US" altLang="en-US" sz="2800"/>
              <a:t>}&gt;   &lt;{</a:t>
            </a:r>
            <a:r>
              <a:rPr lang="en-US" altLang="en-US" sz="2800" i="1"/>
              <a:t>X</a:t>
            </a:r>
            <a:r>
              <a:rPr lang="en-US" altLang="en-US" sz="2800" baseline="-25000"/>
              <a:t>3</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baseline="-25000"/>
              <a:t> </a:t>
            </a:r>
            <a:r>
              <a:rPr lang="en-US" altLang="en-US" sz="2800" i="1"/>
              <a:t>X</a:t>
            </a:r>
            <a:r>
              <a:rPr lang="en-US" altLang="en-US" sz="2800" baseline="-25000"/>
              <a:t>4</a:t>
            </a:r>
            <a:r>
              <a:rPr lang="en-US" altLang="en-US" sz="2800"/>
              <a:t>}|{</a:t>
            </a:r>
            <a:r>
              <a:rPr lang="en-US" altLang="en-US" sz="2800" i="1"/>
              <a:t>T</a:t>
            </a:r>
            <a:r>
              <a:rPr lang="en-US" altLang="en-US" sz="2800"/>
              <a:t>}&gt; &lt;{</a:t>
            </a:r>
            <a:r>
              <a:rPr lang="en-US" altLang="en-US" sz="2800" i="1"/>
              <a:t>X</a:t>
            </a:r>
            <a:r>
              <a:rPr lang="en-US" altLang="en-US" sz="2800" baseline="-25000"/>
              <a:t>2</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baseline="-25000"/>
              <a:t> </a:t>
            </a:r>
            <a:r>
              <a:rPr lang="en-US" altLang="en-US" sz="2800" i="1"/>
              <a:t>X</a:t>
            </a:r>
            <a:r>
              <a:rPr lang="en-US" altLang="en-US" sz="2800" baseline="-25000"/>
              <a:t>3 </a:t>
            </a:r>
            <a:r>
              <a:rPr lang="en-US" altLang="en-US" sz="2800"/>
              <a:t>}|{</a:t>
            </a:r>
            <a:r>
              <a:rPr lang="en-US" altLang="en-US" sz="2800" i="1"/>
              <a:t>T</a:t>
            </a:r>
            <a:r>
              <a:rPr lang="en-US" altLang="en-US" sz="2800"/>
              <a:t>}&gt;   &lt;{</a:t>
            </a:r>
            <a:r>
              <a:rPr lang="en-US" altLang="en-US" sz="2800" i="1"/>
              <a:t>X</a:t>
            </a:r>
            <a:r>
              <a:rPr lang="en-US" altLang="en-US" sz="2800" baseline="-25000"/>
              <a:t>4</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baseline="-25000"/>
              <a:t> </a:t>
            </a:r>
            <a:r>
              <a:rPr lang="en-US" altLang="en-US" sz="2800" i="1"/>
              <a:t>X</a:t>
            </a:r>
            <a:r>
              <a:rPr lang="en-US" altLang="en-US" sz="2800" baseline="-25000"/>
              <a:t>3</a:t>
            </a:r>
            <a:r>
              <a:rPr lang="en-US" altLang="en-US" sz="2800"/>
              <a:t>}|{</a:t>
            </a:r>
            <a:r>
              <a:rPr lang="en-US" altLang="en-US" sz="2800" i="1"/>
              <a:t>T</a:t>
            </a:r>
            <a:r>
              <a:rPr lang="en-US" altLang="en-US" sz="2800"/>
              <a:t>}&gt; </a:t>
            </a:r>
          </a:p>
        </p:txBody>
      </p:sp>
      <p:sp>
        <p:nvSpPr>
          <p:cNvPr id="49156" name="Line 4">
            <a:extLst>
              <a:ext uri="{FF2B5EF4-FFF2-40B4-BE49-F238E27FC236}">
                <a16:creationId xmlns:a16="http://schemas.microsoft.com/office/drawing/2014/main" id="{5E85CC93-E217-316E-1C3F-A85041940FF9}"/>
              </a:ext>
            </a:extLst>
          </p:cNvPr>
          <p:cNvSpPr>
            <a:spLocks noChangeShapeType="1"/>
          </p:cNvSpPr>
          <p:nvPr/>
        </p:nvSpPr>
        <p:spPr bwMode="auto">
          <a:xfrm flipH="1">
            <a:off x="3967616" y="2475139"/>
            <a:ext cx="792162" cy="584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9157" name="Line 5">
            <a:extLst>
              <a:ext uri="{FF2B5EF4-FFF2-40B4-BE49-F238E27FC236}">
                <a16:creationId xmlns:a16="http://schemas.microsoft.com/office/drawing/2014/main" id="{2E412F23-F0EA-3B01-61FE-612A7FD6E024}"/>
              </a:ext>
            </a:extLst>
          </p:cNvPr>
          <p:cNvSpPr>
            <a:spLocks noChangeShapeType="1"/>
          </p:cNvSpPr>
          <p:nvPr/>
        </p:nvSpPr>
        <p:spPr bwMode="auto">
          <a:xfrm flipH="1">
            <a:off x="4578804" y="2459265"/>
            <a:ext cx="193675" cy="555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9158" name="Line 6">
            <a:extLst>
              <a:ext uri="{FF2B5EF4-FFF2-40B4-BE49-F238E27FC236}">
                <a16:creationId xmlns:a16="http://schemas.microsoft.com/office/drawing/2014/main" id="{CB41B879-AE8F-713B-AC66-ED086E176A8A}"/>
              </a:ext>
            </a:extLst>
          </p:cNvPr>
          <p:cNvSpPr>
            <a:spLocks noChangeShapeType="1"/>
          </p:cNvSpPr>
          <p:nvPr/>
        </p:nvSpPr>
        <p:spPr bwMode="auto">
          <a:xfrm>
            <a:off x="4804229" y="2475139"/>
            <a:ext cx="434975" cy="5857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49159" name="Line 7">
            <a:extLst>
              <a:ext uri="{FF2B5EF4-FFF2-40B4-BE49-F238E27FC236}">
                <a16:creationId xmlns:a16="http://schemas.microsoft.com/office/drawing/2014/main" id="{DB419453-19B4-914D-25C6-2ADCD77F84DB}"/>
              </a:ext>
            </a:extLst>
          </p:cNvPr>
          <p:cNvSpPr>
            <a:spLocks noChangeShapeType="1"/>
          </p:cNvSpPr>
          <p:nvPr/>
        </p:nvSpPr>
        <p:spPr bwMode="auto">
          <a:xfrm>
            <a:off x="4832804" y="2459265"/>
            <a:ext cx="1033463" cy="6127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A6DAB1ED-1FC1-6845-A32A-B9E3916630D9}"/>
              </a:ext>
            </a:extLst>
          </p:cNvPr>
          <p:cNvSpPr>
            <a:spLocks noGrp="1"/>
          </p:cNvSpPr>
          <p:nvPr>
            <p:ph type="sldNum" sz="quarter" idx="10"/>
          </p:nvPr>
        </p:nvSpPr>
        <p:spPr/>
        <p:txBody>
          <a:bodyPr/>
          <a:lstStyle/>
          <a:p>
            <a:fld id="{6B69CBE1-A7D5-7240-8D99-C0F6CAE01367}" type="slidenum">
              <a:rPr lang="en-US" altLang="en-US" smtClean="0"/>
              <a:pPr/>
              <a:t>20</a:t>
            </a:fld>
            <a:endParaRPr lang="en-US"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a:extLst>
              <a:ext uri="{FF2B5EF4-FFF2-40B4-BE49-F238E27FC236}">
                <a16:creationId xmlns:a16="http://schemas.microsoft.com/office/drawing/2014/main" id="{A6E4C5AC-002B-7429-E48F-925FFB2AD8CC}"/>
              </a:ext>
            </a:extLst>
          </p:cNvPr>
          <p:cNvSpPr>
            <a:spLocks noGrp="1" noChangeArrowheads="1"/>
          </p:cNvSpPr>
          <p:nvPr>
            <p:ph type="title"/>
          </p:nvPr>
        </p:nvSpPr>
        <p:spPr/>
        <p:txBody>
          <a:bodyPr/>
          <a:lstStyle/>
          <a:p>
            <a:pPr>
              <a:defRPr/>
            </a:pPr>
            <a:r>
              <a:rPr lang="en-US">
                <a:cs typeface="+mj-cs"/>
              </a:rPr>
              <a:t>Probability Model</a:t>
            </a:r>
          </a:p>
        </p:txBody>
      </p:sp>
      <p:sp>
        <p:nvSpPr>
          <p:cNvPr id="677891" name="Rectangle 3">
            <a:extLst>
              <a:ext uri="{FF2B5EF4-FFF2-40B4-BE49-F238E27FC236}">
                <a16:creationId xmlns:a16="http://schemas.microsoft.com/office/drawing/2014/main" id="{46498CB4-6F04-DB86-C781-E377619F7DDA}"/>
              </a:ext>
            </a:extLst>
          </p:cNvPr>
          <p:cNvSpPr>
            <a:spLocks noGrp="1" noChangeArrowheads="1"/>
          </p:cNvSpPr>
          <p:nvPr>
            <p:ph type="body" idx="1"/>
          </p:nvPr>
        </p:nvSpPr>
        <p:spPr>
          <a:xfrm>
            <a:off x="2681288" y="1981200"/>
            <a:ext cx="7986712" cy="4876800"/>
          </a:xfrm>
        </p:spPr>
        <p:txBody>
          <a:bodyPr/>
          <a:lstStyle/>
          <a:p>
            <a:pPr marL="0" indent="0">
              <a:lnSpc>
                <a:spcPct val="90000"/>
              </a:lnSpc>
              <a:buNone/>
            </a:pPr>
            <a:r>
              <a:rPr lang="en-US" altLang="en-US" i="1"/>
              <a:t>                                  T</a:t>
            </a:r>
          </a:p>
          <a:p>
            <a:pPr marL="0" indent="0">
              <a:lnSpc>
                <a:spcPct val="90000"/>
              </a:lnSpc>
              <a:buNone/>
            </a:pPr>
            <a:endParaRPr lang="en-US" altLang="en-US" i="1"/>
          </a:p>
          <a:p>
            <a:pPr marL="0" indent="0">
              <a:lnSpc>
                <a:spcPct val="90000"/>
              </a:lnSpc>
              <a:buNone/>
            </a:pPr>
            <a:r>
              <a:rPr lang="en-US" altLang="en-US" baseline="-25000"/>
              <a:t>                                                                            </a:t>
            </a:r>
          </a:p>
          <a:p>
            <a:pPr marL="0" indent="0">
              <a:lnSpc>
                <a:spcPct val="90000"/>
              </a:lnSpc>
              <a:buNone/>
            </a:pPr>
            <a:r>
              <a:rPr lang="en-US" altLang="en-US" i="1"/>
              <a:t>                     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a:t>
            </a:r>
            <a:r>
              <a:rPr lang="en-US" altLang="en-US" i="1">
                <a:latin typeface="Times New Roman" panose="02020603050405020304" pitchFamily="18" charset="0"/>
              </a:rPr>
              <a:t>a</a:t>
            </a:r>
            <a:r>
              <a:rPr lang="en-US" altLang="en-US">
                <a:latin typeface="Times New Roman" panose="02020603050405020304" pitchFamily="18" charset="0"/>
              </a:rPr>
              <a:t>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1                             </a:t>
            </a:r>
            <a:r>
              <a:rPr lang="en-US" altLang="en-US" i="1">
                <a:latin typeface="Times New Roman" panose="02020603050405020304" pitchFamily="18" charset="0"/>
              </a:rPr>
              <a:t>X</a:t>
            </a:r>
            <a:r>
              <a:rPr lang="en-US" altLang="en-US" baseline="-30000">
                <a:latin typeface="Times New Roman" panose="02020603050405020304" pitchFamily="18" charset="0"/>
              </a:rPr>
              <a:t>3</a:t>
            </a:r>
            <a:r>
              <a:rPr lang="en-US" altLang="en-US">
                <a:latin typeface="Times New Roman" panose="02020603050405020304" pitchFamily="18" charset="0"/>
              </a:rPr>
              <a:t> = </a:t>
            </a:r>
            <a:r>
              <a:rPr lang="en-US" altLang="en-US" i="1">
                <a:latin typeface="Times New Roman" panose="02020603050405020304" pitchFamily="18" charset="0"/>
              </a:rPr>
              <a:t>c</a:t>
            </a:r>
            <a:r>
              <a:rPr lang="en-US" altLang="en-US">
                <a:latin typeface="Times New Roman" panose="02020603050405020304" pitchFamily="18" charset="0"/>
              </a:rPr>
              <a:t>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3</a:t>
            </a: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2</a:t>
            </a:r>
            <a:r>
              <a:rPr lang="en-US" altLang="en-US">
                <a:latin typeface="Times New Roman" panose="02020603050405020304" pitchFamily="18" charset="0"/>
              </a:rPr>
              <a:t> = </a:t>
            </a:r>
            <a:r>
              <a:rPr lang="en-US" altLang="en-US" i="1">
                <a:latin typeface="Times New Roman" panose="02020603050405020304" pitchFamily="18" charset="0"/>
              </a:rPr>
              <a:t>b</a:t>
            </a:r>
            <a:r>
              <a:rPr lang="en-US" altLang="en-US">
                <a:latin typeface="Times New Roman" panose="02020603050405020304" pitchFamily="18" charset="0"/>
              </a:rPr>
              <a:t>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2</a:t>
            </a:r>
            <a:r>
              <a:rPr lang="en-US" altLang="en-US" i="1">
                <a:latin typeface="Times New Roman" panose="02020603050405020304" pitchFamily="18" charset="0"/>
              </a:rPr>
              <a:t>	               X</a:t>
            </a:r>
            <a:r>
              <a:rPr lang="en-US" altLang="en-US" baseline="-30000">
                <a:latin typeface="Times New Roman" panose="02020603050405020304" pitchFamily="18" charset="0"/>
              </a:rPr>
              <a:t>4</a:t>
            </a:r>
            <a:r>
              <a:rPr lang="en-US" altLang="en-US">
                <a:latin typeface="Times New Roman" panose="02020603050405020304" pitchFamily="18" charset="0"/>
              </a:rPr>
              <a:t> = </a:t>
            </a:r>
            <a:r>
              <a:rPr lang="en-US" altLang="en-US" i="1">
                <a:latin typeface="Times New Roman" panose="02020603050405020304" pitchFamily="18" charset="0"/>
              </a:rPr>
              <a:t>d</a:t>
            </a:r>
            <a:r>
              <a:rPr lang="en-US" altLang="en-US">
                <a:latin typeface="Times New Roman" panose="02020603050405020304" pitchFamily="18" charset="0"/>
              </a:rPr>
              <a:t>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4</a:t>
            </a:r>
            <a:r>
              <a:rPr lang="en-US" altLang="en-US" i="1">
                <a:latin typeface="Times New Roman" panose="02020603050405020304" pitchFamily="18" charset="0"/>
              </a:rPr>
              <a:t>	</a:t>
            </a:r>
            <a:endParaRPr lang="en-US" altLang="en-US">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                            T</a:t>
            </a:r>
            <a:r>
              <a:rPr lang="en-US" altLang="en-US">
                <a:latin typeface="Times New Roman" panose="02020603050405020304" pitchFamily="18" charset="0"/>
              </a:rPr>
              <a:t> = </a:t>
            </a:r>
            <a:r>
              <a:rPr lang="en-US" altLang="en-US" i="1">
                <a:latin typeface="Symbol" pitchFamily="2" charset="2"/>
              </a:rPr>
              <a:t>e</a:t>
            </a:r>
            <a:r>
              <a:rPr lang="en-US" altLang="en-US" i="1" baseline="-30000">
                <a:latin typeface="Times New Roman" panose="02020603050405020304" pitchFamily="18" charset="0"/>
              </a:rPr>
              <a:t>T</a:t>
            </a:r>
          </a:p>
          <a:p>
            <a:pPr marL="0" indent="0">
              <a:lnSpc>
                <a:spcPct val="90000"/>
              </a:lnSpc>
              <a:buNone/>
            </a:pPr>
            <a:r>
              <a:rPr lang="en-US" altLang="en-US" i="1">
                <a:latin typeface="Times New Roman" panose="02020603050405020304" pitchFamily="18" charset="0"/>
              </a:rPr>
              <a:t>&lt;a,b,c,d,</a:t>
            </a:r>
            <a:r>
              <a:rPr lang="en-US" altLang="en-US">
                <a:latin typeface="Times New Roman" panose="02020603050405020304" pitchFamily="18" charset="0"/>
              </a:rPr>
              <a:t>var(</a:t>
            </a:r>
            <a:r>
              <a:rPr lang="en-US" altLang="en-US" i="1">
                <a:latin typeface="Symbol" pitchFamily="2" charset="2"/>
              </a:rPr>
              <a:t>e</a:t>
            </a:r>
            <a:r>
              <a:rPr lang="en-US" altLang="en-US" i="1" baseline="-30000">
                <a:latin typeface="Times New Roman" panose="02020603050405020304" pitchFamily="18" charset="0"/>
              </a:rPr>
              <a:t>T</a:t>
            </a:r>
            <a:r>
              <a:rPr lang="en-US" altLang="en-US">
                <a:latin typeface="Times New Roman" panose="02020603050405020304" pitchFamily="18" charset="0"/>
              </a:rPr>
              <a:t>)</a:t>
            </a:r>
            <a:r>
              <a:rPr lang="en-US" altLang="en-US" i="1">
                <a:latin typeface="Times New Roman" panose="02020603050405020304" pitchFamily="18" charset="0"/>
              </a:rPr>
              <a:t>,</a:t>
            </a:r>
            <a:r>
              <a:rPr lang="en-US" altLang="en-US">
                <a:latin typeface="Times New Roman" panose="02020603050405020304" pitchFamily="18" charset="0"/>
              </a:rPr>
              <a:t>var(</a:t>
            </a:r>
            <a:r>
              <a:rPr lang="en-US" altLang="en-US" i="1">
                <a:latin typeface="Symbol" pitchFamily="2" charset="2"/>
              </a:rPr>
              <a:t>e</a:t>
            </a:r>
            <a:r>
              <a:rPr lang="en-US" altLang="en-US" baseline="-30000">
                <a:latin typeface="Times New Roman" panose="02020603050405020304" pitchFamily="18" charset="0"/>
              </a:rPr>
              <a:t>1</a:t>
            </a:r>
            <a:r>
              <a:rPr lang="en-US" altLang="en-US">
                <a:latin typeface="Times New Roman" panose="02020603050405020304" pitchFamily="18" charset="0"/>
              </a:rPr>
              <a:t>)</a:t>
            </a:r>
            <a:r>
              <a:rPr lang="en-US" altLang="en-US" i="1">
                <a:latin typeface="Times New Roman" panose="02020603050405020304" pitchFamily="18" charset="0"/>
              </a:rPr>
              <a:t>,</a:t>
            </a:r>
            <a:r>
              <a:rPr lang="en-US" altLang="en-US">
                <a:latin typeface="Times New Roman" panose="02020603050405020304" pitchFamily="18" charset="0"/>
              </a:rPr>
              <a:t>var(</a:t>
            </a:r>
            <a:r>
              <a:rPr lang="en-US" altLang="en-US" i="1">
                <a:latin typeface="Symbol" pitchFamily="2" charset="2"/>
              </a:rPr>
              <a:t>e</a:t>
            </a:r>
            <a:r>
              <a:rPr lang="en-US" altLang="en-US" baseline="-30000">
                <a:latin typeface="Times New Roman" panose="02020603050405020304" pitchFamily="18" charset="0"/>
              </a:rPr>
              <a:t>2</a:t>
            </a:r>
            <a:r>
              <a:rPr lang="en-US" altLang="en-US">
                <a:latin typeface="Times New Roman" panose="02020603050405020304" pitchFamily="18" charset="0"/>
              </a:rPr>
              <a:t>)</a:t>
            </a:r>
            <a:r>
              <a:rPr lang="en-US" altLang="en-US" i="1">
                <a:latin typeface="Times New Roman" panose="02020603050405020304" pitchFamily="18" charset="0"/>
              </a:rPr>
              <a:t>,</a:t>
            </a:r>
            <a:r>
              <a:rPr lang="en-US" altLang="en-US">
                <a:latin typeface="Times New Roman" panose="02020603050405020304" pitchFamily="18" charset="0"/>
              </a:rPr>
              <a:t>var(</a:t>
            </a:r>
            <a:r>
              <a:rPr lang="en-US" altLang="en-US" i="1">
                <a:latin typeface="Symbol" pitchFamily="2" charset="2"/>
              </a:rPr>
              <a:t>e</a:t>
            </a:r>
            <a:r>
              <a:rPr lang="en-US" altLang="en-US" baseline="-30000">
                <a:latin typeface="Times New Roman" panose="02020603050405020304" pitchFamily="18" charset="0"/>
              </a:rPr>
              <a:t>3</a:t>
            </a:r>
            <a:r>
              <a:rPr lang="en-US" altLang="en-US">
                <a:latin typeface="Times New Roman" panose="02020603050405020304" pitchFamily="18" charset="0"/>
              </a:rPr>
              <a:t>)</a:t>
            </a:r>
            <a:r>
              <a:rPr lang="en-US" altLang="en-US" i="1">
                <a:latin typeface="Times New Roman" panose="02020603050405020304" pitchFamily="18" charset="0"/>
              </a:rPr>
              <a:t>,</a:t>
            </a:r>
            <a:r>
              <a:rPr lang="en-US" altLang="en-US">
                <a:latin typeface="Times New Roman" panose="02020603050405020304" pitchFamily="18" charset="0"/>
              </a:rPr>
              <a:t>var(</a:t>
            </a:r>
            <a:r>
              <a:rPr lang="en-US" altLang="en-US" i="1">
                <a:latin typeface="Symbol" pitchFamily="2" charset="2"/>
              </a:rPr>
              <a:t>e</a:t>
            </a:r>
            <a:r>
              <a:rPr lang="en-US" altLang="en-US" baseline="-30000">
                <a:latin typeface="Times New Roman" panose="02020603050405020304" pitchFamily="18" charset="0"/>
              </a:rPr>
              <a:t>4</a:t>
            </a:r>
            <a:r>
              <a:rPr lang="en-US" altLang="en-US">
                <a:latin typeface="Times New Roman" panose="02020603050405020304" pitchFamily="18" charset="0"/>
              </a:rPr>
              <a:t>)&gt;</a:t>
            </a:r>
          </a:p>
          <a:p>
            <a:pPr marL="0" indent="0">
              <a:lnSpc>
                <a:spcPct val="90000"/>
              </a:lnSpc>
              <a:buNone/>
            </a:pPr>
            <a:r>
              <a:rPr lang="en-US" altLang="en-US">
                <a:latin typeface="Times New Roman" panose="02020603050405020304" pitchFamily="18" charset="0"/>
              </a:rPr>
              <a:t>                                </a:t>
            </a:r>
            <a:r>
              <a:rPr lang="en-US" altLang="en-US">
                <a:latin typeface="Euclid Math One" pitchFamily="2" charset="77"/>
              </a:rPr>
              <a:t>N</a:t>
            </a:r>
            <a:r>
              <a:rPr lang="en-US" altLang="en-US">
                <a:latin typeface="Times New Roman" panose="02020603050405020304" pitchFamily="18" charset="0"/>
              </a:rPr>
              <a:t>(</a:t>
            </a:r>
            <a:r>
              <a:rPr lang="en-US" altLang="en-US" i="1">
                <a:latin typeface="Times New Roman" panose="02020603050405020304" pitchFamily="18" charset="0"/>
              </a:rPr>
              <a:t>G</a:t>
            </a:r>
            <a:r>
              <a:rPr lang="en-US" altLang="en-US" baseline="-25000">
                <a:latin typeface="Times New Roman" panose="02020603050405020304" pitchFamily="18" charset="0"/>
              </a:rPr>
              <a:t>1</a:t>
            </a:r>
            <a:r>
              <a:rPr lang="en-US" altLang="en-US">
                <a:latin typeface="Times New Roman" panose="02020603050405020304" pitchFamily="18" charset="0"/>
              </a:rPr>
              <a:t>)</a:t>
            </a:r>
          </a:p>
        </p:txBody>
      </p:sp>
      <p:sp>
        <p:nvSpPr>
          <p:cNvPr id="50180" name="Line 4">
            <a:extLst>
              <a:ext uri="{FF2B5EF4-FFF2-40B4-BE49-F238E27FC236}">
                <a16:creationId xmlns:a16="http://schemas.microsoft.com/office/drawing/2014/main" id="{BD44792F-6C28-09D4-DDCD-CFEA39A35EB4}"/>
              </a:ext>
            </a:extLst>
          </p:cNvPr>
          <p:cNvSpPr>
            <a:spLocks noChangeShapeType="1"/>
          </p:cNvSpPr>
          <p:nvPr/>
        </p:nvSpPr>
        <p:spPr bwMode="auto">
          <a:xfrm flipH="1">
            <a:off x="5243513" y="2520951"/>
            <a:ext cx="1003300" cy="8239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0181" name="Line 5">
            <a:extLst>
              <a:ext uri="{FF2B5EF4-FFF2-40B4-BE49-F238E27FC236}">
                <a16:creationId xmlns:a16="http://schemas.microsoft.com/office/drawing/2014/main" id="{CB864712-7812-7848-75F4-2AF8151AC40A}"/>
              </a:ext>
            </a:extLst>
          </p:cNvPr>
          <p:cNvSpPr>
            <a:spLocks noChangeShapeType="1"/>
          </p:cNvSpPr>
          <p:nvPr/>
        </p:nvSpPr>
        <p:spPr bwMode="auto">
          <a:xfrm flipH="1">
            <a:off x="5946775" y="2505076"/>
            <a:ext cx="312738" cy="8556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0182" name="Line 6">
            <a:extLst>
              <a:ext uri="{FF2B5EF4-FFF2-40B4-BE49-F238E27FC236}">
                <a16:creationId xmlns:a16="http://schemas.microsoft.com/office/drawing/2014/main" id="{50BC822F-C066-9AD7-EA70-EE9BC1DE2917}"/>
              </a:ext>
            </a:extLst>
          </p:cNvPr>
          <p:cNvSpPr>
            <a:spLocks noChangeShapeType="1"/>
          </p:cNvSpPr>
          <p:nvPr/>
        </p:nvSpPr>
        <p:spPr bwMode="auto">
          <a:xfrm>
            <a:off x="6291263" y="2520951"/>
            <a:ext cx="450850" cy="809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0183" name="Line 7">
            <a:extLst>
              <a:ext uri="{FF2B5EF4-FFF2-40B4-BE49-F238E27FC236}">
                <a16:creationId xmlns:a16="http://schemas.microsoft.com/office/drawing/2014/main" id="{D3F4F591-A12F-BA3D-09E0-4E6E5D400201}"/>
              </a:ext>
            </a:extLst>
          </p:cNvPr>
          <p:cNvSpPr>
            <a:spLocks noChangeShapeType="1"/>
          </p:cNvSpPr>
          <p:nvPr/>
        </p:nvSpPr>
        <p:spPr bwMode="auto">
          <a:xfrm>
            <a:off x="6319838" y="2505075"/>
            <a:ext cx="1079500" cy="8080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16175706-5DA0-CC4A-BCE5-E548E9BDB5A6}"/>
              </a:ext>
            </a:extLst>
          </p:cNvPr>
          <p:cNvSpPr>
            <a:spLocks noGrp="1"/>
          </p:cNvSpPr>
          <p:nvPr>
            <p:ph type="sldNum" sz="quarter" idx="10"/>
          </p:nvPr>
        </p:nvSpPr>
        <p:spPr/>
        <p:txBody>
          <a:bodyPr/>
          <a:lstStyle/>
          <a:p>
            <a:fld id="{6B69CBE1-A7D5-7240-8D99-C0F6CAE01367}" type="slidenum">
              <a:rPr lang="en-US" altLang="en-US" smtClean="0"/>
              <a:pPr/>
              <a:t>21</a:t>
            </a:fld>
            <a:endParaRPr lang="en-US"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a:extLst>
              <a:ext uri="{FF2B5EF4-FFF2-40B4-BE49-F238E27FC236}">
                <a16:creationId xmlns:a16="http://schemas.microsoft.com/office/drawing/2014/main" id="{8D43A07A-F45D-1104-59A7-D15D894FEA58}"/>
              </a:ext>
            </a:extLst>
          </p:cNvPr>
          <p:cNvSpPr>
            <a:spLocks noGrp="1" noChangeArrowheads="1"/>
          </p:cNvSpPr>
          <p:nvPr>
            <p:ph type="title"/>
          </p:nvPr>
        </p:nvSpPr>
        <p:spPr/>
        <p:txBody>
          <a:bodyPr/>
          <a:lstStyle/>
          <a:p>
            <a:pPr>
              <a:defRPr/>
            </a:pPr>
            <a:r>
              <a:rPr lang="en-US">
                <a:cs typeface="+mj-cs"/>
              </a:rPr>
              <a:t>Probability Model</a:t>
            </a:r>
          </a:p>
        </p:txBody>
      </p:sp>
      <p:sp>
        <p:nvSpPr>
          <p:cNvPr id="678915" name="Rectangle 3">
            <a:extLst>
              <a:ext uri="{FF2B5EF4-FFF2-40B4-BE49-F238E27FC236}">
                <a16:creationId xmlns:a16="http://schemas.microsoft.com/office/drawing/2014/main" id="{2E563227-09E4-935B-F61C-33807A66D3CB}"/>
              </a:ext>
            </a:extLst>
          </p:cNvPr>
          <p:cNvSpPr>
            <a:spLocks noGrp="1" noChangeArrowheads="1"/>
          </p:cNvSpPr>
          <p:nvPr>
            <p:ph type="body" idx="1"/>
          </p:nvPr>
        </p:nvSpPr>
        <p:spPr/>
        <p:txBody>
          <a:bodyPr/>
          <a:lstStyle/>
          <a:p>
            <a:pPr marL="0" indent="0">
              <a:lnSpc>
                <a:spcPct val="90000"/>
              </a:lnSpc>
              <a:buNone/>
            </a:pPr>
            <a:r>
              <a:rPr lang="en-US" altLang="en-US" i="1"/>
              <a:t>                                  T</a:t>
            </a:r>
          </a:p>
          <a:p>
            <a:pPr marL="0" indent="0">
              <a:lnSpc>
                <a:spcPct val="90000"/>
              </a:lnSpc>
              <a:buNone/>
            </a:pPr>
            <a:endParaRPr lang="en-US" altLang="en-US" i="1"/>
          </a:p>
          <a:p>
            <a:pPr marL="0" indent="0">
              <a:lnSpc>
                <a:spcPct val="90000"/>
              </a:lnSpc>
              <a:buNone/>
            </a:pPr>
            <a:r>
              <a:rPr lang="en-US" altLang="en-US" baseline="-25000"/>
              <a:t>                                                                            </a:t>
            </a:r>
          </a:p>
          <a:p>
            <a:pPr marL="0" indent="0">
              <a:lnSpc>
                <a:spcPct val="90000"/>
              </a:lnSpc>
              <a:buNone/>
            </a:pPr>
            <a:r>
              <a:rPr lang="en-US" altLang="en-US" i="1"/>
              <a:t>                     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marL="0" indent="0">
              <a:lnSpc>
                <a:spcPct val="90000"/>
              </a:lnSpc>
              <a:buNone/>
            </a:pPr>
            <a:r>
              <a:rPr lang="en-US" altLang="en-US">
                <a:latin typeface="Times New Roman" panose="02020603050405020304" pitchFamily="18" charset="0"/>
              </a:rPr>
              <a:t>Fix means of all error terms at 0</a:t>
            </a: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3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1                             </a:t>
            </a:r>
            <a:r>
              <a:rPr lang="en-US" altLang="en-US" i="1">
                <a:latin typeface="Times New Roman" panose="02020603050405020304" pitchFamily="18" charset="0"/>
              </a:rPr>
              <a:t>X</a:t>
            </a:r>
            <a:r>
              <a:rPr lang="en-US" altLang="en-US" baseline="-30000">
                <a:latin typeface="Times New Roman" panose="02020603050405020304" pitchFamily="18" charset="0"/>
              </a:rPr>
              <a:t>3</a:t>
            </a:r>
            <a:r>
              <a:rPr lang="en-US" altLang="en-US">
                <a:latin typeface="Times New Roman" panose="02020603050405020304" pitchFamily="18" charset="0"/>
              </a:rPr>
              <a:t> = 4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3</a:t>
            </a: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2</a:t>
            </a:r>
            <a:r>
              <a:rPr lang="en-US" altLang="en-US">
                <a:latin typeface="Times New Roman" panose="02020603050405020304" pitchFamily="18" charset="0"/>
              </a:rPr>
              <a:t> = -2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2</a:t>
            </a:r>
            <a:r>
              <a:rPr lang="en-US" altLang="en-US" i="1">
                <a:latin typeface="Times New Roman" panose="02020603050405020304" pitchFamily="18" charset="0"/>
              </a:rPr>
              <a:t>	               X</a:t>
            </a:r>
            <a:r>
              <a:rPr lang="en-US" altLang="en-US" baseline="-30000">
                <a:latin typeface="Times New Roman" panose="02020603050405020304" pitchFamily="18" charset="0"/>
              </a:rPr>
              <a:t>4</a:t>
            </a:r>
            <a:r>
              <a:rPr lang="en-US" altLang="en-US">
                <a:latin typeface="Times New Roman" panose="02020603050405020304" pitchFamily="18" charset="0"/>
              </a:rPr>
              <a:t> = 8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4</a:t>
            </a:r>
            <a:r>
              <a:rPr lang="en-US" altLang="en-US" i="1">
                <a:latin typeface="Times New Roman" panose="02020603050405020304" pitchFamily="18" charset="0"/>
              </a:rPr>
              <a:t>	</a:t>
            </a:r>
            <a:endParaRPr lang="en-US" altLang="en-US">
              <a:latin typeface="Times New Roman" panose="02020603050405020304" pitchFamily="18" charset="0"/>
            </a:endParaRPr>
          </a:p>
          <a:p>
            <a:pPr marL="0" indent="0">
              <a:lnSpc>
                <a:spcPct val="90000"/>
              </a:lnSpc>
              <a:buNone/>
            </a:pPr>
            <a:r>
              <a:rPr lang="en-US" altLang="en-US">
                <a:latin typeface="Times New Roman" panose="02020603050405020304" pitchFamily="18" charset="0"/>
              </a:rPr>
              <a:t>variances of all error terms = 1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i="1" baseline="-30000">
                <a:latin typeface="Times New Roman" panose="02020603050405020304" pitchFamily="18" charset="0"/>
              </a:rPr>
              <a:t>T </a:t>
            </a:r>
          </a:p>
        </p:txBody>
      </p:sp>
      <p:sp>
        <p:nvSpPr>
          <p:cNvPr id="51204" name="Line 4">
            <a:extLst>
              <a:ext uri="{FF2B5EF4-FFF2-40B4-BE49-F238E27FC236}">
                <a16:creationId xmlns:a16="http://schemas.microsoft.com/office/drawing/2014/main" id="{A398FC00-39EE-6F53-FB69-1AF0ABB48D3F}"/>
              </a:ext>
            </a:extLst>
          </p:cNvPr>
          <p:cNvSpPr>
            <a:spLocks noChangeShapeType="1"/>
          </p:cNvSpPr>
          <p:nvPr/>
        </p:nvSpPr>
        <p:spPr bwMode="auto">
          <a:xfrm flipH="1">
            <a:off x="3940175" y="2589212"/>
            <a:ext cx="1003300" cy="8239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1205" name="Line 5">
            <a:extLst>
              <a:ext uri="{FF2B5EF4-FFF2-40B4-BE49-F238E27FC236}">
                <a16:creationId xmlns:a16="http://schemas.microsoft.com/office/drawing/2014/main" id="{4CF82EFA-E8C3-BCC1-E75F-9ECE597684BA}"/>
              </a:ext>
            </a:extLst>
          </p:cNvPr>
          <p:cNvSpPr>
            <a:spLocks noChangeShapeType="1"/>
          </p:cNvSpPr>
          <p:nvPr/>
        </p:nvSpPr>
        <p:spPr bwMode="auto">
          <a:xfrm flipH="1">
            <a:off x="4643437" y="2573337"/>
            <a:ext cx="312738" cy="8556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1206" name="Line 6">
            <a:extLst>
              <a:ext uri="{FF2B5EF4-FFF2-40B4-BE49-F238E27FC236}">
                <a16:creationId xmlns:a16="http://schemas.microsoft.com/office/drawing/2014/main" id="{3F8AC645-ED41-5BF5-9838-1F419DE36F70}"/>
              </a:ext>
            </a:extLst>
          </p:cNvPr>
          <p:cNvSpPr>
            <a:spLocks noChangeShapeType="1"/>
          </p:cNvSpPr>
          <p:nvPr/>
        </p:nvSpPr>
        <p:spPr bwMode="auto">
          <a:xfrm>
            <a:off x="4987925" y="2589212"/>
            <a:ext cx="450850" cy="809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1207" name="Line 7">
            <a:extLst>
              <a:ext uri="{FF2B5EF4-FFF2-40B4-BE49-F238E27FC236}">
                <a16:creationId xmlns:a16="http://schemas.microsoft.com/office/drawing/2014/main" id="{FA7B41B2-C54D-60F7-D385-1DD9761B0E0E}"/>
              </a:ext>
            </a:extLst>
          </p:cNvPr>
          <p:cNvSpPr>
            <a:spLocks noChangeShapeType="1"/>
          </p:cNvSpPr>
          <p:nvPr/>
        </p:nvSpPr>
        <p:spPr bwMode="auto">
          <a:xfrm>
            <a:off x="5016500" y="2573336"/>
            <a:ext cx="1079500" cy="8080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3" name="TextBox 2">
            <a:extLst>
              <a:ext uri="{FF2B5EF4-FFF2-40B4-BE49-F238E27FC236}">
                <a16:creationId xmlns:a16="http://schemas.microsoft.com/office/drawing/2014/main" id="{BA19BF28-DB17-C0AC-0DE2-79215251784D}"/>
              </a:ext>
            </a:extLst>
          </p:cNvPr>
          <p:cNvSpPr txBox="1"/>
          <p:nvPr/>
        </p:nvSpPr>
        <p:spPr>
          <a:xfrm>
            <a:off x="3342806" y="1438051"/>
            <a:ext cx="8336926" cy="847155"/>
          </a:xfrm>
          <a:prstGeom prst="rect">
            <a:avLst/>
          </a:prstGeom>
          <a:noFill/>
        </p:spPr>
        <p:txBody>
          <a:bodyPr wrap="square">
            <a:spAutoFit/>
          </a:bodyPr>
          <a:lstStyle/>
          <a:p>
            <a:pPr marL="0" indent="0">
              <a:lnSpc>
                <a:spcPct val="90000"/>
              </a:lnSpc>
              <a:buNone/>
            </a:pPr>
            <a:r>
              <a:rPr lang="en-US" altLang="en-US"/>
              <a:t>					cov(</a:t>
            </a:r>
            <a:r>
              <a:rPr lang="en-US" altLang="en-US" i="1"/>
              <a:t>X</a:t>
            </a:r>
            <a:r>
              <a:rPr lang="en-US" altLang="en-US" baseline="-25000"/>
              <a:t>1</a:t>
            </a:r>
            <a:r>
              <a:rPr lang="en-US" altLang="en-US"/>
              <a:t>,</a:t>
            </a:r>
            <a:r>
              <a:rPr lang="en-US" altLang="en-US" i="1"/>
              <a:t>X</a:t>
            </a:r>
            <a:r>
              <a:rPr lang="en-US" altLang="en-US" baseline="-25000"/>
              <a:t>2</a:t>
            </a:r>
            <a:r>
              <a:rPr lang="en-US" altLang="en-US"/>
              <a:t>)  *  cov(</a:t>
            </a:r>
            <a:r>
              <a:rPr lang="en-US" altLang="en-US" i="1"/>
              <a:t>X</a:t>
            </a:r>
            <a:r>
              <a:rPr lang="en-US" altLang="en-US" i="1" baseline="-25000"/>
              <a:t>3</a:t>
            </a:r>
            <a:r>
              <a:rPr lang="en-US" altLang="en-US"/>
              <a:t>,</a:t>
            </a:r>
            <a:r>
              <a:rPr lang="en-US" altLang="en-US" i="1"/>
              <a:t>X</a:t>
            </a:r>
            <a:r>
              <a:rPr lang="en-US" altLang="en-US" baseline="-25000"/>
              <a:t>4</a:t>
            </a:r>
            <a:r>
              <a:rPr lang="en-US" altLang="en-US"/>
              <a:t>) =  </a:t>
            </a:r>
          </a:p>
          <a:p>
            <a:pPr marL="0" indent="0">
              <a:lnSpc>
                <a:spcPct val="90000"/>
              </a:lnSpc>
              <a:buNone/>
            </a:pPr>
            <a:r>
              <a:rPr lang="en-US" altLang="en-US" baseline="-25000"/>
              <a:t> 					</a:t>
            </a:r>
            <a:r>
              <a:rPr lang="en-US" altLang="en-US"/>
              <a:t>cov(</a:t>
            </a:r>
            <a:r>
              <a:rPr lang="en-US" altLang="en-US" i="1"/>
              <a:t>X</a:t>
            </a:r>
            <a:r>
              <a:rPr lang="en-US" altLang="en-US" baseline="-25000"/>
              <a:t>1</a:t>
            </a:r>
            <a:r>
              <a:rPr lang="en-US" altLang="en-US"/>
              <a:t>,</a:t>
            </a:r>
            <a:r>
              <a:rPr lang="en-US" altLang="en-US" i="1"/>
              <a:t>X</a:t>
            </a:r>
            <a:r>
              <a:rPr lang="en-US" altLang="en-US" baseline="-25000"/>
              <a:t>3</a:t>
            </a:r>
            <a:r>
              <a:rPr lang="en-US" altLang="en-US"/>
              <a:t>)  *  cov(</a:t>
            </a:r>
            <a:r>
              <a:rPr lang="en-US" altLang="en-US" i="1"/>
              <a:t>X</a:t>
            </a:r>
            <a:r>
              <a:rPr lang="en-US" altLang="en-US" i="1" baseline="-25000"/>
              <a:t>2</a:t>
            </a:r>
            <a:r>
              <a:rPr lang="en-US" altLang="en-US"/>
              <a:t>,</a:t>
            </a:r>
            <a:r>
              <a:rPr lang="en-US" altLang="en-US" i="1"/>
              <a:t>X</a:t>
            </a:r>
            <a:r>
              <a:rPr lang="en-US" altLang="en-US" baseline="-25000"/>
              <a:t>4</a:t>
            </a:r>
            <a:r>
              <a:rPr lang="en-US" altLang="en-US"/>
              <a:t>) =  </a:t>
            </a:r>
          </a:p>
          <a:p>
            <a:pPr marL="0" indent="0">
              <a:lnSpc>
                <a:spcPct val="90000"/>
              </a:lnSpc>
              <a:buNone/>
            </a:pPr>
            <a:r>
              <a:rPr lang="en-US" altLang="en-US" i="1"/>
              <a:t> 					</a:t>
            </a:r>
            <a:r>
              <a:rPr lang="en-US" altLang="en-US"/>
              <a:t>cov(</a:t>
            </a:r>
            <a:r>
              <a:rPr lang="en-US" altLang="en-US" i="1"/>
              <a:t>X</a:t>
            </a:r>
            <a:r>
              <a:rPr lang="en-US" altLang="en-US" baseline="-25000"/>
              <a:t>1</a:t>
            </a:r>
            <a:r>
              <a:rPr lang="en-US" altLang="en-US"/>
              <a:t>,</a:t>
            </a:r>
            <a:r>
              <a:rPr lang="en-US" altLang="en-US" i="1"/>
              <a:t>X</a:t>
            </a:r>
            <a:r>
              <a:rPr lang="en-US" altLang="en-US" baseline="-25000"/>
              <a:t>4</a:t>
            </a:r>
            <a:r>
              <a:rPr lang="en-US" altLang="en-US"/>
              <a:t>)  *  cov(</a:t>
            </a:r>
            <a:r>
              <a:rPr lang="en-US" altLang="en-US" i="1"/>
              <a:t>X</a:t>
            </a:r>
            <a:r>
              <a:rPr lang="en-US" altLang="en-US" baseline="-25000"/>
              <a:t>2</a:t>
            </a:r>
            <a:r>
              <a:rPr lang="en-US" altLang="en-US"/>
              <a:t>,</a:t>
            </a:r>
            <a:r>
              <a:rPr lang="en-US" altLang="en-US" i="1"/>
              <a:t>X</a:t>
            </a:r>
            <a:r>
              <a:rPr lang="en-US" altLang="en-US" baseline="-25000"/>
              <a:t>3</a:t>
            </a:r>
            <a:r>
              <a:rPr lang="en-US" altLang="en-US"/>
              <a:t>)</a:t>
            </a:r>
            <a:endParaRPr lang="en-US" altLang="en-US" i="1"/>
          </a:p>
        </p:txBody>
      </p:sp>
      <p:sp>
        <p:nvSpPr>
          <p:cNvPr id="2" name="Slide Number Placeholder 1">
            <a:extLst>
              <a:ext uri="{FF2B5EF4-FFF2-40B4-BE49-F238E27FC236}">
                <a16:creationId xmlns:a16="http://schemas.microsoft.com/office/drawing/2014/main" id="{A82F59F6-0A0D-A244-A278-ADDD5EDAC447}"/>
              </a:ext>
            </a:extLst>
          </p:cNvPr>
          <p:cNvSpPr>
            <a:spLocks noGrp="1"/>
          </p:cNvSpPr>
          <p:nvPr>
            <p:ph type="sldNum" sz="quarter" idx="10"/>
          </p:nvPr>
        </p:nvSpPr>
        <p:spPr/>
        <p:txBody>
          <a:bodyPr/>
          <a:lstStyle/>
          <a:p>
            <a:fld id="{6B69CBE1-A7D5-7240-8D99-C0F6CAE01367}" type="slidenum">
              <a:rPr lang="en-US" altLang="en-US" smtClean="0"/>
              <a:pPr/>
              <a:t>22</a:t>
            </a:fld>
            <a:endParaRPr lang="en-US" alt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a:extLst>
              <a:ext uri="{FF2B5EF4-FFF2-40B4-BE49-F238E27FC236}">
                <a16:creationId xmlns:a16="http://schemas.microsoft.com/office/drawing/2014/main" id="{80281252-DDD7-3CC4-7CB5-72945D5550B0}"/>
              </a:ext>
            </a:extLst>
          </p:cNvPr>
          <p:cNvSpPr>
            <a:spLocks noGrp="1" noChangeArrowheads="1"/>
          </p:cNvSpPr>
          <p:nvPr>
            <p:ph type="body" idx="1"/>
          </p:nvPr>
        </p:nvSpPr>
        <p:spPr/>
        <p:txBody>
          <a:bodyPr/>
          <a:lstStyle/>
          <a:p>
            <a:pPr marL="0" indent="0">
              <a:lnSpc>
                <a:spcPct val="90000"/>
              </a:lnSpc>
              <a:buNone/>
            </a:pPr>
            <a:r>
              <a:rPr lang="en-US" altLang="en-US" i="1"/>
              <a:t>                                  T</a:t>
            </a:r>
          </a:p>
          <a:p>
            <a:pPr marL="0" indent="0">
              <a:lnSpc>
                <a:spcPct val="90000"/>
              </a:lnSpc>
              <a:buNone/>
            </a:pPr>
            <a:r>
              <a:rPr lang="en-US" altLang="en-US">
                <a:latin typeface="Times New Roman" panose="02020603050405020304" pitchFamily="18" charset="0"/>
              </a:rPr>
              <a:t>  </a:t>
            </a:r>
            <a:endParaRPr lang="en-US" altLang="en-US" i="1"/>
          </a:p>
          <a:p>
            <a:pPr marL="0" indent="0">
              <a:lnSpc>
                <a:spcPct val="90000"/>
              </a:lnSpc>
              <a:buNone/>
            </a:pPr>
            <a:r>
              <a:rPr lang="en-US" altLang="en-US" baseline="-25000"/>
              <a:t>                                                                            </a:t>
            </a:r>
          </a:p>
          <a:p>
            <a:pPr marL="0" indent="0">
              <a:lnSpc>
                <a:spcPct val="90000"/>
              </a:lnSpc>
              <a:buNone/>
            </a:pPr>
            <a:r>
              <a:rPr lang="en-US" altLang="en-US" i="1"/>
              <a:t>                     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marL="0" indent="0">
              <a:lnSpc>
                <a:spcPct val="90000"/>
              </a:lnSpc>
              <a:buNone/>
            </a:pP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3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1                           </a:t>
            </a:r>
            <a:r>
              <a:rPr lang="en-US" altLang="en-US" i="1">
                <a:latin typeface="Times New Roman" panose="02020603050405020304" pitchFamily="18" charset="0"/>
              </a:rPr>
              <a:t>X</a:t>
            </a:r>
            <a:r>
              <a:rPr lang="en-US" altLang="en-US" baseline="-30000">
                <a:latin typeface="Times New Roman" panose="02020603050405020304" pitchFamily="18" charset="0"/>
              </a:rPr>
              <a:t>3</a:t>
            </a:r>
            <a:r>
              <a:rPr lang="en-US" altLang="en-US">
                <a:latin typeface="Times New Roman" panose="02020603050405020304" pitchFamily="18" charset="0"/>
              </a:rPr>
              <a:t> = 4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3</a:t>
            </a: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2</a:t>
            </a:r>
            <a:r>
              <a:rPr lang="en-US" altLang="en-US">
                <a:latin typeface="Times New Roman" panose="02020603050405020304" pitchFamily="18" charset="0"/>
              </a:rPr>
              <a:t> = -2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2</a:t>
            </a:r>
            <a:r>
              <a:rPr lang="en-US" altLang="en-US" i="1">
                <a:latin typeface="Times New Roman" panose="02020603050405020304" pitchFamily="18" charset="0"/>
              </a:rPr>
              <a:t>	               X</a:t>
            </a:r>
            <a:r>
              <a:rPr lang="en-US" altLang="en-US" baseline="-30000">
                <a:latin typeface="Times New Roman" panose="02020603050405020304" pitchFamily="18" charset="0"/>
              </a:rPr>
              <a:t>4</a:t>
            </a:r>
            <a:r>
              <a:rPr lang="en-US" altLang="en-US">
                <a:latin typeface="Times New Roman" panose="02020603050405020304" pitchFamily="18" charset="0"/>
              </a:rPr>
              <a:t> = 8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4</a:t>
            </a:r>
            <a:r>
              <a:rPr lang="en-US" altLang="en-US" i="1">
                <a:latin typeface="Times New Roman" panose="02020603050405020304" pitchFamily="18" charset="0"/>
              </a:rPr>
              <a:t>	</a:t>
            </a:r>
            <a:endParaRPr lang="en-US" altLang="en-US">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                               T</a:t>
            </a:r>
            <a:r>
              <a:rPr lang="en-US" altLang="en-US">
                <a:latin typeface="Times New Roman" panose="02020603050405020304" pitchFamily="18" charset="0"/>
              </a:rPr>
              <a:t> = </a:t>
            </a:r>
            <a:r>
              <a:rPr lang="en-US" altLang="en-US" i="1">
                <a:latin typeface="Symbol" pitchFamily="2" charset="2"/>
              </a:rPr>
              <a:t>e</a:t>
            </a:r>
            <a:r>
              <a:rPr lang="en-US" altLang="en-US" i="1" baseline="-30000">
                <a:latin typeface="Times New Roman" panose="02020603050405020304" pitchFamily="18" charset="0"/>
              </a:rPr>
              <a:t>T</a:t>
            </a:r>
            <a:r>
              <a:rPr lang="en-US" altLang="en-US" i="1">
                <a:latin typeface="Times New Roman" panose="02020603050405020304" pitchFamily="18" charset="0"/>
              </a:rPr>
              <a:t>		</a:t>
            </a:r>
          </a:p>
        </p:txBody>
      </p:sp>
      <p:sp>
        <p:nvSpPr>
          <p:cNvPr id="54275" name="Line 3">
            <a:extLst>
              <a:ext uri="{FF2B5EF4-FFF2-40B4-BE49-F238E27FC236}">
                <a16:creationId xmlns:a16="http://schemas.microsoft.com/office/drawing/2014/main" id="{AFAC45CC-7201-6A31-27C8-B117A3756110}"/>
              </a:ext>
            </a:extLst>
          </p:cNvPr>
          <p:cNvSpPr>
            <a:spLocks noChangeShapeType="1"/>
          </p:cNvSpPr>
          <p:nvPr/>
        </p:nvSpPr>
        <p:spPr bwMode="auto">
          <a:xfrm flipH="1">
            <a:off x="4800146" y="2573337"/>
            <a:ext cx="312738" cy="8556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4276" name="Line 4">
            <a:extLst>
              <a:ext uri="{FF2B5EF4-FFF2-40B4-BE49-F238E27FC236}">
                <a16:creationId xmlns:a16="http://schemas.microsoft.com/office/drawing/2014/main" id="{C7D59A75-CD32-437C-3720-A3682119DA45}"/>
              </a:ext>
            </a:extLst>
          </p:cNvPr>
          <p:cNvSpPr>
            <a:spLocks noChangeShapeType="1"/>
          </p:cNvSpPr>
          <p:nvPr/>
        </p:nvSpPr>
        <p:spPr bwMode="auto">
          <a:xfrm>
            <a:off x="5144634" y="2589212"/>
            <a:ext cx="450850" cy="809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4277" name="Line 5">
            <a:extLst>
              <a:ext uri="{FF2B5EF4-FFF2-40B4-BE49-F238E27FC236}">
                <a16:creationId xmlns:a16="http://schemas.microsoft.com/office/drawing/2014/main" id="{2790C6E3-09EF-CCCF-0636-01AA79B1CA38}"/>
              </a:ext>
            </a:extLst>
          </p:cNvPr>
          <p:cNvSpPr>
            <a:spLocks noChangeShapeType="1"/>
          </p:cNvSpPr>
          <p:nvPr/>
        </p:nvSpPr>
        <p:spPr bwMode="auto">
          <a:xfrm>
            <a:off x="5173209" y="2573336"/>
            <a:ext cx="1079500" cy="8080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graphicFrame>
        <p:nvGraphicFramePr>
          <p:cNvPr id="54278" name="Object 6">
            <a:extLst>
              <a:ext uri="{FF2B5EF4-FFF2-40B4-BE49-F238E27FC236}">
                <a16:creationId xmlns:a16="http://schemas.microsoft.com/office/drawing/2014/main" id="{E89F9071-B6A1-5215-E08D-1F04C292FC2B}"/>
              </a:ext>
            </a:extLst>
          </p:cNvPr>
          <p:cNvGraphicFramePr>
            <a:graphicFrameLocks noChangeAspect="1"/>
          </p:cNvGraphicFramePr>
          <p:nvPr/>
        </p:nvGraphicFramePr>
        <p:xfrm>
          <a:off x="7588251" y="803276"/>
          <a:ext cx="2390775" cy="841375"/>
        </p:xfrm>
        <a:graphic>
          <a:graphicData uri="http://schemas.openxmlformats.org/presentationml/2006/ole">
            <mc:AlternateContent xmlns:mc="http://schemas.openxmlformats.org/markup-compatibility/2006">
              <mc:Choice xmlns:v="urn:schemas-microsoft-com:vml" Requires="v">
                <p:oleObj spid="_x0000_s1027" name="Equation" r:id="rId3" imgW="685800" imgH="241300" progId="Equation.DSMT4">
                  <p:embed/>
                </p:oleObj>
              </mc:Choice>
              <mc:Fallback>
                <p:oleObj name="Equation" r:id="rId3" imgW="685800" imgH="241300" progId="Equation.DSMT4">
                  <p:embed/>
                  <p:pic>
                    <p:nvPicPr>
                      <p:cNvPr id="54278" name="Object 6">
                        <a:extLst>
                          <a:ext uri="{FF2B5EF4-FFF2-40B4-BE49-F238E27FC236}">
                            <a16:creationId xmlns:a16="http://schemas.microsoft.com/office/drawing/2014/main" id="{E89F9071-B6A1-5215-E08D-1F04C292FC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251" y="803276"/>
                        <a:ext cx="2390775"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9943" name="Rectangle 7">
            <a:extLst>
              <a:ext uri="{FF2B5EF4-FFF2-40B4-BE49-F238E27FC236}">
                <a16:creationId xmlns:a16="http://schemas.microsoft.com/office/drawing/2014/main" id="{E1C3C9FA-8BC8-05B6-A7FF-900E3A7182DD}"/>
              </a:ext>
            </a:extLst>
          </p:cNvPr>
          <p:cNvSpPr>
            <a:spLocks noGrp="1" noChangeArrowheads="1"/>
          </p:cNvSpPr>
          <p:nvPr>
            <p:ph type="title"/>
          </p:nvPr>
        </p:nvSpPr>
        <p:spPr>
          <a:xfrm>
            <a:off x="2705101" y="609600"/>
            <a:ext cx="5032375" cy="1143000"/>
          </a:xfrm>
        </p:spPr>
        <p:txBody>
          <a:bodyPr/>
          <a:lstStyle/>
          <a:p>
            <a:pPr>
              <a:defRPr/>
            </a:pPr>
            <a:r>
              <a:rPr lang="en-US">
                <a:cs typeface="+mj-cs"/>
              </a:rPr>
              <a:t>Manipulation Model</a:t>
            </a:r>
          </a:p>
        </p:txBody>
      </p:sp>
      <p:sp>
        <p:nvSpPr>
          <p:cNvPr id="54280" name="Line 8">
            <a:extLst>
              <a:ext uri="{FF2B5EF4-FFF2-40B4-BE49-F238E27FC236}">
                <a16:creationId xmlns:a16="http://schemas.microsoft.com/office/drawing/2014/main" id="{D6CF5675-1EFC-3D03-6C7B-7D8898F1E84B}"/>
              </a:ext>
            </a:extLst>
          </p:cNvPr>
          <p:cNvSpPr>
            <a:spLocks noChangeShapeType="1"/>
          </p:cNvSpPr>
          <p:nvPr/>
        </p:nvSpPr>
        <p:spPr bwMode="auto">
          <a:xfrm flipH="1">
            <a:off x="4004809" y="2601911"/>
            <a:ext cx="1079500" cy="7937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17DF26FE-76A3-8340-894D-F2C3D33F5778}"/>
              </a:ext>
            </a:extLst>
          </p:cNvPr>
          <p:cNvSpPr>
            <a:spLocks noGrp="1"/>
          </p:cNvSpPr>
          <p:nvPr>
            <p:ph type="sldNum" sz="quarter" idx="10"/>
          </p:nvPr>
        </p:nvSpPr>
        <p:spPr/>
        <p:txBody>
          <a:bodyPr/>
          <a:lstStyle/>
          <a:p>
            <a:fld id="{6B69CBE1-A7D5-7240-8D99-C0F6CAE01367}" type="slidenum">
              <a:rPr lang="en-US" altLang="en-US" smtClean="0"/>
              <a:pPr/>
              <a:t>23</a:t>
            </a:fld>
            <a:endParaRPr lang="en-US"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a:extLst>
              <a:ext uri="{FF2B5EF4-FFF2-40B4-BE49-F238E27FC236}">
                <a16:creationId xmlns:a16="http://schemas.microsoft.com/office/drawing/2014/main" id="{62AD4F3C-4030-120B-B25A-5FDE175371AC}"/>
              </a:ext>
            </a:extLst>
          </p:cNvPr>
          <p:cNvSpPr>
            <a:spLocks noGrp="1" noChangeArrowheads="1"/>
          </p:cNvSpPr>
          <p:nvPr>
            <p:ph type="body" idx="1"/>
          </p:nvPr>
        </p:nvSpPr>
        <p:spPr/>
        <p:txBody>
          <a:bodyPr/>
          <a:lstStyle/>
          <a:p>
            <a:pPr marL="0" indent="0">
              <a:lnSpc>
                <a:spcPct val="90000"/>
              </a:lnSpc>
              <a:buNone/>
            </a:pPr>
            <a:r>
              <a:rPr lang="en-US" altLang="en-US" i="1"/>
              <a:t>                                  T</a:t>
            </a:r>
          </a:p>
          <a:p>
            <a:pPr marL="0" indent="0">
              <a:lnSpc>
                <a:spcPct val="90000"/>
              </a:lnSpc>
              <a:buNone/>
            </a:pPr>
            <a:r>
              <a:rPr lang="en-US" altLang="en-US">
                <a:latin typeface="Times New Roman" panose="02020603050405020304" pitchFamily="18" charset="0"/>
              </a:rPr>
              <a:t>Mean(</a:t>
            </a:r>
            <a:r>
              <a:rPr lang="en-US" altLang="en-US" i="1">
                <a:latin typeface="Times New Roman" panose="02020603050405020304" pitchFamily="18" charset="0"/>
              </a:rPr>
              <a:t>X</a:t>
            </a:r>
            <a:r>
              <a:rPr lang="en-US" altLang="en-US" baseline="-25000">
                <a:latin typeface="Times New Roman" panose="02020603050405020304" pitchFamily="18" charset="0"/>
              </a:rPr>
              <a:t>2</a:t>
            </a:r>
            <a:r>
              <a:rPr lang="en-US" altLang="en-US">
                <a:latin typeface="Times New Roman" panose="02020603050405020304" pitchFamily="18" charset="0"/>
              </a:rPr>
              <a:t>) = 0</a:t>
            </a:r>
            <a:endParaRPr lang="en-US" altLang="en-US" i="1"/>
          </a:p>
          <a:p>
            <a:pPr marL="0" indent="0">
              <a:lnSpc>
                <a:spcPct val="90000"/>
              </a:lnSpc>
              <a:buNone/>
            </a:pPr>
            <a:r>
              <a:rPr lang="en-US" altLang="en-US" baseline="-25000"/>
              <a:t>                                                                            </a:t>
            </a:r>
          </a:p>
          <a:p>
            <a:pPr marL="0" indent="0">
              <a:lnSpc>
                <a:spcPct val="90000"/>
              </a:lnSpc>
              <a:buNone/>
            </a:pPr>
            <a:r>
              <a:rPr lang="en-US" altLang="en-US" i="1"/>
              <a:t>                     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marL="0" indent="0">
              <a:lnSpc>
                <a:spcPct val="90000"/>
              </a:lnSpc>
              <a:buNone/>
            </a:pP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3 </a:t>
            </a:r>
            <a:r>
              <a:rPr lang="en-US" altLang="en-US">
                <a:latin typeface="Times New Roman" panose="02020603050405020304" pitchFamily="18" charset="0"/>
                <a:sym typeface="Symbol" pitchFamily="2" charset="2"/>
              </a:rPr>
              <a:t>              </a:t>
            </a:r>
            <a:r>
              <a:rPr lang="en-US" altLang="en-US" baseline="-30000">
                <a:latin typeface="Times New Roman" panose="02020603050405020304" pitchFamily="18" charset="0"/>
              </a:rPr>
              <a:t>                          </a:t>
            </a:r>
            <a:r>
              <a:rPr lang="en-US" altLang="en-US" i="1">
                <a:latin typeface="Times New Roman" panose="02020603050405020304" pitchFamily="18" charset="0"/>
              </a:rPr>
              <a:t>X</a:t>
            </a:r>
            <a:r>
              <a:rPr lang="en-US" altLang="en-US" baseline="-30000">
                <a:latin typeface="Times New Roman" panose="02020603050405020304" pitchFamily="18" charset="0"/>
              </a:rPr>
              <a:t>3</a:t>
            </a:r>
            <a:r>
              <a:rPr lang="en-US" altLang="en-US">
                <a:latin typeface="Times New Roman" panose="02020603050405020304" pitchFamily="18" charset="0"/>
              </a:rPr>
              <a:t> = 4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3</a:t>
            </a: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2</a:t>
            </a:r>
            <a:r>
              <a:rPr lang="en-US" altLang="en-US">
                <a:latin typeface="Times New Roman" panose="02020603050405020304" pitchFamily="18" charset="0"/>
              </a:rPr>
              <a:t> = -2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2</a:t>
            </a:r>
            <a:r>
              <a:rPr lang="en-US" altLang="en-US" i="1">
                <a:latin typeface="Times New Roman" panose="02020603050405020304" pitchFamily="18" charset="0"/>
              </a:rPr>
              <a:t>	               X</a:t>
            </a:r>
            <a:r>
              <a:rPr lang="en-US" altLang="en-US" baseline="-30000">
                <a:latin typeface="Times New Roman" panose="02020603050405020304" pitchFamily="18" charset="0"/>
              </a:rPr>
              <a:t>4</a:t>
            </a:r>
            <a:r>
              <a:rPr lang="en-US" altLang="en-US">
                <a:latin typeface="Times New Roman" panose="02020603050405020304" pitchFamily="18" charset="0"/>
              </a:rPr>
              <a:t> = 8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4</a:t>
            </a:r>
            <a:r>
              <a:rPr lang="en-US" altLang="en-US" i="1">
                <a:latin typeface="Times New Roman" panose="02020603050405020304" pitchFamily="18" charset="0"/>
              </a:rPr>
              <a:t>	</a:t>
            </a:r>
            <a:endParaRPr lang="en-US" altLang="en-US">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                               T</a:t>
            </a:r>
            <a:r>
              <a:rPr lang="en-US" altLang="en-US">
                <a:latin typeface="Times New Roman" panose="02020603050405020304" pitchFamily="18" charset="0"/>
              </a:rPr>
              <a:t> = </a:t>
            </a:r>
            <a:r>
              <a:rPr lang="en-US" altLang="en-US" i="1">
                <a:latin typeface="Symbol" pitchFamily="2" charset="2"/>
              </a:rPr>
              <a:t>e</a:t>
            </a:r>
            <a:r>
              <a:rPr lang="en-US" altLang="en-US" i="1" baseline="-30000">
                <a:latin typeface="Times New Roman" panose="02020603050405020304" pitchFamily="18" charset="0"/>
              </a:rPr>
              <a:t>T</a:t>
            </a:r>
            <a:r>
              <a:rPr lang="en-US" altLang="en-US" i="1">
                <a:latin typeface="Times New Roman" panose="02020603050405020304" pitchFamily="18" charset="0"/>
              </a:rPr>
              <a:t>		</a:t>
            </a:r>
          </a:p>
        </p:txBody>
      </p:sp>
      <p:sp>
        <p:nvSpPr>
          <p:cNvPr id="55299" name="Line 3">
            <a:extLst>
              <a:ext uri="{FF2B5EF4-FFF2-40B4-BE49-F238E27FC236}">
                <a16:creationId xmlns:a16="http://schemas.microsoft.com/office/drawing/2014/main" id="{76680299-2CD2-80CE-B947-383035302E8B}"/>
              </a:ext>
            </a:extLst>
          </p:cNvPr>
          <p:cNvSpPr>
            <a:spLocks noChangeShapeType="1"/>
          </p:cNvSpPr>
          <p:nvPr/>
        </p:nvSpPr>
        <p:spPr bwMode="auto">
          <a:xfrm flipH="1">
            <a:off x="4771118" y="2573337"/>
            <a:ext cx="312738" cy="8556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5300" name="Line 4">
            <a:extLst>
              <a:ext uri="{FF2B5EF4-FFF2-40B4-BE49-F238E27FC236}">
                <a16:creationId xmlns:a16="http://schemas.microsoft.com/office/drawing/2014/main" id="{1D864D06-316E-3F6C-9583-2AB66DA1800A}"/>
              </a:ext>
            </a:extLst>
          </p:cNvPr>
          <p:cNvSpPr>
            <a:spLocks noChangeShapeType="1"/>
          </p:cNvSpPr>
          <p:nvPr/>
        </p:nvSpPr>
        <p:spPr bwMode="auto">
          <a:xfrm>
            <a:off x="5115606" y="2589212"/>
            <a:ext cx="450850" cy="809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5301" name="Line 5">
            <a:extLst>
              <a:ext uri="{FF2B5EF4-FFF2-40B4-BE49-F238E27FC236}">
                <a16:creationId xmlns:a16="http://schemas.microsoft.com/office/drawing/2014/main" id="{B58DBC86-3260-5244-589F-379FD0B783C6}"/>
              </a:ext>
            </a:extLst>
          </p:cNvPr>
          <p:cNvSpPr>
            <a:spLocks noChangeShapeType="1"/>
          </p:cNvSpPr>
          <p:nvPr/>
        </p:nvSpPr>
        <p:spPr bwMode="auto">
          <a:xfrm>
            <a:off x="5144181" y="2573336"/>
            <a:ext cx="1079500" cy="8080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graphicFrame>
        <p:nvGraphicFramePr>
          <p:cNvPr id="55302" name="Object 6">
            <a:extLst>
              <a:ext uri="{FF2B5EF4-FFF2-40B4-BE49-F238E27FC236}">
                <a16:creationId xmlns:a16="http://schemas.microsoft.com/office/drawing/2014/main" id="{40FC8228-148F-6EA2-7A0C-1D76856F2B9E}"/>
              </a:ext>
            </a:extLst>
          </p:cNvPr>
          <p:cNvGraphicFramePr>
            <a:graphicFrameLocks noChangeAspect="1"/>
          </p:cNvGraphicFramePr>
          <p:nvPr/>
        </p:nvGraphicFramePr>
        <p:xfrm>
          <a:off x="7588251" y="803276"/>
          <a:ext cx="2390775" cy="841375"/>
        </p:xfrm>
        <a:graphic>
          <a:graphicData uri="http://schemas.openxmlformats.org/presentationml/2006/ole">
            <mc:AlternateContent xmlns:mc="http://schemas.openxmlformats.org/markup-compatibility/2006">
              <mc:Choice xmlns:v="urn:schemas-microsoft-com:vml" Requires="v">
                <p:oleObj spid="_x0000_s2051" name="Equation" r:id="rId3" imgW="685800" imgH="241300" progId="Equation.DSMT4">
                  <p:embed/>
                </p:oleObj>
              </mc:Choice>
              <mc:Fallback>
                <p:oleObj name="Equation" r:id="rId3" imgW="685800" imgH="241300" progId="Equation.DSMT4">
                  <p:embed/>
                  <p:pic>
                    <p:nvPicPr>
                      <p:cNvPr id="55302" name="Object 6">
                        <a:extLst>
                          <a:ext uri="{FF2B5EF4-FFF2-40B4-BE49-F238E27FC236}">
                            <a16:creationId xmlns:a16="http://schemas.microsoft.com/office/drawing/2014/main" id="{40FC8228-148F-6EA2-7A0C-1D76856F2B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251" y="803276"/>
                        <a:ext cx="2390775"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0967" name="Rectangle 7">
            <a:extLst>
              <a:ext uri="{FF2B5EF4-FFF2-40B4-BE49-F238E27FC236}">
                <a16:creationId xmlns:a16="http://schemas.microsoft.com/office/drawing/2014/main" id="{57CA116C-DEA7-5C23-167A-C68631DEFAE7}"/>
              </a:ext>
            </a:extLst>
          </p:cNvPr>
          <p:cNvSpPr>
            <a:spLocks noGrp="1" noChangeArrowheads="1"/>
          </p:cNvSpPr>
          <p:nvPr>
            <p:ph type="title"/>
          </p:nvPr>
        </p:nvSpPr>
        <p:spPr>
          <a:xfrm>
            <a:off x="2705101" y="609600"/>
            <a:ext cx="5032375" cy="1143000"/>
          </a:xfrm>
        </p:spPr>
        <p:txBody>
          <a:bodyPr/>
          <a:lstStyle/>
          <a:p>
            <a:pPr>
              <a:defRPr/>
            </a:pPr>
            <a:r>
              <a:rPr lang="en-US">
                <a:cs typeface="+mj-cs"/>
              </a:rPr>
              <a:t>Manipulation Model</a:t>
            </a:r>
          </a:p>
        </p:txBody>
      </p:sp>
      <p:sp>
        <p:nvSpPr>
          <p:cNvPr id="2" name="Slide Number Placeholder 1">
            <a:extLst>
              <a:ext uri="{FF2B5EF4-FFF2-40B4-BE49-F238E27FC236}">
                <a16:creationId xmlns:a16="http://schemas.microsoft.com/office/drawing/2014/main" id="{2D7A5308-3582-9448-801C-37404BADF04F}"/>
              </a:ext>
            </a:extLst>
          </p:cNvPr>
          <p:cNvSpPr>
            <a:spLocks noGrp="1"/>
          </p:cNvSpPr>
          <p:nvPr>
            <p:ph type="sldNum" sz="quarter" idx="10"/>
          </p:nvPr>
        </p:nvSpPr>
        <p:spPr/>
        <p:txBody>
          <a:bodyPr/>
          <a:lstStyle/>
          <a:p>
            <a:fld id="{6B69CBE1-A7D5-7240-8D99-C0F6CAE01367}" type="slidenum">
              <a:rPr lang="en-US" altLang="en-US" smtClean="0"/>
              <a:pPr/>
              <a:t>24</a:t>
            </a:fld>
            <a:endParaRPr lang="en-US"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a:extLst>
              <a:ext uri="{FF2B5EF4-FFF2-40B4-BE49-F238E27FC236}">
                <a16:creationId xmlns:a16="http://schemas.microsoft.com/office/drawing/2014/main" id="{F447B957-A1FA-1B46-AC92-F5976569E297}"/>
              </a:ext>
            </a:extLst>
          </p:cNvPr>
          <p:cNvSpPr>
            <a:spLocks noGrp="1" noChangeArrowheads="1"/>
          </p:cNvSpPr>
          <p:nvPr>
            <p:ph type="body" idx="1"/>
          </p:nvPr>
        </p:nvSpPr>
        <p:spPr>
          <a:xfrm>
            <a:off x="2705101" y="1978024"/>
            <a:ext cx="10388600" cy="4114800"/>
          </a:xfrm>
        </p:spPr>
        <p:txBody>
          <a:bodyPr/>
          <a:lstStyle/>
          <a:p>
            <a:pPr marL="0" indent="0">
              <a:lnSpc>
                <a:spcPct val="90000"/>
              </a:lnSpc>
              <a:buNone/>
            </a:pPr>
            <a:r>
              <a:rPr lang="en-US" altLang="en-US" i="1"/>
              <a:t>            T         			</a:t>
            </a:r>
            <a:r>
              <a:rPr lang="en-US" altLang="en-US"/>
              <a:t>cov(</a:t>
            </a:r>
            <a:r>
              <a:rPr lang="en-US" altLang="en-US" i="1"/>
              <a:t>X</a:t>
            </a:r>
            <a:r>
              <a:rPr lang="en-US" altLang="en-US" baseline="-25000"/>
              <a:t>1</a:t>
            </a:r>
            <a:r>
              <a:rPr lang="en-US" altLang="en-US"/>
              <a:t>,</a:t>
            </a:r>
            <a:r>
              <a:rPr lang="en-US" altLang="en-US" i="1"/>
              <a:t>X</a:t>
            </a:r>
            <a:r>
              <a:rPr lang="en-US" altLang="en-US" baseline="-25000"/>
              <a:t>2</a:t>
            </a:r>
            <a:r>
              <a:rPr lang="en-US" altLang="en-US"/>
              <a:t>)  *  cov(</a:t>
            </a:r>
            <a:r>
              <a:rPr lang="en-US" altLang="en-US" i="1"/>
              <a:t>X</a:t>
            </a:r>
            <a:r>
              <a:rPr lang="en-US" altLang="en-US" i="1" baseline="-25000"/>
              <a:t>3</a:t>
            </a:r>
            <a:r>
              <a:rPr lang="en-US" altLang="en-US"/>
              <a:t>,</a:t>
            </a:r>
            <a:r>
              <a:rPr lang="en-US" altLang="en-US" i="1"/>
              <a:t>X</a:t>
            </a:r>
            <a:r>
              <a:rPr lang="en-US" altLang="en-US" baseline="-25000"/>
              <a:t>4</a:t>
            </a:r>
            <a:r>
              <a:rPr lang="en-US" altLang="en-US"/>
              <a:t>) =  </a:t>
            </a:r>
          </a:p>
          <a:p>
            <a:pPr marL="0" indent="0">
              <a:lnSpc>
                <a:spcPct val="90000"/>
              </a:lnSpc>
              <a:buNone/>
            </a:pPr>
            <a:r>
              <a:rPr lang="en-US" altLang="en-US" baseline="-25000"/>
              <a:t> 					</a:t>
            </a:r>
            <a:r>
              <a:rPr lang="en-US" altLang="en-US"/>
              <a:t>cov(</a:t>
            </a:r>
            <a:r>
              <a:rPr lang="en-US" altLang="en-US" i="1"/>
              <a:t>X</a:t>
            </a:r>
            <a:r>
              <a:rPr lang="en-US" altLang="en-US" baseline="-25000"/>
              <a:t>1</a:t>
            </a:r>
            <a:r>
              <a:rPr lang="en-US" altLang="en-US"/>
              <a:t>,</a:t>
            </a:r>
            <a:r>
              <a:rPr lang="en-US" altLang="en-US" i="1"/>
              <a:t>X</a:t>
            </a:r>
            <a:r>
              <a:rPr lang="en-US" altLang="en-US" baseline="-25000"/>
              <a:t>3</a:t>
            </a:r>
            <a:r>
              <a:rPr lang="en-US" altLang="en-US"/>
              <a:t>)  *  cov(</a:t>
            </a:r>
            <a:r>
              <a:rPr lang="en-US" altLang="en-US" i="1"/>
              <a:t>X</a:t>
            </a:r>
            <a:r>
              <a:rPr lang="en-US" altLang="en-US" i="1" baseline="-25000"/>
              <a:t>2</a:t>
            </a:r>
            <a:r>
              <a:rPr lang="en-US" altLang="en-US"/>
              <a:t>,</a:t>
            </a:r>
            <a:r>
              <a:rPr lang="en-US" altLang="en-US" i="1"/>
              <a:t>X</a:t>
            </a:r>
            <a:r>
              <a:rPr lang="en-US" altLang="en-US" baseline="-25000"/>
              <a:t>4</a:t>
            </a:r>
            <a:r>
              <a:rPr lang="en-US" altLang="en-US"/>
              <a:t>) =  </a:t>
            </a:r>
          </a:p>
          <a:p>
            <a:pPr marL="0" indent="0">
              <a:lnSpc>
                <a:spcPct val="90000"/>
              </a:lnSpc>
              <a:buNone/>
            </a:pPr>
            <a:r>
              <a:rPr lang="en-US" altLang="en-US" i="1"/>
              <a:t> 					</a:t>
            </a:r>
            <a:r>
              <a:rPr lang="en-US" altLang="en-US"/>
              <a:t>cov(</a:t>
            </a:r>
            <a:r>
              <a:rPr lang="en-US" altLang="en-US" i="1"/>
              <a:t>X</a:t>
            </a:r>
            <a:r>
              <a:rPr lang="en-US" altLang="en-US" baseline="-25000"/>
              <a:t>1</a:t>
            </a:r>
            <a:r>
              <a:rPr lang="en-US" altLang="en-US"/>
              <a:t>,</a:t>
            </a:r>
            <a:r>
              <a:rPr lang="en-US" altLang="en-US" i="1"/>
              <a:t>X</a:t>
            </a:r>
            <a:r>
              <a:rPr lang="en-US" altLang="en-US" baseline="-25000"/>
              <a:t>4</a:t>
            </a:r>
            <a:r>
              <a:rPr lang="en-US" altLang="en-US"/>
              <a:t>)  *  cov(</a:t>
            </a:r>
            <a:r>
              <a:rPr lang="en-US" altLang="en-US" i="1"/>
              <a:t>X</a:t>
            </a:r>
            <a:r>
              <a:rPr lang="en-US" altLang="en-US" baseline="-25000"/>
              <a:t>2</a:t>
            </a:r>
            <a:r>
              <a:rPr lang="en-US" altLang="en-US"/>
              <a:t>,</a:t>
            </a:r>
            <a:r>
              <a:rPr lang="en-US" altLang="en-US" i="1"/>
              <a:t>X</a:t>
            </a:r>
            <a:r>
              <a:rPr lang="en-US" altLang="en-US" baseline="-25000"/>
              <a:t>3</a:t>
            </a:r>
            <a:r>
              <a:rPr lang="en-US" altLang="en-US"/>
              <a:t>)</a:t>
            </a:r>
            <a:endParaRPr lang="en-US" altLang="en-US" i="1"/>
          </a:p>
          <a:p>
            <a:pPr marL="0" indent="0">
              <a:lnSpc>
                <a:spcPct val="90000"/>
              </a:lnSpc>
              <a:buNone/>
            </a:pPr>
            <a:r>
              <a:rPr lang="en-US" altLang="en-US" i="1"/>
              <a:t>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marL="0" indent="0">
              <a:lnSpc>
                <a:spcPct val="90000"/>
              </a:lnSpc>
              <a:buNone/>
            </a:pPr>
            <a:r>
              <a:rPr lang="en-US" altLang="en-US">
                <a:latin typeface="Times New Roman" panose="02020603050405020304" pitchFamily="18" charset="0"/>
              </a:rPr>
              <a:t>  </a:t>
            </a: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1                                             </a:t>
            </a:r>
            <a:r>
              <a:rPr lang="en-US" altLang="en-US" i="1">
                <a:latin typeface="Times New Roman" panose="02020603050405020304" pitchFamily="18" charset="0"/>
              </a:rPr>
              <a:t>X</a:t>
            </a:r>
            <a:r>
              <a:rPr lang="en-US" altLang="en-US" baseline="-30000">
                <a:latin typeface="Times New Roman" panose="02020603050405020304" pitchFamily="18" charset="0"/>
              </a:rPr>
              <a:t>3</a:t>
            </a:r>
            <a:r>
              <a:rPr lang="en-US" altLang="en-US">
                <a:latin typeface="Times New Roman" panose="02020603050405020304" pitchFamily="18" charset="0"/>
              </a:rPr>
              <a:t> = 4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3</a:t>
            </a: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2</a:t>
            </a:r>
            <a:r>
              <a:rPr lang="en-US" altLang="en-US">
                <a:latin typeface="Times New Roman" panose="02020603050405020304" pitchFamily="18" charset="0"/>
              </a:rPr>
              <a:t> = -2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2</a:t>
            </a:r>
            <a:r>
              <a:rPr lang="en-US" altLang="en-US" i="1">
                <a:latin typeface="Times New Roman" panose="02020603050405020304" pitchFamily="18" charset="0"/>
              </a:rPr>
              <a:t>	               X</a:t>
            </a:r>
            <a:r>
              <a:rPr lang="en-US" altLang="en-US" baseline="-30000">
                <a:latin typeface="Times New Roman" panose="02020603050405020304" pitchFamily="18" charset="0"/>
              </a:rPr>
              <a:t>4</a:t>
            </a:r>
            <a:r>
              <a:rPr lang="en-US" altLang="en-US">
                <a:latin typeface="Times New Roman" panose="02020603050405020304" pitchFamily="18" charset="0"/>
              </a:rPr>
              <a:t> = 8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4</a:t>
            </a:r>
            <a:r>
              <a:rPr lang="en-US" altLang="en-US" i="1">
                <a:latin typeface="Times New Roman" panose="02020603050405020304" pitchFamily="18" charset="0"/>
              </a:rPr>
              <a:t>	</a:t>
            </a:r>
            <a:endParaRPr lang="en-US" altLang="en-US">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T</a:t>
            </a:r>
            <a:r>
              <a:rPr lang="en-US" altLang="en-US">
                <a:latin typeface="Times New Roman" panose="02020603050405020304" pitchFamily="18" charset="0"/>
              </a:rPr>
              <a:t> = .3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a:t>
            </a:r>
            <a:r>
              <a:rPr lang="en-US" altLang="en-US" i="1">
                <a:latin typeface="Symbol" pitchFamily="2" charset="2"/>
              </a:rPr>
              <a:t>e</a:t>
            </a:r>
            <a:r>
              <a:rPr lang="en-US" altLang="en-US" i="1" baseline="-30000">
                <a:latin typeface="Times New Roman" panose="02020603050405020304" pitchFamily="18" charset="0"/>
              </a:rPr>
              <a:t>T          </a:t>
            </a:r>
            <a:r>
              <a:rPr lang="en-US" altLang="en-US">
                <a:latin typeface="Times New Roman" panose="02020603050405020304" pitchFamily="18" charset="0"/>
              </a:rPr>
              <a:t>var(</a:t>
            </a:r>
            <a:r>
              <a:rPr lang="en-US" altLang="en-US" i="1">
                <a:latin typeface="Symbol" pitchFamily="2" charset="2"/>
              </a:rPr>
              <a:t>e</a:t>
            </a:r>
            <a:r>
              <a:rPr lang="en-US" altLang="en-US" i="1" baseline="-30000">
                <a:latin typeface="Times New Roman" panose="02020603050405020304" pitchFamily="18" charset="0"/>
              </a:rPr>
              <a:t>T </a:t>
            </a:r>
            <a:r>
              <a:rPr lang="en-US" altLang="en-US">
                <a:latin typeface="Times New Roman" panose="02020603050405020304" pitchFamily="18" charset="0"/>
              </a:rPr>
              <a:t>) = .1   var(</a:t>
            </a:r>
            <a:r>
              <a:rPr lang="en-US" altLang="en-US" i="1">
                <a:latin typeface="Symbol" pitchFamily="2" charset="2"/>
              </a:rPr>
              <a:t>e</a:t>
            </a:r>
            <a:r>
              <a:rPr lang="en-US" altLang="en-US" baseline="-30000">
                <a:latin typeface="Times New Roman" panose="02020603050405020304" pitchFamily="18" charset="0"/>
              </a:rPr>
              <a:t>1</a:t>
            </a:r>
            <a:r>
              <a:rPr lang="en-US" altLang="en-US" i="1" baseline="-30000">
                <a:latin typeface="Times New Roman" panose="02020603050405020304" pitchFamily="18" charset="0"/>
              </a:rPr>
              <a:t> </a:t>
            </a:r>
            <a:r>
              <a:rPr lang="en-US" altLang="en-US">
                <a:latin typeface="Times New Roman" panose="02020603050405020304" pitchFamily="18" charset="0"/>
              </a:rPr>
              <a:t>) = 10</a:t>
            </a:r>
          </a:p>
        </p:txBody>
      </p:sp>
      <p:sp>
        <p:nvSpPr>
          <p:cNvPr id="56323" name="Line 3">
            <a:extLst>
              <a:ext uri="{FF2B5EF4-FFF2-40B4-BE49-F238E27FC236}">
                <a16:creationId xmlns:a16="http://schemas.microsoft.com/office/drawing/2014/main" id="{FEBB0E87-5AD5-7DDB-AD76-101076261174}"/>
              </a:ext>
            </a:extLst>
          </p:cNvPr>
          <p:cNvSpPr>
            <a:spLocks noChangeShapeType="1"/>
          </p:cNvSpPr>
          <p:nvPr/>
        </p:nvSpPr>
        <p:spPr bwMode="auto">
          <a:xfrm flipH="1">
            <a:off x="3008313" y="2589212"/>
            <a:ext cx="1003300" cy="823913"/>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6324" name="Line 4">
            <a:extLst>
              <a:ext uri="{FF2B5EF4-FFF2-40B4-BE49-F238E27FC236}">
                <a16:creationId xmlns:a16="http://schemas.microsoft.com/office/drawing/2014/main" id="{08A9C259-65B5-6FD0-4992-372E72132EE7}"/>
              </a:ext>
            </a:extLst>
          </p:cNvPr>
          <p:cNvSpPr>
            <a:spLocks noChangeShapeType="1"/>
          </p:cNvSpPr>
          <p:nvPr/>
        </p:nvSpPr>
        <p:spPr bwMode="auto">
          <a:xfrm flipH="1">
            <a:off x="3711575" y="2573337"/>
            <a:ext cx="312738" cy="8556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6325" name="Line 5">
            <a:extLst>
              <a:ext uri="{FF2B5EF4-FFF2-40B4-BE49-F238E27FC236}">
                <a16:creationId xmlns:a16="http://schemas.microsoft.com/office/drawing/2014/main" id="{8875577F-4DA6-2502-2258-E41162DBEEDE}"/>
              </a:ext>
            </a:extLst>
          </p:cNvPr>
          <p:cNvSpPr>
            <a:spLocks noChangeShapeType="1"/>
          </p:cNvSpPr>
          <p:nvPr/>
        </p:nvSpPr>
        <p:spPr bwMode="auto">
          <a:xfrm>
            <a:off x="4056063" y="2589212"/>
            <a:ext cx="450850" cy="809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6326" name="Line 6">
            <a:extLst>
              <a:ext uri="{FF2B5EF4-FFF2-40B4-BE49-F238E27FC236}">
                <a16:creationId xmlns:a16="http://schemas.microsoft.com/office/drawing/2014/main" id="{9A632BBF-CFCF-E14D-AAF4-26A0DF096247}"/>
              </a:ext>
            </a:extLst>
          </p:cNvPr>
          <p:cNvSpPr>
            <a:spLocks noChangeShapeType="1"/>
          </p:cNvSpPr>
          <p:nvPr/>
        </p:nvSpPr>
        <p:spPr bwMode="auto">
          <a:xfrm>
            <a:off x="4084638" y="2573336"/>
            <a:ext cx="1079500" cy="8080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graphicFrame>
        <p:nvGraphicFramePr>
          <p:cNvPr id="56327" name="Object 7">
            <a:extLst>
              <a:ext uri="{FF2B5EF4-FFF2-40B4-BE49-F238E27FC236}">
                <a16:creationId xmlns:a16="http://schemas.microsoft.com/office/drawing/2014/main" id="{FE4AFA4D-5F4C-38F4-C937-1392B5D64FF0}"/>
              </a:ext>
            </a:extLst>
          </p:cNvPr>
          <p:cNvGraphicFramePr>
            <a:graphicFrameLocks noChangeAspect="1"/>
          </p:cNvGraphicFramePr>
          <p:nvPr/>
        </p:nvGraphicFramePr>
        <p:xfrm>
          <a:off x="7843839" y="714376"/>
          <a:ext cx="2390775" cy="841375"/>
        </p:xfrm>
        <a:graphic>
          <a:graphicData uri="http://schemas.openxmlformats.org/presentationml/2006/ole">
            <mc:AlternateContent xmlns:mc="http://schemas.openxmlformats.org/markup-compatibility/2006">
              <mc:Choice xmlns:v="urn:schemas-microsoft-com:vml" Requires="v">
                <p:oleObj spid="_x0000_s3075" name="Equation" r:id="rId3" imgW="685800" imgH="241300" progId="Equation.DSMT4">
                  <p:embed/>
                </p:oleObj>
              </mc:Choice>
              <mc:Fallback>
                <p:oleObj name="Equation" r:id="rId3" imgW="685800" imgH="241300" progId="Equation.DSMT4">
                  <p:embed/>
                  <p:pic>
                    <p:nvPicPr>
                      <p:cNvPr id="56327" name="Object 7">
                        <a:extLst>
                          <a:ext uri="{FF2B5EF4-FFF2-40B4-BE49-F238E27FC236}">
                            <a16:creationId xmlns:a16="http://schemas.microsoft.com/office/drawing/2014/main" id="{FE4AFA4D-5F4C-38F4-C937-1392B5D64F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3839" y="714376"/>
                        <a:ext cx="2390775"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1992" name="Rectangle 8">
            <a:extLst>
              <a:ext uri="{FF2B5EF4-FFF2-40B4-BE49-F238E27FC236}">
                <a16:creationId xmlns:a16="http://schemas.microsoft.com/office/drawing/2014/main" id="{2DE463CC-F6C4-3DE8-836C-EEB3631B7EF0}"/>
              </a:ext>
            </a:extLst>
          </p:cNvPr>
          <p:cNvSpPr>
            <a:spLocks noGrp="1" noChangeArrowheads="1"/>
          </p:cNvSpPr>
          <p:nvPr>
            <p:ph type="title"/>
          </p:nvPr>
        </p:nvSpPr>
        <p:spPr>
          <a:xfrm>
            <a:off x="2705101" y="609600"/>
            <a:ext cx="5032375" cy="1143000"/>
          </a:xfrm>
        </p:spPr>
        <p:txBody>
          <a:bodyPr/>
          <a:lstStyle/>
          <a:p>
            <a:pPr>
              <a:defRPr/>
            </a:pPr>
            <a:r>
              <a:rPr lang="en-US">
                <a:cs typeface="+mj-cs"/>
              </a:rPr>
              <a:t>Manipulation Model</a:t>
            </a:r>
          </a:p>
        </p:txBody>
      </p:sp>
      <p:sp>
        <p:nvSpPr>
          <p:cNvPr id="2" name="Slide Number Placeholder 1">
            <a:extLst>
              <a:ext uri="{FF2B5EF4-FFF2-40B4-BE49-F238E27FC236}">
                <a16:creationId xmlns:a16="http://schemas.microsoft.com/office/drawing/2014/main" id="{A8275DB8-B17E-AE47-BCDC-4446506ECF43}"/>
              </a:ext>
            </a:extLst>
          </p:cNvPr>
          <p:cNvSpPr>
            <a:spLocks noGrp="1"/>
          </p:cNvSpPr>
          <p:nvPr>
            <p:ph type="sldNum" sz="quarter" idx="10"/>
          </p:nvPr>
        </p:nvSpPr>
        <p:spPr/>
        <p:txBody>
          <a:bodyPr/>
          <a:lstStyle/>
          <a:p>
            <a:fld id="{6B69CBE1-A7D5-7240-8D99-C0F6CAE01367}" type="slidenum">
              <a:rPr lang="en-US" altLang="en-US" smtClean="0"/>
              <a:pPr/>
              <a:t>25</a:t>
            </a:fld>
            <a:endParaRPr lang="en-US"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a:extLst>
              <a:ext uri="{FF2B5EF4-FFF2-40B4-BE49-F238E27FC236}">
                <a16:creationId xmlns:a16="http://schemas.microsoft.com/office/drawing/2014/main" id="{E000EF5D-1EDB-B132-88B0-36AC1F7EC616}"/>
              </a:ext>
            </a:extLst>
          </p:cNvPr>
          <p:cNvSpPr>
            <a:spLocks noGrp="1" noChangeArrowheads="1"/>
          </p:cNvSpPr>
          <p:nvPr>
            <p:ph type="body" idx="1"/>
          </p:nvPr>
        </p:nvSpPr>
        <p:spPr/>
        <p:txBody>
          <a:bodyPr/>
          <a:lstStyle/>
          <a:p>
            <a:pPr marL="0" indent="0">
              <a:lnSpc>
                <a:spcPct val="90000"/>
              </a:lnSpc>
              <a:buNone/>
            </a:pPr>
            <a:r>
              <a:rPr lang="en-US" altLang="en-US" i="1"/>
              <a:t>                                  T</a:t>
            </a:r>
          </a:p>
          <a:p>
            <a:pPr marL="0" indent="0">
              <a:lnSpc>
                <a:spcPct val="90000"/>
              </a:lnSpc>
              <a:buNone/>
            </a:pPr>
            <a:r>
              <a:rPr lang="en-US" altLang="en-US">
                <a:latin typeface="Times New Roman" panose="02020603050405020304" pitchFamily="18" charset="0"/>
              </a:rPr>
              <a:t>Mean(</a:t>
            </a:r>
            <a:r>
              <a:rPr lang="en-US" altLang="en-US" i="1">
                <a:latin typeface="Times New Roman" panose="02020603050405020304" pitchFamily="18" charset="0"/>
              </a:rPr>
              <a:t>X</a:t>
            </a:r>
            <a:r>
              <a:rPr lang="en-US" altLang="en-US" baseline="-25000">
                <a:latin typeface="Times New Roman" panose="02020603050405020304" pitchFamily="18" charset="0"/>
              </a:rPr>
              <a:t>2</a:t>
            </a:r>
            <a:r>
              <a:rPr lang="en-US" altLang="en-US">
                <a:latin typeface="Times New Roman" panose="02020603050405020304" pitchFamily="18" charset="0"/>
              </a:rPr>
              <a:t>)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0</a:t>
            </a:r>
            <a:endParaRPr lang="en-US" altLang="en-US" i="1"/>
          </a:p>
          <a:p>
            <a:pPr marL="0" indent="0">
              <a:lnSpc>
                <a:spcPct val="90000"/>
              </a:lnSpc>
              <a:buNone/>
            </a:pPr>
            <a:r>
              <a:rPr lang="en-US" altLang="en-US" baseline="-25000"/>
              <a:t>                                                                            </a:t>
            </a:r>
          </a:p>
          <a:p>
            <a:pPr marL="0" indent="0">
              <a:lnSpc>
                <a:spcPct val="90000"/>
              </a:lnSpc>
              <a:buNone/>
            </a:pPr>
            <a:r>
              <a:rPr lang="en-US" altLang="en-US" i="1"/>
              <a:t>                     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marL="0" indent="0">
              <a:lnSpc>
                <a:spcPct val="90000"/>
              </a:lnSpc>
              <a:buNone/>
            </a:pPr>
            <a:r>
              <a:rPr lang="en-US" altLang="en-US">
                <a:latin typeface="Times New Roman" panose="02020603050405020304" pitchFamily="18" charset="0"/>
              </a:rPr>
              <a:t>  </a:t>
            </a: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3  </a:t>
            </a:r>
            <a:r>
              <a:rPr lang="en-US" altLang="en-US" baseline="-30000">
                <a:latin typeface="Times New Roman" panose="02020603050405020304" pitchFamily="18" charset="0"/>
              </a:rPr>
              <a:t>                                            </a:t>
            </a:r>
            <a:r>
              <a:rPr lang="en-US" altLang="en-US" i="1">
                <a:latin typeface="Times New Roman" panose="02020603050405020304" pitchFamily="18" charset="0"/>
              </a:rPr>
              <a:t>X</a:t>
            </a:r>
            <a:r>
              <a:rPr lang="en-US" altLang="en-US" baseline="-30000">
                <a:latin typeface="Times New Roman" panose="02020603050405020304" pitchFamily="18" charset="0"/>
              </a:rPr>
              <a:t>3</a:t>
            </a:r>
            <a:r>
              <a:rPr lang="en-US" altLang="en-US">
                <a:latin typeface="Times New Roman" panose="02020603050405020304" pitchFamily="18" charset="0"/>
              </a:rPr>
              <a:t> = 4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3</a:t>
            </a:r>
            <a:endParaRPr lang="en-US" altLang="en-US" i="1">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X</a:t>
            </a:r>
            <a:r>
              <a:rPr lang="en-US" altLang="en-US" baseline="-30000">
                <a:latin typeface="Times New Roman" panose="02020603050405020304" pitchFamily="18" charset="0"/>
              </a:rPr>
              <a:t>2</a:t>
            </a:r>
            <a:r>
              <a:rPr lang="en-US" altLang="en-US">
                <a:latin typeface="Times New Roman" panose="02020603050405020304" pitchFamily="18" charset="0"/>
              </a:rPr>
              <a:t> = -2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2</a:t>
            </a:r>
            <a:r>
              <a:rPr lang="en-US" altLang="en-US" i="1">
                <a:latin typeface="Times New Roman" panose="02020603050405020304" pitchFamily="18" charset="0"/>
              </a:rPr>
              <a:t>	               X</a:t>
            </a:r>
            <a:r>
              <a:rPr lang="en-US" altLang="en-US" baseline="-30000">
                <a:latin typeface="Times New Roman" panose="02020603050405020304" pitchFamily="18" charset="0"/>
              </a:rPr>
              <a:t>4</a:t>
            </a:r>
            <a:r>
              <a:rPr lang="en-US" altLang="en-US">
                <a:latin typeface="Times New Roman" panose="02020603050405020304" pitchFamily="18" charset="0"/>
              </a:rPr>
              <a:t> = 8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T</a:t>
            </a:r>
            <a:r>
              <a:rPr lang="en-US" altLang="en-US">
                <a:latin typeface="Times New Roman" panose="02020603050405020304" pitchFamily="18" charset="0"/>
              </a:rPr>
              <a:t> + </a:t>
            </a:r>
            <a:r>
              <a:rPr lang="en-US" altLang="en-US" i="1">
                <a:latin typeface="Symbol" pitchFamily="2" charset="2"/>
              </a:rPr>
              <a:t>e</a:t>
            </a:r>
            <a:r>
              <a:rPr lang="en-US" altLang="en-US" baseline="-30000">
                <a:latin typeface="Times New Roman" panose="02020603050405020304" pitchFamily="18" charset="0"/>
              </a:rPr>
              <a:t>4</a:t>
            </a:r>
            <a:r>
              <a:rPr lang="en-US" altLang="en-US" i="1">
                <a:latin typeface="Times New Roman" panose="02020603050405020304" pitchFamily="18" charset="0"/>
              </a:rPr>
              <a:t>	</a:t>
            </a:r>
            <a:endParaRPr lang="en-US" altLang="en-US">
              <a:latin typeface="Times New Roman" panose="02020603050405020304" pitchFamily="18" charset="0"/>
            </a:endParaRPr>
          </a:p>
          <a:p>
            <a:pPr marL="0" indent="0">
              <a:lnSpc>
                <a:spcPct val="90000"/>
              </a:lnSpc>
              <a:buNone/>
            </a:pPr>
            <a:r>
              <a:rPr lang="en-US" altLang="en-US" i="1">
                <a:latin typeface="Times New Roman" panose="02020603050405020304" pitchFamily="18" charset="0"/>
              </a:rPr>
              <a:t>T</a:t>
            </a:r>
            <a:r>
              <a:rPr lang="en-US" altLang="en-US">
                <a:latin typeface="Times New Roman" panose="02020603050405020304" pitchFamily="18" charset="0"/>
              </a:rPr>
              <a:t> = .3 </a:t>
            </a:r>
            <a:r>
              <a:rPr lang="en-US" altLang="en-US">
                <a:latin typeface="Times New Roman" panose="02020603050405020304" pitchFamily="18" charset="0"/>
                <a:sym typeface="Symbol" pitchFamily="2" charset="2"/>
              </a:rPr>
              <a:t>∙</a:t>
            </a:r>
            <a:r>
              <a:rPr lang="en-US" altLang="en-US">
                <a:latin typeface="Times New Roman" panose="02020603050405020304" pitchFamily="18" charset="0"/>
              </a:rPr>
              <a:t> </a:t>
            </a:r>
            <a:r>
              <a:rPr lang="en-US" altLang="en-US" i="1">
                <a:latin typeface="Times New Roman" panose="02020603050405020304" pitchFamily="18" charset="0"/>
              </a:rPr>
              <a:t>X</a:t>
            </a:r>
            <a:r>
              <a:rPr lang="en-US" altLang="en-US" baseline="-30000">
                <a:latin typeface="Times New Roman" panose="02020603050405020304" pitchFamily="18" charset="0"/>
              </a:rPr>
              <a:t>1</a:t>
            </a:r>
            <a:r>
              <a:rPr lang="en-US" altLang="en-US">
                <a:latin typeface="Times New Roman" panose="02020603050405020304" pitchFamily="18" charset="0"/>
              </a:rPr>
              <a:t> + </a:t>
            </a:r>
            <a:r>
              <a:rPr lang="en-US" altLang="en-US" i="1">
                <a:latin typeface="Symbol" pitchFamily="2" charset="2"/>
              </a:rPr>
              <a:t>e</a:t>
            </a:r>
            <a:r>
              <a:rPr lang="en-US" altLang="en-US" i="1" baseline="-30000">
                <a:latin typeface="Times New Roman" panose="02020603050405020304" pitchFamily="18" charset="0"/>
              </a:rPr>
              <a:t>T          </a:t>
            </a:r>
            <a:r>
              <a:rPr lang="en-US" altLang="en-US">
                <a:latin typeface="Times New Roman" panose="02020603050405020304" pitchFamily="18" charset="0"/>
              </a:rPr>
              <a:t>var(</a:t>
            </a:r>
            <a:r>
              <a:rPr lang="en-US" altLang="en-US" i="1">
                <a:latin typeface="Symbol" pitchFamily="2" charset="2"/>
              </a:rPr>
              <a:t>e</a:t>
            </a:r>
            <a:r>
              <a:rPr lang="en-US" altLang="en-US" i="1" baseline="-30000">
                <a:latin typeface="Times New Roman" panose="02020603050405020304" pitchFamily="18" charset="0"/>
              </a:rPr>
              <a:t>T </a:t>
            </a:r>
            <a:r>
              <a:rPr lang="en-US" altLang="en-US">
                <a:latin typeface="Times New Roman" panose="02020603050405020304" pitchFamily="18" charset="0"/>
              </a:rPr>
              <a:t>) = .1   var(</a:t>
            </a:r>
            <a:r>
              <a:rPr lang="en-US" altLang="en-US" i="1">
                <a:latin typeface="Symbol" pitchFamily="2" charset="2"/>
              </a:rPr>
              <a:t>e</a:t>
            </a:r>
            <a:r>
              <a:rPr lang="en-US" altLang="en-US" baseline="-30000">
                <a:latin typeface="Times New Roman" panose="02020603050405020304" pitchFamily="18" charset="0"/>
              </a:rPr>
              <a:t>1</a:t>
            </a:r>
            <a:r>
              <a:rPr lang="en-US" altLang="en-US" i="1" baseline="-30000">
                <a:latin typeface="Times New Roman" panose="02020603050405020304" pitchFamily="18" charset="0"/>
              </a:rPr>
              <a:t> </a:t>
            </a:r>
            <a:r>
              <a:rPr lang="en-US" altLang="en-US">
                <a:latin typeface="Times New Roman" panose="02020603050405020304" pitchFamily="18" charset="0"/>
              </a:rPr>
              <a:t>) = 10</a:t>
            </a:r>
          </a:p>
        </p:txBody>
      </p:sp>
      <p:sp>
        <p:nvSpPr>
          <p:cNvPr id="57347" name="Line 3">
            <a:extLst>
              <a:ext uri="{FF2B5EF4-FFF2-40B4-BE49-F238E27FC236}">
                <a16:creationId xmlns:a16="http://schemas.microsoft.com/office/drawing/2014/main" id="{127D2FA8-5C56-DDCC-5CA5-58116AD8FCBF}"/>
              </a:ext>
            </a:extLst>
          </p:cNvPr>
          <p:cNvSpPr>
            <a:spLocks noChangeShapeType="1"/>
          </p:cNvSpPr>
          <p:nvPr/>
        </p:nvSpPr>
        <p:spPr bwMode="auto">
          <a:xfrm flipH="1">
            <a:off x="4067856" y="2589212"/>
            <a:ext cx="1003300" cy="823913"/>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7348" name="Line 4">
            <a:extLst>
              <a:ext uri="{FF2B5EF4-FFF2-40B4-BE49-F238E27FC236}">
                <a16:creationId xmlns:a16="http://schemas.microsoft.com/office/drawing/2014/main" id="{4FABF079-20EA-F894-5B51-40BC87CA1851}"/>
              </a:ext>
            </a:extLst>
          </p:cNvPr>
          <p:cNvSpPr>
            <a:spLocks noChangeShapeType="1"/>
          </p:cNvSpPr>
          <p:nvPr/>
        </p:nvSpPr>
        <p:spPr bwMode="auto">
          <a:xfrm flipH="1">
            <a:off x="4771118" y="2573337"/>
            <a:ext cx="312738" cy="8556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7349" name="Line 5">
            <a:extLst>
              <a:ext uri="{FF2B5EF4-FFF2-40B4-BE49-F238E27FC236}">
                <a16:creationId xmlns:a16="http://schemas.microsoft.com/office/drawing/2014/main" id="{FB3056C5-BD3A-4E19-592C-C4CF8F42C342}"/>
              </a:ext>
            </a:extLst>
          </p:cNvPr>
          <p:cNvSpPr>
            <a:spLocks noChangeShapeType="1"/>
          </p:cNvSpPr>
          <p:nvPr/>
        </p:nvSpPr>
        <p:spPr bwMode="auto">
          <a:xfrm>
            <a:off x="5115606" y="2589212"/>
            <a:ext cx="450850" cy="809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57350" name="Line 6">
            <a:extLst>
              <a:ext uri="{FF2B5EF4-FFF2-40B4-BE49-F238E27FC236}">
                <a16:creationId xmlns:a16="http://schemas.microsoft.com/office/drawing/2014/main" id="{836B763A-C343-6FAD-19BE-DCEB93F9DFFB}"/>
              </a:ext>
            </a:extLst>
          </p:cNvPr>
          <p:cNvSpPr>
            <a:spLocks noChangeShapeType="1"/>
          </p:cNvSpPr>
          <p:nvPr/>
        </p:nvSpPr>
        <p:spPr bwMode="auto">
          <a:xfrm>
            <a:off x="5144181" y="2573336"/>
            <a:ext cx="1079500" cy="8080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83016" name="Rectangle 8">
            <a:extLst>
              <a:ext uri="{FF2B5EF4-FFF2-40B4-BE49-F238E27FC236}">
                <a16:creationId xmlns:a16="http://schemas.microsoft.com/office/drawing/2014/main" id="{AC14A255-0084-9C31-43CD-2C0D8820DF2B}"/>
              </a:ext>
            </a:extLst>
          </p:cNvPr>
          <p:cNvSpPr>
            <a:spLocks noGrp="1" noChangeArrowheads="1"/>
          </p:cNvSpPr>
          <p:nvPr>
            <p:ph type="title"/>
          </p:nvPr>
        </p:nvSpPr>
        <p:spPr>
          <a:xfrm>
            <a:off x="2705101" y="609600"/>
            <a:ext cx="5032375" cy="1143000"/>
          </a:xfrm>
        </p:spPr>
        <p:txBody>
          <a:bodyPr/>
          <a:lstStyle/>
          <a:p>
            <a:pPr>
              <a:defRPr/>
            </a:pPr>
            <a:r>
              <a:rPr lang="en-US">
                <a:cs typeface="+mj-cs"/>
              </a:rPr>
              <a:t>Manipulation Model</a:t>
            </a:r>
          </a:p>
        </p:txBody>
      </p:sp>
      <p:sp>
        <p:nvSpPr>
          <p:cNvPr id="2" name="Slide Number Placeholder 1">
            <a:extLst>
              <a:ext uri="{FF2B5EF4-FFF2-40B4-BE49-F238E27FC236}">
                <a16:creationId xmlns:a16="http://schemas.microsoft.com/office/drawing/2014/main" id="{1DBA6ACC-E4F7-E144-9C27-5131FFACD660}"/>
              </a:ext>
            </a:extLst>
          </p:cNvPr>
          <p:cNvSpPr>
            <a:spLocks noGrp="1"/>
          </p:cNvSpPr>
          <p:nvPr>
            <p:ph type="sldNum" sz="quarter" idx="10"/>
          </p:nvPr>
        </p:nvSpPr>
        <p:spPr/>
        <p:txBody>
          <a:bodyPr/>
          <a:lstStyle/>
          <a:p>
            <a:fld id="{6B69CBE1-A7D5-7240-8D99-C0F6CAE01367}" type="slidenum">
              <a:rPr lang="en-US" altLang="en-US" smtClean="0"/>
              <a:pPr/>
              <a:t>26</a:t>
            </a:fld>
            <a:endParaRPr lang="en-US"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a:extLst>
              <a:ext uri="{FF2B5EF4-FFF2-40B4-BE49-F238E27FC236}">
                <a16:creationId xmlns:a16="http://schemas.microsoft.com/office/drawing/2014/main" id="{84C65B35-A373-5BEE-C1E6-5C8D45C75F37}"/>
              </a:ext>
            </a:extLst>
          </p:cNvPr>
          <p:cNvSpPr>
            <a:spLocks noGrp="1" noChangeArrowheads="1"/>
          </p:cNvSpPr>
          <p:nvPr>
            <p:ph type="title"/>
          </p:nvPr>
        </p:nvSpPr>
        <p:spPr/>
        <p:txBody>
          <a:bodyPr/>
          <a:lstStyle/>
          <a:p>
            <a:r>
              <a:rPr lang="en-US" altLang="en-US"/>
              <a:t>Marginalization – Independence Model</a:t>
            </a:r>
          </a:p>
        </p:txBody>
      </p:sp>
      <p:sp>
        <p:nvSpPr>
          <p:cNvPr id="692227" name="Rectangle 3">
            <a:extLst>
              <a:ext uri="{FF2B5EF4-FFF2-40B4-BE49-F238E27FC236}">
                <a16:creationId xmlns:a16="http://schemas.microsoft.com/office/drawing/2014/main" id="{B9990BB1-0A4A-5385-D0BB-530C12B6D16D}"/>
              </a:ext>
            </a:extLst>
          </p:cNvPr>
          <p:cNvSpPr>
            <a:spLocks noGrp="1" noChangeArrowheads="1"/>
          </p:cNvSpPr>
          <p:nvPr>
            <p:ph type="body" idx="1"/>
          </p:nvPr>
        </p:nvSpPr>
        <p:spPr/>
        <p:txBody>
          <a:bodyPr/>
          <a:lstStyle/>
          <a:p>
            <a:pPr marL="0" indent="0">
              <a:buNone/>
            </a:pPr>
            <a:r>
              <a:rPr lang="en-US" altLang="en-US" sz="2400" i="1"/>
              <a:t>                                           </a:t>
            </a:r>
            <a:r>
              <a:rPr lang="en-US" altLang="en-US" sz="2800" i="1"/>
              <a:t>T</a:t>
            </a:r>
          </a:p>
          <a:p>
            <a:pPr marL="0" indent="0">
              <a:buNone/>
            </a:pPr>
            <a:endParaRPr lang="en-US" altLang="en-US" sz="2800" i="1"/>
          </a:p>
          <a:p>
            <a:pPr marL="0" indent="0">
              <a:buNone/>
            </a:pPr>
            <a:r>
              <a:rPr lang="en-US" altLang="en-US" sz="2800" i="1"/>
              <a:t>                        X</a:t>
            </a:r>
            <a:r>
              <a:rPr lang="en-US" altLang="en-US" sz="2800" baseline="-25000"/>
              <a:t>1      </a:t>
            </a:r>
            <a:r>
              <a:rPr lang="en-US" altLang="en-US" sz="2800" i="1"/>
              <a:t>X</a:t>
            </a:r>
            <a:r>
              <a:rPr lang="en-US" altLang="en-US" sz="2800" baseline="-25000"/>
              <a:t>2       </a:t>
            </a:r>
            <a:r>
              <a:rPr lang="en-US" altLang="en-US" sz="2800" i="1"/>
              <a:t>X</a:t>
            </a:r>
            <a:r>
              <a:rPr lang="en-US" altLang="en-US" sz="2800" baseline="-25000"/>
              <a:t>3     </a:t>
            </a:r>
            <a:r>
              <a:rPr lang="en-US" altLang="en-US" sz="2800" i="1"/>
              <a:t>X</a:t>
            </a:r>
            <a:r>
              <a:rPr lang="en-US" altLang="en-US" sz="2800" baseline="-25000"/>
              <a:t>4</a:t>
            </a:r>
          </a:p>
          <a:p>
            <a:pPr marL="0" indent="0" algn="ctr">
              <a:buNone/>
            </a:pPr>
            <a:r>
              <a:rPr lang="en-US" altLang="en-US" sz="2800"/>
              <a:t>Each vertex is independent of its non-descendants given its parents. </a:t>
            </a:r>
          </a:p>
          <a:p>
            <a:pPr marL="0" indent="0">
              <a:buNone/>
            </a:pPr>
            <a:r>
              <a:rPr lang="en-US" altLang="en-US" sz="2800"/>
              <a:t>                                  </a:t>
            </a:r>
            <a:r>
              <a:rPr lang="en-US" altLang="en-US" sz="2800" i="1"/>
              <a:t>I</a:t>
            </a:r>
            <a:r>
              <a:rPr lang="en-US" altLang="en-US" sz="2800"/>
              <a:t>(</a:t>
            </a:r>
            <a:r>
              <a:rPr lang="en-US" altLang="en-US" sz="2800" i="1"/>
              <a:t>G</a:t>
            </a:r>
            <a:r>
              <a:rPr lang="en-US" altLang="en-US" sz="2800" baseline="-25000"/>
              <a:t>1</a:t>
            </a:r>
            <a:r>
              <a:rPr lang="en-US" altLang="en-US" sz="2800"/>
              <a:t>)</a:t>
            </a:r>
            <a:endParaRPr lang="en-US" altLang="en-US" sz="2800" b="1" baseline="-25000"/>
          </a:p>
          <a:p>
            <a:pPr marL="0" indent="0">
              <a:buNone/>
            </a:pPr>
            <a:r>
              <a:rPr lang="en-US" altLang="en-US" sz="2800"/>
              <a:t>&lt;{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i="1"/>
              <a:t>X</a:t>
            </a:r>
            <a:r>
              <a:rPr lang="en-US" altLang="en-US" sz="2800" baseline="-25000"/>
              <a:t>3</a:t>
            </a:r>
            <a:r>
              <a:rPr lang="en-US" altLang="en-US" sz="2800"/>
              <a:t>,</a:t>
            </a:r>
            <a:r>
              <a:rPr lang="en-US" altLang="en-US" sz="2800" baseline="-25000"/>
              <a:t> </a:t>
            </a:r>
            <a:r>
              <a:rPr lang="en-US" altLang="en-US" sz="2800" i="1"/>
              <a:t>X</a:t>
            </a:r>
            <a:r>
              <a:rPr lang="en-US" altLang="en-US" sz="2800" baseline="-25000"/>
              <a:t>4 </a:t>
            </a:r>
            <a:r>
              <a:rPr lang="en-US" altLang="en-US" sz="2800"/>
              <a:t>}|{</a:t>
            </a:r>
            <a:r>
              <a:rPr lang="en-US" altLang="en-US" sz="2800" i="1"/>
              <a:t>T</a:t>
            </a:r>
            <a:r>
              <a:rPr lang="en-US" altLang="en-US" sz="2800"/>
              <a:t>}&gt;   &lt;{</a:t>
            </a:r>
            <a:r>
              <a:rPr lang="en-US" altLang="en-US" sz="2800" i="1"/>
              <a:t>X</a:t>
            </a:r>
            <a:r>
              <a:rPr lang="en-US" altLang="en-US" sz="2800" baseline="-25000"/>
              <a:t>3</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baseline="-25000"/>
              <a:t> </a:t>
            </a:r>
            <a:r>
              <a:rPr lang="en-US" altLang="en-US" sz="2800" i="1"/>
              <a:t>X</a:t>
            </a:r>
            <a:r>
              <a:rPr lang="en-US" altLang="en-US" sz="2800" baseline="-25000"/>
              <a:t>4</a:t>
            </a:r>
            <a:r>
              <a:rPr lang="en-US" altLang="en-US" sz="2800"/>
              <a:t>}|{</a:t>
            </a:r>
            <a:r>
              <a:rPr lang="en-US" altLang="en-US" sz="2800" i="1"/>
              <a:t>T</a:t>
            </a:r>
            <a:r>
              <a:rPr lang="en-US" altLang="en-US" sz="2800"/>
              <a:t>}&gt; &lt;{</a:t>
            </a:r>
            <a:r>
              <a:rPr lang="en-US" altLang="en-US" sz="2800" i="1"/>
              <a:t>X</a:t>
            </a:r>
            <a:r>
              <a:rPr lang="en-US" altLang="en-US" sz="2800" baseline="-25000"/>
              <a:t>2</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baseline="-25000"/>
              <a:t> </a:t>
            </a:r>
            <a:r>
              <a:rPr lang="en-US" altLang="en-US" sz="2800" i="1"/>
              <a:t>X</a:t>
            </a:r>
            <a:r>
              <a:rPr lang="en-US" altLang="en-US" sz="2800" baseline="-25000"/>
              <a:t>3 </a:t>
            </a:r>
            <a:r>
              <a:rPr lang="en-US" altLang="en-US" sz="2800"/>
              <a:t>}|{</a:t>
            </a:r>
            <a:r>
              <a:rPr lang="en-US" altLang="en-US" sz="2800" i="1"/>
              <a:t>T</a:t>
            </a:r>
            <a:r>
              <a:rPr lang="en-US" altLang="en-US" sz="2800"/>
              <a:t>}&gt;   &lt;{</a:t>
            </a:r>
            <a:r>
              <a:rPr lang="en-US" altLang="en-US" sz="2800" i="1"/>
              <a:t>X</a:t>
            </a:r>
            <a:r>
              <a:rPr lang="en-US" altLang="en-US" sz="2800" baseline="-25000"/>
              <a:t>4</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a:t>
            </a:r>
            <a:r>
              <a:rPr lang="en-US" altLang="en-US" sz="2800" baseline="-25000"/>
              <a:t> </a:t>
            </a:r>
            <a:r>
              <a:rPr lang="en-US" altLang="en-US" sz="2800" i="1"/>
              <a:t>X</a:t>
            </a:r>
            <a:r>
              <a:rPr lang="en-US" altLang="en-US" sz="2800" baseline="-25000"/>
              <a:t>3</a:t>
            </a:r>
            <a:r>
              <a:rPr lang="en-US" altLang="en-US" sz="2800"/>
              <a:t>}|{</a:t>
            </a:r>
            <a:r>
              <a:rPr lang="en-US" altLang="en-US" sz="2800" i="1"/>
              <a:t>T</a:t>
            </a:r>
            <a:r>
              <a:rPr lang="en-US" altLang="en-US" sz="2800"/>
              <a:t>}&gt;</a:t>
            </a:r>
            <a:r>
              <a:rPr lang="en-US" altLang="en-US" sz="2400"/>
              <a:t> </a:t>
            </a:r>
          </a:p>
        </p:txBody>
      </p:sp>
      <p:sp>
        <p:nvSpPr>
          <p:cNvPr id="66564" name="Line 4">
            <a:extLst>
              <a:ext uri="{FF2B5EF4-FFF2-40B4-BE49-F238E27FC236}">
                <a16:creationId xmlns:a16="http://schemas.microsoft.com/office/drawing/2014/main" id="{8429A19E-E475-A9C6-88DF-41BDB0D0967F}"/>
              </a:ext>
            </a:extLst>
          </p:cNvPr>
          <p:cNvSpPr>
            <a:spLocks noChangeShapeType="1"/>
          </p:cNvSpPr>
          <p:nvPr/>
        </p:nvSpPr>
        <p:spPr bwMode="auto">
          <a:xfrm flipH="1">
            <a:off x="4054702" y="2492374"/>
            <a:ext cx="792162" cy="584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6565" name="Line 5">
            <a:extLst>
              <a:ext uri="{FF2B5EF4-FFF2-40B4-BE49-F238E27FC236}">
                <a16:creationId xmlns:a16="http://schemas.microsoft.com/office/drawing/2014/main" id="{06B8CA77-B0E9-7486-FEF0-E0D172156753}"/>
              </a:ext>
            </a:extLst>
          </p:cNvPr>
          <p:cNvSpPr>
            <a:spLocks noChangeShapeType="1"/>
          </p:cNvSpPr>
          <p:nvPr/>
        </p:nvSpPr>
        <p:spPr bwMode="auto">
          <a:xfrm flipH="1">
            <a:off x="4665890" y="2476500"/>
            <a:ext cx="193675" cy="5556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6566" name="Line 6">
            <a:extLst>
              <a:ext uri="{FF2B5EF4-FFF2-40B4-BE49-F238E27FC236}">
                <a16:creationId xmlns:a16="http://schemas.microsoft.com/office/drawing/2014/main" id="{92595449-AF91-AB61-F324-49A6DDC84B0B}"/>
              </a:ext>
            </a:extLst>
          </p:cNvPr>
          <p:cNvSpPr>
            <a:spLocks noChangeShapeType="1"/>
          </p:cNvSpPr>
          <p:nvPr/>
        </p:nvSpPr>
        <p:spPr bwMode="auto">
          <a:xfrm>
            <a:off x="4891315" y="2492374"/>
            <a:ext cx="434975" cy="5857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6567" name="Line 7">
            <a:extLst>
              <a:ext uri="{FF2B5EF4-FFF2-40B4-BE49-F238E27FC236}">
                <a16:creationId xmlns:a16="http://schemas.microsoft.com/office/drawing/2014/main" id="{C8D6EA68-9161-8679-886D-8FBCC760EC30}"/>
              </a:ext>
            </a:extLst>
          </p:cNvPr>
          <p:cNvSpPr>
            <a:spLocks noChangeShapeType="1"/>
          </p:cNvSpPr>
          <p:nvPr/>
        </p:nvSpPr>
        <p:spPr bwMode="auto">
          <a:xfrm>
            <a:off x="4919890" y="2476500"/>
            <a:ext cx="1033463" cy="6127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6568" name="Rectangle 8">
            <a:extLst>
              <a:ext uri="{FF2B5EF4-FFF2-40B4-BE49-F238E27FC236}">
                <a16:creationId xmlns:a16="http://schemas.microsoft.com/office/drawing/2014/main" id="{E84C8493-F5E5-E113-6397-8FF2C41979CE}"/>
              </a:ext>
            </a:extLst>
          </p:cNvPr>
          <p:cNvSpPr>
            <a:spLocks noChangeArrowheads="1"/>
          </p:cNvSpPr>
          <p:nvPr/>
        </p:nvSpPr>
        <p:spPr bwMode="auto">
          <a:xfrm>
            <a:off x="4576989" y="1981200"/>
            <a:ext cx="719138" cy="4794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a:solidFill>
                <a:srgbClr val="FFFFFF"/>
              </a:solidFill>
            </a:endParaRPr>
          </a:p>
        </p:txBody>
      </p:sp>
      <p:grpSp>
        <p:nvGrpSpPr>
          <p:cNvPr id="692233" name="Group 9">
            <a:extLst>
              <a:ext uri="{FF2B5EF4-FFF2-40B4-BE49-F238E27FC236}">
                <a16:creationId xmlns:a16="http://schemas.microsoft.com/office/drawing/2014/main" id="{B5B8B770-455B-E219-3C48-D9A81941459C}"/>
              </a:ext>
            </a:extLst>
          </p:cNvPr>
          <p:cNvGrpSpPr>
            <a:grpSpLocks/>
          </p:cNvGrpSpPr>
          <p:nvPr/>
        </p:nvGrpSpPr>
        <p:grpSpPr bwMode="auto">
          <a:xfrm>
            <a:off x="1655763" y="4016375"/>
            <a:ext cx="8880474" cy="1282700"/>
            <a:chOff x="529" y="2781"/>
            <a:chExt cx="4966" cy="808"/>
          </a:xfrm>
        </p:grpSpPr>
        <p:sp>
          <p:nvSpPr>
            <p:cNvPr id="66570" name="Line 10">
              <a:extLst>
                <a:ext uri="{FF2B5EF4-FFF2-40B4-BE49-F238E27FC236}">
                  <a16:creationId xmlns:a16="http://schemas.microsoft.com/office/drawing/2014/main" id="{A5B354C8-BF41-8A1A-C7AB-A9DE6569C604}"/>
                </a:ext>
              </a:extLst>
            </p:cNvPr>
            <p:cNvSpPr>
              <a:spLocks noChangeShapeType="1"/>
            </p:cNvSpPr>
            <p:nvPr/>
          </p:nvSpPr>
          <p:spPr bwMode="auto">
            <a:xfrm>
              <a:off x="529" y="3305"/>
              <a:ext cx="495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6571" name="Line 11">
              <a:extLst>
                <a:ext uri="{FF2B5EF4-FFF2-40B4-BE49-F238E27FC236}">
                  <a16:creationId xmlns:a16="http://schemas.microsoft.com/office/drawing/2014/main" id="{3FF8B11D-371C-AC36-3C89-8333572F0AF2}"/>
                </a:ext>
              </a:extLst>
            </p:cNvPr>
            <p:cNvSpPr>
              <a:spLocks noChangeShapeType="1"/>
            </p:cNvSpPr>
            <p:nvPr/>
          </p:nvSpPr>
          <p:spPr bwMode="auto">
            <a:xfrm>
              <a:off x="538" y="3589"/>
              <a:ext cx="495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92236" name="Text Box 12">
              <a:extLst>
                <a:ext uri="{FF2B5EF4-FFF2-40B4-BE49-F238E27FC236}">
                  <a16:creationId xmlns:a16="http://schemas.microsoft.com/office/drawing/2014/main" id="{39969B54-8210-5124-9FB8-306A371D407A}"/>
                </a:ext>
              </a:extLst>
            </p:cNvPr>
            <p:cNvSpPr txBox="1">
              <a:spLocks noChangeArrowheads="1"/>
            </p:cNvSpPr>
            <p:nvPr/>
          </p:nvSpPr>
          <p:spPr bwMode="auto">
            <a:xfrm>
              <a:off x="2565" y="2781"/>
              <a:ext cx="453" cy="327"/>
            </a:xfrm>
            <a:prstGeom prst="rect">
              <a:avLst/>
            </a:prstGeom>
            <a:noFill/>
            <a:ln>
              <a:noFill/>
            </a:ln>
            <a:effec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sz="2800">
                  <a:solidFill>
                    <a:srgbClr val="FFFFFF"/>
                  </a:solidFill>
                  <a:effectLst>
                    <a:outerShdw blurRad="38100" dist="38100" dir="2700000" algn="tl">
                      <a:srgbClr val="000000"/>
                    </a:outerShdw>
                  </a:effectLst>
                  <a:latin typeface="Times" pitchFamily="2" charset="0"/>
                </a:rPr>
                <a:t>[</a:t>
              </a:r>
              <a:r>
                <a:rPr lang="en-US" altLang="en-US" sz="2800" b="1" baseline="-25000">
                  <a:solidFill>
                    <a:srgbClr val="FFFFFF"/>
                  </a:solidFill>
                  <a:effectLst>
                    <a:outerShdw blurRad="38100" dist="38100" dir="2700000" algn="tl">
                      <a:srgbClr val="000000"/>
                    </a:outerShdw>
                  </a:effectLst>
                  <a:latin typeface="Times" pitchFamily="2" charset="0"/>
                </a:rPr>
                <a:t>L</a:t>
              </a:r>
            </a:p>
          </p:txBody>
        </p:sp>
      </p:grpSp>
      <p:sp>
        <p:nvSpPr>
          <p:cNvPr id="2" name="Slide Number Placeholder 1">
            <a:extLst>
              <a:ext uri="{FF2B5EF4-FFF2-40B4-BE49-F238E27FC236}">
                <a16:creationId xmlns:a16="http://schemas.microsoft.com/office/drawing/2014/main" id="{99F062A5-2651-2C45-A3AC-7D34733DE56A}"/>
              </a:ext>
            </a:extLst>
          </p:cNvPr>
          <p:cNvSpPr>
            <a:spLocks noGrp="1"/>
          </p:cNvSpPr>
          <p:nvPr>
            <p:ph type="sldNum" sz="quarter" idx="10"/>
          </p:nvPr>
        </p:nvSpPr>
        <p:spPr/>
        <p:txBody>
          <a:bodyPr/>
          <a:lstStyle/>
          <a:p>
            <a:fld id="{6B69CBE1-A7D5-7240-8D99-C0F6CAE01367}" type="slidenum">
              <a:rPr lang="en-US" altLang="en-US" smtClean="0"/>
              <a:pPr/>
              <a:t>27</a:t>
            </a:fld>
            <a:endParaRPr lang="en-US"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92233"/>
                                        </p:tgtEl>
                                        <p:attrNameLst>
                                          <p:attrName>style.visibility</p:attrName>
                                        </p:attrNameLst>
                                      </p:cBhvr>
                                      <p:to>
                                        <p:strVal val="visible"/>
                                      </p:to>
                                    </p:set>
                                    <p:anim calcmode="lin" valueType="num">
                                      <p:cBhvr additive="base">
                                        <p:cTn id="7" dur="500" fill="hold"/>
                                        <p:tgtEl>
                                          <p:spTgt spid="692233"/>
                                        </p:tgtEl>
                                        <p:attrNameLst>
                                          <p:attrName>ppt_x</p:attrName>
                                        </p:attrNameLst>
                                      </p:cBhvr>
                                      <p:tavLst>
                                        <p:tav tm="0">
                                          <p:val>
                                            <p:strVal val="0-#ppt_w/2"/>
                                          </p:val>
                                        </p:tav>
                                        <p:tav tm="100000">
                                          <p:val>
                                            <p:strVal val="#ppt_x"/>
                                          </p:val>
                                        </p:tav>
                                      </p:tavLst>
                                    </p:anim>
                                    <p:anim calcmode="lin" valueType="num">
                                      <p:cBhvr additive="base">
                                        <p:cTn id="8" dur="500" fill="hold"/>
                                        <p:tgtEl>
                                          <p:spTgt spid="6922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13F5864C-9448-37AF-D504-12CB71A04DD3}"/>
              </a:ext>
            </a:extLst>
          </p:cNvPr>
          <p:cNvSpPr>
            <a:spLocks noGrp="1" noChangeArrowheads="1"/>
          </p:cNvSpPr>
          <p:nvPr>
            <p:ph type="title"/>
          </p:nvPr>
        </p:nvSpPr>
        <p:spPr/>
        <p:txBody>
          <a:bodyPr/>
          <a:lstStyle/>
          <a:p>
            <a:pPr>
              <a:defRPr/>
            </a:pPr>
            <a:r>
              <a:rPr lang="en-US">
                <a:cs typeface="+mj-cs"/>
              </a:rPr>
              <a:t>Independence Model - Marginalization</a:t>
            </a:r>
          </a:p>
        </p:txBody>
      </p:sp>
      <p:sp>
        <p:nvSpPr>
          <p:cNvPr id="693251" name="Rectangle 3">
            <a:extLst>
              <a:ext uri="{FF2B5EF4-FFF2-40B4-BE49-F238E27FC236}">
                <a16:creationId xmlns:a16="http://schemas.microsoft.com/office/drawing/2014/main" id="{94907E41-DB6C-EF2A-D982-221D265C7C23}"/>
              </a:ext>
            </a:extLst>
          </p:cNvPr>
          <p:cNvSpPr>
            <a:spLocks noGrp="1" noChangeArrowheads="1"/>
          </p:cNvSpPr>
          <p:nvPr>
            <p:ph type="body" idx="1"/>
          </p:nvPr>
        </p:nvSpPr>
        <p:spPr/>
        <p:txBody>
          <a:bodyPr/>
          <a:lstStyle/>
          <a:p>
            <a:pPr>
              <a:lnSpc>
                <a:spcPct val="90000"/>
              </a:lnSpc>
              <a:buFont typeface="Monotype Sorts" pitchFamily="2" charset="2"/>
              <a:buNone/>
            </a:pPr>
            <a:endParaRPr lang="en-US" altLang="en-US" sz="2800" baseline="-25000"/>
          </a:p>
          <a:p>
            <a:pPr>
              <a:lnSpc>
                <a:spcPct val="90000"/>
              </a:lnSpc>
              <a:buFont typeface="Monotype Sorts" pitchFamily="2" charset="2"/>
              <a:buNone/>
            </a:pPr>
            <a:endParaRPr lang="en-US" altLang="en-US" sz="2800" baseline="-25000"/>
          </a:p>
          <a:p>
            <a:pPr>
              <a:lnSpc>
                <a:spcPct val="90000"/>
              </a:lnSpc>
              <a:buFont typeface="Monotype Sorts" pitchFamily="2" charset="2"/>
              <a:buNone/>
            </a:pPr>
            <a:r>
              <a:rPr lang="en-US" altLang="en-US" sz="2800"/>
              <a:t>				    &lt;{</a:t>
            </a:r>
            <a:r>
              <a:rPr lang="en-US" altLang="en-US" sz="2800" i="1"/>
              <a:t>X</a:t>
            </a:r>
            <a:r>
              <a:rPr lang="en-US" altLang="en-US" sz="2800" baseline="-25000"/>
              <a:t>1</a:t>
            </a:r>
            <a:r>
              <a:rPr lang="en-US" altLang="en-US" sz="2800"/>
              <a:t>},{</a:t>
            </a:r>
            <a:r>
              <a:rPr lang="en-US" altLang="en-US" sz="2800" i="1"/>
              <a:t>X</a:t>
            </a:r>
            <a:r>
              <a:rPr lang="en-US" altLang="en-US" sz="2800" baseline="-25000"/>
              <a:t>3</a:t>
            </a:r>
            <a:r>
              <a:rPr lang="en-US" altLang="en-US" sz="2800"/>
              <a:t>}|</a:t>
            </a:r>
            <a:r>
              <a:rPr lang="en-US" altLang="en-US" sz="2800">
                <a:sym typeface="Symbol" pitchFamily="2" charset="2"/>
              </a:rPr>
              <a:t></a:t>
            </a:r>
            <a:r>
              <a:rPr lang="en-US" altLang="en-US" sz="2800"/>
              <a:t>&gt;</a:t>
            </a:r>
            <a:endParaRPr lang="en-US" altLang="en-US" sz="2800" i="1"/>
          </a:p>
          <a:p>
            <a:pPr>
              <a:lnSpc>
                <a:spcPct val="90000"/>
              </a:lnSpc>
              <a:buFont typeface="Monotype Sorts" pitchFamily="2" charset="2"/>
              <a:buNone/>
            </a:pPr>
            <a:r>
              <a:rPr lang="en-US" altLang="en-US" sz="2800"/>
              <a:t>                                   &lt;{</a:t>
            </a:r>
            <a:r>
              <a:rPr lang="en-US" altLang="en-US" sz="2800" i="1"/>
              <a:t>X</a:t>
            </a:r>
            <a:r>
              <a:rPr lang="en-US" altLang="en-US" sz="2800" baseline="-25000"/>
              <a:t>4</a:t>
            </a:r>
            <a:r>
              <a:rPr lang="en-US" altLang="en-US" sz="2800"/>
              <a:t>},{</a:t>
            </a:r>
            <a:r>
              <a:rPr lang="en-US" altLang="en-US" sz="2800" i="1"/>
              <a:t>X</a:t>
            </a:r>
            <a:r>
              <a:rPr lang="en-US" altLang="en-US" sz="2800" baseline="-25000"/>
              <a:t>1</a:t>
            </a:r>
            <a:r>
              <a:rPr lang="en-US" altLang="en-US" sz="2800"/>
              <a:t>}|{</a:t>
            </a:r>
            <a:r>
              <a:rPr lang="en-US" altLang="en-US" sz="2800" i="1"/>
              <a:t>T</a:t>
            </a:r>
            <a:r>
              <a:rPr lang="en-US" altLang="en-US" sz="2800"/>
              <a:t>,</a:t>
            </a:r>
            <a:r>
              <a:rPr lang="en-US" altLang="en-US" sz="2800" i="1"/>
              <a:t>X</a:t>
            </a:r>
            <a:r>
              <a:rPr lang="en-US" altLang="en-US" sz="2800" baseline="-25000"/>
              <a:t>2</a:t>
            </a:r>
            <a:r>
              <a:rPr lang="en-US" altLang="en-US" sz="2800"/>
              <a:t>}&gt;</a:t>
            </a:r>
            <a:endParaRPr lang="en-US" altLang="en-US" sz="2800" i="1"/>
          </a:p>
          <a:p>
            <a:pPr>
              <a:lnSpc>
                <a:spcPct val="90000"/>
              </a:lnSpc>
              <a:buFont typeface="Monotype Sorts" pitchFamily="2" charset="2"/>
              <a:buNone/>
            </a:pPr>
            <a:r>
              <a:rPr lang="en-US" altLang="en-US" sz="2800"/>
              <a:t>                                   &lt;{</a:t>
            </a:r>
            <a:r>
              <a:rPr lang="en-US" altLang="en-US" sz="2800" i="1"/>
              <a:t>X</a:t>
            </a:r>
            <a:r>
              <a:rPr lang="en-US" altLang="en-US" sz="2800" baseline="-25000"/>
              <a:t>4</a:t>
            </a:r>
            <a:r>
              <a:rPr lang="en-US" altLang="en-US" sz="2800"/>
              <a:t>},{</a:t>
            </a:r>
            <a:r>
              <a:rPr lang="en-US" altLang="en-US" sz="2800" i="1"/>
              <a:t>X</a:t>
            </a:r>
            <a:r>
              <a:rPr lang="en-US" altLang="en-US" sz="2800" baseline="-25000"/>
              <a:t>3</a:t>
            </a:r>
            <a:r>
              <a:rPr lang="en-US" altLang="en-US" sz="2800"/>
              <a:t>}|{</a:t>
            </a:r>
            <a:r>
              <a:rPr lang="en-US" altLang="en-US" sz="2800" i="1"/>
              <a:t>X</a:t>
            </a:r>
            <a:r>
              <a:rPr lang="en-US" altLang="en-US" sz="2800" baseline="-25000"/>
              <a:t>1</a:t>
            </a:r>
            <a:r>
              <a:rPr lang="en-US" altLang="en-US" sz="2800"/>
              <a:t>,</a:t>
            </a:r>
            <a:r>
              <a:rPr lang="en-US" altLang="en-US" sz="2800" i="1"/>
              <a:t>X</a:t>
            </a:r>
            <a:r>
              <a:rPr lang="en-US" altLang="en-US" sz="2800" baseline="-25000"/>
              <a:t>2</a:t>
            </a:r>
            <a:r>
              <a:rPr lang="en-US" altLang="en-US" sz="2800"/>
              <a:t>}&gt;</a:t>
            </a:r>
            <a:endParaRPr lang="en-US" altLang="en-US" sz="2800" baseline="-25000"/>
          </a:p>
          <a:p>
            <a:pPr>
              <a:lnSpc>
                <a:spcPct val="90000"/>
              </a:lnSpc>
              <a:buFont typeface="Monotype Sorts" pitchFamily="2" charset="2"/>
              <a:buNone/>
            </a:pPr>
            <a:r>
              <a:rPr lang="en-US" altLang="en-US" sz="2800" baseline="-25000"/>
              <a:t>              </a:t>
            </a:r>
          </a:p>
          <a:p>
            <a:pPr>
              <a:lnSpc>
                <a:spcPct val="90000"/>
              </a:lnSpc>
              <a:buFont typeface="Monotype Sorts" pitchFamily="2" charset="2"/>
              <a:buNone/>
            </a:pPr>
            <a:r>
              <a:rPr lang="en-US" altLang="en-US" sz="2800" baseline="-25000"/>
              <a:t>                                                                  </a:t>
            </a:r>
          </a:p>
          <a:p>
            <a:pPr>
              <a:lnSpc>
                <a:spcPct val="90000"/>
              </a:lnSpc>
              <a:buFont typeface="Monotype Sorts" pitchFamily="2" charset="2"/>
              <a:buNone/>
            </a:pPr>
            <a:r>
              <a:rPr lang="en-US" altLang="en-US" sz="2800" baseline="-25000"/>
              <a:t>              </a:t>
            </a:r>
            <a:endParaRPr lang="en-US" altLang="en-US" sz="2800" i="1"/>
          </a:p>
          <a:p>
            <a:pPr>
              <a:lnSpc>
                <a:spcPct val="90000"/>
              </a:lnSpc>
              <a:buFont typeface="Monotype Sorts" pitchFamily="2" charset="2"/>
              <a:buNone/>
            </a:pPr>
            <a:r>
              <a:rPr lang="en-US" altLang="en-US" sz="2800" i="1"/>
              <a:t>                G</a:t>
            </a:r>
            <a:r>
              <a:rPr lang="en-US" altLang="en-US" sz="2800" baseline="-25000"/>
              <a:t>2</a:t>
            </a:r>
          </a:p>
        </p:txBody>
      </p:sp>
      <p:sp>
        <p:nvSpPr>
          <p:cNvPr id="67597" name="Line 5">
            <a:extLst>
              <a:ext uri="{FF2B5EF4-FFF2-40B4-BE49-F238E27FC236}">
                <a16:creationId xmlns:a16="http://schemas.microsoft.com/office/drawing/2014/main" id="{57939BFA-913C-8434-7C1B-9849CE90E874}"/>
              </a:ext>
            </a:extLst>
          </p:cNvPr>
          <p:cNvSpPr>
            <a:spLocks noChangeShapeType="1"/>
          </p:cNvSpPr>
          <p:nvPr/>
        </p:nvSpPr>
        <p:spPr bwMode="auto">
          <a:xfrm flipV="1">
            <a:off x="4241345" y="3312292"/>
            <a:ext cx="3852862" cy="14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7589" name="Text Box 7">
            <a:extLst>
              <a:ext uri="{FF2B5EF4-FFF2-40B4-BE49-F238E27FC236}">
                <a16:creationId xmlns:a16="http://schemas.microsoft.com/office/drawing/2014/main" id="{938A333B-8FD2-F291-75F4-D31957DF0352}"/>
              </a:ext>
            </a:extLst>
          </p:cNvPr>
          <p:cNvSpPr txBox="1">
            <a:spLocks noChangeArrowheads="1"/>
          </p:cNvSpPr>
          <p:nvPr/>
        </p:nvSpPr>
        <p:spPr bwMode="auto">
          <a:xfrm>
            <a:off x="2706689" y="2354263"/>
            <a:ext cx="14001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X</a:t>
            </a:r>
            <a:r>
              <a:rPr lang="en-US" altLang="en-US" baseline="-25000">
                <a:solidFill>
                  <a:srgbClr val="FFFFFF"/>
                </a:solidFill>
                <a:latin typeface="Times New Roman" panose="02020603050405020304" pitchFamily="18" charset="0"/>
              </a:rPr>
              <a:t>1</a:t>
            </a: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3</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2</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4</a:t>
            </a:r>
          </a:p>
        </p:txBody>
      </p:sp>
      <p:sp>
        <p:nvSpPr>
          <p:cNvPr id="67590" name="Line 8">
            <a:extLst>
              <a:ext uri="{FF2B5EF4-FFF2-40B4-BE49-F238E27FC236}">
                <a16:creationId xmlns:a16="http://schemas.microsoft.com/office/drawing/2014/main" id="{94790B42-7DAE-87B7-0BF9-3BC4CDDABFA2}"/>
              </a:ext>
            </a:extLst>
          </p:cNvPr>
          <p:cNvSpPr>
            <a:spLocks noChangeShapeType="1"/>
          </p:cNvSpPr>
          <p:nvPr/>
        </p:nvSpPr>
        <p:spPr bwMode="auto">
          <a:xfrm>
            <a:off x="2903539" y="2782889"/>
            <a:ext cx="358775" cy="739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7591" name="Line 9">
            <a:extLst>
              <a:ext uri="{FF2B5EF4-FFF2-40B4-BE49-F238E27FC236}">
                <a16:creationId xmlns:a16="http://schemas.microsoft.com/office/drawing/2014/main" id="{2BFC45C0-F77F-2549-1621-1526550294E1}"/>
              </a:ext>
            </a:extLst>
          </p:cNvPr>
          <p:cNvSpPr>
            <a:spLocks noChangeShapeType="1"/>
          </p:cNvSpPr>
          <p:nvPr/>
        </p:nvSpPr>
        <p:spPr bwMode="auto">
          <a:xfrm flipH="1">
            <a:off x="3448051" y="2794001"/>
            <a:ext cx="392113" cy="7286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7592" name="Line 10">
            <a:extLst>
              <a:ext uri="{FF2B5EF4-FFF2-40B4-BE49-F238E27FC236}">
                <a16:creationId xmlns:a16="http://schemas.microsoft.com/office/drawing/2014/main" id="{7EC3C9E3-6E76-7A74-B407-3C7334E78819}"/>
              </a:ext>
            </a:extLst>
          </p:cNvPr>
          <p:cNvSpPr>
            <a:spLocks noChangeShapeType="1"/>
          </p:cNvSpPr>
          <p:nvPr/>
        </p:nvSpPr>
        <p:spPr bwMode="auto">
          <a:xfrm>
            <a:off x="3354388" y="3905250"/>
            <a:ext cx="0" cy="636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7593" name="Text Box 11">
            <a:extLst>
              <a:ext uri="{FF2B5EF4-FFF2-40B4-BE49-F238E27FC236}">
                <a16:creationId xmlns:a16="http://schemas.microsoft.com/office/drawing/2014/main" id="{D14E0B70-0DAA-FAC4-3725-98055F77CF51}"/>
              </a:ext>
            </a:extLst>
          </p:cNvPr>
          <p:cNvSpPr txBox="1">
            <a:spLocks noChangeArrowheads="1"/>
          </p:cNvSpPr>
          <p:nvPr/>
        </p:nvSpPr>
        <p:spPr bwMode="auto">
          <a:xfrm>
            <a:off x="2243139" y="3671888"/>
            <a:ext cx="644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i="1">
                <a:solidFill>
                  <a:srgbClr val="FFFFFF"/>
                </a:solidFill>
                <a:latin typeface="Times" pitchFamily="2" charset="0"/>
              </a:rPr>
              <a:t>T</a:t>
            </a:r>
          </a:p>
        </p:txBody>
      </p:sp>
      <p:sp>
        <p:nvSpPr>
          <p:cNvPr id="67594" name="Line 12">
            <a:extLst>
              <a:ext uri="{FF2B5EF4-FFF2-40B4-BE49-F238E27FC236}">
                <a16:creationId xmlns:a16="http://schemas.microsoft.com/office/drawing/2014/main" id="{0C4CEA41-C835-D4AB-F926-A9ADA79AA925}"/>
              </a:ext>
            </a:extLst>
          </p:cNvPr>
          <p:cNvSpPr>
            <a:spLocks noChangeShapeType="1"/>
          </p:cNvSpPr>
          <p:nvPr/>
        </p:nvSpPr>
        <p:spPr bwMode="auto">
          <a:xfrm flipV="1">
            <a:off x="2452689" y="2787651"/>
            <a:ext cx="390525" cy="7794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7595" name="Line 13">
            <a:extLst>
              <a:ext uri="{FF2B5EF4-FFF2-40B4-BE49-F238E27FC236}">
                <a16:creationId xmlns:a16="http://schemas.microsoft.com/office/drawing/2014/main" id="{74D2C815-6440-95F4-7C71-5464F92A083B}"/>
              </a:ext>
            </a:extLst>
          </p:cNvPr>
          <p:cNvSpPr>
            <a:spLocks noChangeShapeType="1"/>
          </p:cNvSpPr>
          <p:nvPr/>
        </p:nvSpPr>
        <p:spPr bwMode="auto">
          <a:xfrm>
            <a:off x="2438401" y="4227513"/>
            <a:ext cx="688975" cy="5397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67596" name="Rectangle 14">
            <a:extLst>
              <a:ext uri="{FF2B5EF4-FFF2-40B4-BE49-F238E27FC236}">
                <a16:creationId xmlns:a16="http://schemas.microsoft.com/office/drawing/2014/main" id="{B84077D3-0C7C-6D13-535B-80ED72902BC6}"/>
              </a:ext>
            </a:extLst>
          </p:cNvPr>
          <p:cNvSpPr>
            <a:spLocks noChangeArrowheads="1"/>
          </p:cNvSpPr>
          <p:nvPr/>
        </p:nvSpPr>
        <p:spPr bwMode="auto">
          <a:xfrm>
            <a:off x="2154238" y="3657601"/>
            <a:ext cx="449262" cy="4349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a:solidFill>
                <a:srgbClr val="FFFFFF"/>
              </a:solidFill>
            </a:endParaRPr>
          </a:p>
        </p:txBody>
      </p:sp>
      <p:sp>
        <p:nvSpPr>
          <p:cNvPr id="2" name="Slide Number Placeholder 1">
            <a:extLst>
              <a:ext uri="{FF2B5EF4-FFF2-40B4-BE49-F238E27FC236}">
                <a16:creationId xmlns:a16="http://schemas.microsoft.com/office/drawing/2014/main" id="{399DB26F-B121-DD4A-87D0-5F7431807186}"/>
              </a:ext>
            </a:extLst>
          </p:cNvPr>
          <p:cNvSpPr>
            <a:spLocks noGrp="1"/>
          </p:cNvSpPr>
          <p:nvPr>
            <p:ph type="sldNum" sz="quarter" idx="10"/>
          </p:nvPr>
        </p:nvSpPr>
        <p:spPr/>
        <p:txBody>
          <a:bodyPr/>
          <a:lstStyle/>
          <a:p>
            <a:fld id="{6B69CBE1-A7D5-7240-8D99-C0F6CAE01367}" type="slidenum">
              <a:rPr lang="en-US" altLang="en-US" smtClean="0"/>
              <a:pPr/>
              <a:t>28</a:t>
            </a:fld>
            <a:endParaRPr lang="en-US" altLang="en-US"/>
          </a:p>
        </p:txBody>
      </p:sp>
    </p:spTree>
    <p:custDataLst>
      <p:tags r:id="rId1"/>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a:extLst>
              <a:ext uri="{FF2B5EF4-FFF2-40B4-BE49-F238E27FC236}">
                <a16:creationId xmlns:a16="http://schemas.microsoft.com/office/drawing/2014/main" id="{C9DF8030-83D2-409A-E5C4-6E2A4F98A535}"/>
              </a:ext>
            </a:extLst>
          </p:cNvPr>
          <p:cNvSpPr>
            <a:spLocks noGrp="1" noChangeArrowheads="1"/>
          </p:cNvSpPr>
          <p:nvPr>
            <p:ph type="title"/>
          </p:nvPr>
        </p:nvSpPr>
        <p:spPr>
          <a:xfrm>
            <a:off x="2632076" y="482600"/>
            <a:ext cx="7281863" cy="1143000"/>
          </a:xfrm>
        </p:spPr>
        <p:txBody>
          <a:bodyPr/>
          <a:lstStyle/>
          <a:p>
            <a:pPr>
              <a:defRPr/>
            </a:pPr>
            <a:r>
              <a:rPr lang="en-US" sz="4000">
                <a:cs typeface="+mj-cs"/>
              </a:rPr>
              <a:t>Maximal Ancestral Graph Models (Richardson and Spirtes)</a:t>
            </a:r>
          </a:p>
        </p:txBody>
      </p:sp>
      <p:sp>
        <p:nvSpPr>
          <p:cNvPr id="699395" name="Rectangle 3">
            <a:extLst>
              <a:ext uri="{FF2B5EF4-FFF2-40B4-BE49-F238E27FC236}">
                <a16:creationId xmlns:a16="http://schemas.microsoft.com/office/drawing/2014/main" id="{CC3A8728-18BF-E3FE-11C6-CBD20D2ABE53}"/>
              </a:ext>
            </a:extLst>
          </p:cNvPr>
          <p:cNvSpPr>
            <a:spLocks noGrp="1" noChangeArrowheads="1"/>
          </p:cNvSpPr>
          <p:nvPr>
            <p:ph type="body" idx="1"/>
          </p:nvPr>
        </p:nvSpPr>
        <p:spPr/>
        <p:txBody>
          <a:bodyPr/>
          <a:lstStyle/>
          <a:p>
            <a:r>
              <a:rPr lang="en-US" altLang="en-US" sz="2800" i="1"/>
              <a:t>G</a:t>
            </a:r>
            <a:r>
              <a:rPr lang="en-US" altLang="en-US" sz="2800"/>
              <a:t>[</a:t>
            </a:r>
            <a:r>
              <a:rPr lang="en-US" altLang="en-US" sz="2800" b="1" baseline="-25000"/>
              <a:t>L </a:t>
            </a:r>
            <a:r>
              <a:rPr lang="en-US" altLang="en-US" sz="2800"/>
              <a:t>represents a subset of the graphs in </a:t>
            </a:r>
            <a:r>
              <a:rPr lang="en-US" altLang="en-US" sz="2800" i="1"/>
              <a:t>I</a:t>
            </a:r>
            <a:r>
              <a:rPr lang="en-US" altLang="en-US" sz="2800"/>
              <a:t>-Equivalence(</a:t>
            </a:r>
            <a:r>
              <a:rPr lang="en-US" altLang="en-US" sz="2800" i="1"/>
              <a:t>G</a:t>
            </a:r>
            <a:r>
              <a:rPr lang="en-US" altLang="en-US" sz="2800"/>
              <a:t>)[</a:t>
            </a:r>
            <a:r>
              <a:rPr lang="en-US" altLang="en-US" sz="2800" b="1" baseline="-25000"/>
              <a:t>L</a:t>
            </a:r>
            <a:r>
              <a:rPr lang="en-US" altLang="en-US" sz="2800"/>
              <a:t> that share certain ancestor relations</a:t>
            </a:r>
          </a:p>
          <a:p>
            <a:r>
              <a:rPr lang="en-US" altLang="en-US" sz="2800" i="1"/>
              <a:t>G</a:t>
            </a:r>
            <a:r>
              <a:rPr lang="en-US" altLang="en-US" sz="2800"/>
              <a:t>[</a:t>
            </a:r>
            <a:r>
              <a:rPr lang="en-US" altLang="en-US" sz="2800" b="1" baseline="-25000"/>
              <a:t>L </a:t>
            </a:r>
            <a:r>
              <a:rPr lang="en-US" altLang="en-US" sz="2800"/>
              <a:t>represents </a:t>
            </a:r>
            <a:r>
              <a:rPr lang="en-US" altLang="en-US" sz="2800" i="1"/>
              <a:t>does not</a:t>
            </a:r>
            <a:r>
              <a:rPr lang="en-US" altLang="en-US" sz="2800"/>
              <a:t> represent the set of marginal Gaussian distributions of DAGs that are Markov to G (because  there are non-conditional independence constaints imposed on  the marginals of latent Gaussian models)</a:t>
            </a:r>
            <a:endParaRPr lang="en-US" altLang="en-US" sz="2400" b="1" baseline="-25000"/>
          </a:p>
          <a:p>
            <a:r>
              <a:rPr lang="en-US" altLang="en-US" sz="2800"/>
              <a:t>The parameterization of </a:t>
            </a:r>
            <a:r>
              <a:rPr lang="en-US" altLang="en-US" sz="2800" i="1"/>
              <a:t>G</a:t>
            </a:r>
            <a:r>
              <a:rPr lang="en-US" altLang="en-US" sz="2800"/>
              <a:t>[</a:t>
            </a:r>
            <a:r>
              <a:rPr lang="en-US" altLang="en-US" sz="2800" b="1" baseline="-25000"/>
              <a:t>L </a:t>
            </a:r>
            <a:r>
              <a:rPr lang="en-US" altLang="en-US" sz="2800"/>
              <a:t>is simply that of a particular kind of structural equation model</a:t>
            </a:r>
          </a:p>
          <a:p>
            <a:r>
              <a:rPr lang="en-US" altLang="en-US" sz="2800"/>
              <a:t>Every parameter is identifiable</a:t>
            </a:r>
          </a:p>
          <a:p>
            <a:r>
              <a:rPr lang="en-US" altLang="en-US" sz="2800"/>
              <a:t>Maximal ancestral graphs are closed under  marginalization.</a:t>
            </a:r>
          </a:p>
        </p:txBody>
      </p:sp>
      <p:sp>
        <p:nvSpPr>
          <p:cNvPr id="2" name="Slide Number Placeholder 1">
            <a:extLst>
              <a:ext uri="{FF2B5EF4-FFF2-40B4-BE49-F238E27FC236}">
                <a16:creationId xmlns:a16="http://schemas.microsoft.com/office/drawing/2014/main" id="{D7B5A014-710A-7C46-A996-AE76BBE473CF}"/>
              </a:ext>
            </a:extLst>
          </p:cNvPr>
          <p:cNvSpPr>
            <a:spLocks noGrp="1"/>
          </p:cNvSpPr>
          <p:nvPr>
            <p:ph type="sldNum" sz="quarter" idx="10"/>
          </p:nvPr>
        </p:nvSpPr>
        <p:spPr/>
        <p:txBody>
          <a:bodyPr/>
          <a:lstStyle/>
          <a:p>
            <a:fld id="{6B69CBE1-A7D5-7240-8D99-C0F6CAE01367}" type="slidenum">
              <a:rPr lang="en-US" altLang="en-US" smtClean="0"/>
              <a:pPr/>
              <a:t>29</a:t>
            </a:fld>
            <a:endParaRPr lang="en-US"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a:extLst>
              <a:ext uri="{FF2B5EF4-FFF2-40B4-BE49-F238E27FC236}">
                <a16:creationId xmlns:a16="http://schemas.microsoft.com/office/drawing/2014/main" id="{D4370F92-995C-3CF9-381E-D066FC929E44}"/>
              </a:ext>
            </a:extLst>
          </p:cNvPr>
          <p:cNvSpPr>
            <a:spLocks noGrp="1" noChangeArrowheads="1"/>
          </p:cNvSpPr>
          <p:nvPr>
            <p:ph type="title"/>
          </p:nvPr>
        </p:nvSpPr>
        <p:spPr>
          <a:xfrm>
            <a:off x="2606676" y="469900"/>
            <a:ext cx="6354763" cy="1143000"/>
          </a:xfrm>
        </p:spPr>
        <p:txBody>
          <a:bodyPr/>
          <a:lstStyle/>
          <a:p>
            <a:pPr>
              <a:defRPr/>
            </a:pPr>
            <a:r>
              <a:rPr lang="en-US">
                <a:cs typeface="+mj-cs"/>
              </a:rPr>
              <a:t>Mixed Ancestral Models</a:t>
            </a:r>
          </a:p>
        </p:txBody>
      </p:sp>
      <p:sp>
        <p:nvSpPr>
          <p:cNvPr id="700419" name="Rectangle 3">
            <a:extLst>
              <a:ext uri="{FF2B5EF4-FFF2-40B4-BE49-F238E27FC236}">
                <a16:creationId xmlns:a16="http://schemas.microsoft.com/office/drawing/2014/main" id="{5C33FC1E-99B5-0078-C5F3-C450C0C06423}"/>
              </a:ext>
            </a:extLst>
          </p:cNvPr>
          <p:cNvSpPr>
            <a:spLocks noGrp="1" noChangeArrowheads="1"/>
          </p:cNvSpPr>
          <p:nvPr>
            <p:ph type="body" idx="1"/>
          </p:nvPr>
        </p:nvSpPr>
        <p:spPr/>
        <p:txBody>
          <a:bodyPr/>
          <a:lstStyle/>
          <a:p>
            <a:pPr>
              <a:lnSpc>
                <a:spcPct val="90000"/>
              </a:lnSpc>
              <a:buFont typeface="Monotype Sorts" charset="0"/>
              <a:buChar char=""/>
              <a:defRPr/>
            </a:pPr>
            <a:r>
              <a:rPr lang="en-US" sz="2800">
                <a:cs typeface="+mn-cs"/>
              </a:rPr>
              <a:t>Can score and evaluate in the usual ways</a:t>
            </a:r>
          </a:p>
          <a:p>
            <a:pPr>
              <a:lnSpc>
                <a:spcPct val="90000"/>
              </a:lnSpc>
              <a:buFont typeface="Monotype Sorts" charset="0"/>
              <a:buChar char=""/>
              <a:defRPr/>
            </a:pPr>
            <a:r>
              <a:rPr lang="en-US" sz="2800">
                <a:cs typeface="+mn-cs"/>
              </a:rPr>
              <a:t>Not every parameter is directly interpreted as a structural coefficient</a:t>
            </a:r>
          </a:p>
          <a:p>
            <a:pPr>
              <a:lnSpc>
                <a:spcPct val="90000"/>
              </a:lnSpc>
              <a:buFont typeface="Monotype Sorts" charset="0"/>
              <a:buChar char=""/>
              <a:defRPr/>
            </a:pPr>
            <a:r>
              <a:rPr lang="en-US" sz="2800">
                <a:cs typeface="+mn-cs"/>
              </a:rPr>
              <a:t>Not every part of marginal manipulated model can be predicted from mixed ancestral graph</a:t>
            </a:r>
          </a:p>
          <a:p>
            <a:pPr>
              <a:lnSpc>
                <a:spcPct val="90000"/>
              </a:lnSpc>
              <a:buFont typeface="Monotype Sorts" charset="0"/>
              <a:buChar char=""/>
              <a:defRPr/>
            </a:pPr>
            <a:r>
              <a:rPr lang="en-US" sz="2800">
                <a:cs typeface="+mn-cs"/>
              </a:rPr>
              <a:t>Mixed ancestral models are closed under marginalization and conditionalizataion</a:t>
            </a:r>
          </a:p>
          <a:p>
            <a:pPr>
              <a:lnSpc>
                <a:spcPct val="90000"/>
              </a:lnSpc>
              <a:buFont typeface="Monotype Sorts" charset="0"/>
              <a:buChar char=""/>
              <a:defRPr/>
            </a:pPr>
            <a:endParaRPr lang="en-US" sz="2800">
              <a:cs typeface="+mn-cs"/>
            </a:endParaRPr>
          </a:p>
        </p:txBody>
      </p:sp>
      <p:sp>
        <p:nvSpPr>
          <p:cNvPr id="2" name="Slide Number Placeholder 1">
            <a:extLst>
              <a:ext uri="{FF2B5EF4-FFF2-40B4-BE49-F238E27FC236}">
                <a16:creationId xmlns:a16="http://schemas.microsoft.com/office/drawing/2014/main" id="{DA5E7708-ABE5-164D-9C1F-0DF28058B638}"/>
              </a:ext>
            </a:extLst>
          </p:cNvPr>
          <p:cNvSpPr>
            <a:spLocks noGrp="1"/>
          </p:cNvSpPr>
          <p:nvPr>
            <p:ph type="sldNum" sz="quarter" idx="10"/>
          </p:nvPr>
        </p:nvSpPr>
        <p:spPr/>
        <p:txBody>
          <a:bodyPr/>
          <a:lstStyle/>
          <a:p>
            <a:fld id="{6B69CBE1-A7D5-7240-8D99-C0F6CAE01367}" type="slidenum">
              <a:rPr lang="en-US" altLang="en-US" smtClean="0"/>
              <a:pPr/>
              <a:t>30</a:t>
            </a:fld>
            <a:endParaRPr lang="en-US"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a:extLst>
              <a:ext uri="{FF2B5EF4-FFF2-40B4-BE49-F238E27FC236}">
                <a16:creationId xmlns:a16="http://schemas.microsoft.com/office/drawing/2014/main" id="{67545332-C948-9AE4-FC46-63B67C47644A}"/>
              </a:ext>
            </a:extLst>
          </p:cNvPr>
          <p:cNvSpPr>
            <a:spLocks noGrp="1" noChangeArrowheads="1"/>
          </p:cNvSpPr>
          <p:nvPr>
            <p:ph type="body" idx="1"/>
          </p:nvPr>
        </p:nvSpPr>
        <p:spPr>
          <a:xfrm>
            <a:off x="2648744" y="1949451"/>
            <a:ext cx="10388600" cy="4114800"/>
          </a:xfrm>
        </p:spPr>
        <p:txBody>
          <a:bodyPr/>
          <a:lstStyle/>
          <a:p>
            <a:pPr>
              <a:buFont typeface="Monotype Sorts" pitchFamily="2" charset="2"/>
              <a:buNone/>
            </a:pPr>
            <a:r>
              <a:rPr lang="en-US" altLang="en-US" i="1"/>
              <a:t>           T                           X</a:t>
            </a:r>
            <a:r>
              <a:rPr lang="en-US" altLang="en-US" baseline="-25000"/>
              <a:t>1                    </a:t>
            </a:r>
            <a:r>
              <a:rPr lang="en-US" altLang="en-US" i="1"/>
              <a:t>X</a:t>
            </a:r>
            <a:r>
              <a:rPr lang="en-US" altLang="en-US" baseline="-25000"/>
              <a:t>3 </a:t>
            </a:r>
            <a:endParaRPr lang="en-US" altLang="en-US" i="1"/>
          </a:p>
          <a:p>
            <a:pPr>
              <a:buFont typeface="Monotype Sorts" pitchFamily="2" charset="2"/>
              <a:buNone/>
            </a:pPr>
            <a:endParaRPr lang="en-US" altLang="en-US" i="1"/>
          </a:p>
          <a:p>
            <a:pPr>
              <a:buFont typeface="Monotype Sorts" pitchFamily="2" charset="2"/>
              <a:buNone/>
            </a:pPr>
            <a:r>
              <a:rPr lang="en-US" altLang="en-US" baseline="-25000"/>
              <a:t>                                                                            </a:t>
            </a:r>
            <a:r>
              <a:rPr lang="en-US" altLang="en-US" i="1"/>
              <a:t>X</a:t>
            </a:r>
            <a:r>
              <a:rPr lang="en-US" altLang="en-US" baseline="-25000"/>
              <a:t>2 </a:t>
            </a:r>
            <a:endParaRPr lang="en-US" altLang="en-US" i="1"/>
          </a:p>
          <a:p>
            <a:pPr>
              <a:buFont typeface="Monotype Sorts" pitchFamily="2" charset="2"/>
              <a:buNone/>
            </a:pPr>
            <a:r>
              <a:rPr lang="en-US" altLang="en-US" i="1"/>
              <a:t>X</a:t>
            </a:r>
            <a:r>
              <a:rPr lang="en-US" altLang="en-US" baseline="-25000"/>
              <a:t>1      </a:t>
            </a:r>
            <a:r>
              <a:rPr lang="en-US" altLang="en-US" i="1"/>
              <a:t>X</a:t>
            </a:r>
            <a:r>
              <a:rPr lang="en-US" altLang="en-US" baseline="-25000"/>
              <a:t>2       </a:t>
            </a:r>
            <a:r>
              <a:rPr lang="en-US" altLang="en-US" i="1"/>
              <a:t>X</a:t>
            </a:r>
            <a:r>
              <a:rPr lang="en-US" altLang="en-US" baseline="-25000"/>
              <a:t>3     </a:t>
            </a:r>
            <a:r>
              <a:rPr lang="en-US" altLang="en-US" i="1"/>
              <a:t>X</a:t>
            </a:r>
            <a:r>
              <a:rPr lang="en-US" altLang="en-US" baseline="-25000"/>
              <a:t>4</a:t>
            </a:r>
          </a:p>
          <a:p>
            <a:pPr>
              <a:buFont typeface="Monotype Sorts" pitchFamily="2" charset="2"/>
              <a:buNone/>
            </a:pPr>
            <a:endParaRPr lang="en-US" altLang="en-US" baseline="-25000"/>
          </a:p>
          <a:p>
            <a:pPr>
              <a:buFont typeface="Monotype Sorts" pitchFamily="2" charset="2"/>
              <a:buNone/>
            </a:pPr>
            <a:r>
              <a:rPr lang="en-US" altLang="en-US" i="1"/>
              <a:t>                                                  X</a:t>
            </a:r>
            <a:r>
              <a:rPr lang="en-US" altLang="en-US" baseline="-25000"/>
              <a:t>4</a:t>
            </a:r>
          </a:p>
          <a:p>
            <a:pPr>
              <a:buFont typeface="Monotype Sorts" pitchFamily="2" charset="2"/>
              <a:buNone/>
            </a:pPr>
            <a:r>
              <a:rPr lang="en-US" altLang="en-US" i="1"/>
              <a:t>                                                 G</a:t>
            </a:r>
            <a:r>
              <a:rPr lang="en-US" altLang="en-US" baseline="-25000"/>
              <a:t>1</a:t>
            </a:r>
            <a:r>
              <a:rPr lang="en-US" altLang="en-US"/>
              <a:t>[</a:t>
            </a:r>
            <a:r>
              <a:rPr lang="en-US" altLang="en-US" b="1" baseline="-25000"/>
              <a:t>L</a:t>
            </a:r>
          </a:p>
        </p:txBody>
      </p:sp>
      <p:sp>
        <p:nvSpPr>
          <p:cNvPr id="74755" name="Line 3">
            <a:extLst>
              <a:ext uri="{FF2B5EF4-FFF2-40B4-BE49-F238E27FC236}">
                <a16:creationId xmlns:a16="http://schemas.microsoft.com/office/drawing/2014/main" id="{06498218-09EF-E1F5-0B28-7EB4576D96BF}"/>
              </a:ext>
            </a:extLst>
          </p:cNvPr>
          <p:cNvSpPr>
            <a:spLocks noChangeShapeType="1"/>
          </p:cNvSpPr>
          <p:nvPr/>
        </p:nvSpPr>
        <p:spPr bwMode="auto">
          <a:xfrm flipH="1">
            <a:off x="3068639" y="2638425"/>
            <a:ext cx="854075" cy="11239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56" name="Line 4">
            <a:extLst>
              <a:ext uri="{FF2B5EF4-FFF2-40B4-BE49-F238E27FC236}">
                <a16:creationId xmlns:a16="http://schemas.microsoft.com/office/drawing/2014/main" id="{FEE27F2F-3E6B-D9A7-807B-BA9458A16665}"/>
              </a:ext>
            </a:extLst>
          </p:cNvPr>
          <p:cNvSpPr>
            <a:spLocks noChangeShapeType="1"/>
          </p:cNvSpPr>
          <p:nvPr/>
        </p:nvSpPr>
        <p:spPr bwMode="auto">
          <a:xfrm flipH="1">
            <a:off x="3757614" y="2638425"/>
            <a:ext cx="149225" cy="11239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57" name="Line 5">
            <a:extLst>
              <a:ext uri="{FF2B5EF4-FFF2-40B4-BE49-F238E27FC236}">
                <a16:creationId xmlns:a16="http://schemas.microsoft.com/office/drawing/2014/main" id="{15584799-9FDE-7C30-B4DA-740A01E1F53C}"/>
              </a:ext>
            </a:extLst>
          </p:cNvPr>
          <p:cNvSpPr>
            <a:spLocks noChangeShapeType="1"/>
          </p:cNvSpPr>
          <p:nvPr/>
        </p:nvSpPr>
        <p:spPr bwMode="auto">
          <a:xfrm>
            <a:off x="3906839" y="2638425"/>
            <a:ext cx="674687" cy="1079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58" name="Line 6">
            <a:extLst>
              <a:ext uri="{FF2B5EF4-FFF2-40B4-BE49-F238E27FC236}">
                <a16:creationId xmlns:a16="http://schemas.microsoft.com/office/drawing/2014/main" id="{EF5C1049-8601-4B4F-A94B-78D327515B0F}"/>
              </a:ext>
            </a:extLst>
          </p:cNvPr>
          <p:cNvSpPr>
            <a:spLocks noChangeShapeType="1"/>
          </p:cNvSpPr>
          <p:nvPr/>
        </p:nvSpPr>
        <p:spPr bwMode="auto">
          <a:xfrm>
            <a:off x="3906839" y="2638425"/>
            <a:ext cx="1379537" cy="10937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59" name="Line 7">
            <a:extLst>
              <a:ext uri="{FF2B5EF4-FFF2-40B4-BE49-F238E27FC236}">
                <a16:creationId xmlns:a16="http://schemas.microsoft.com/office/drawing/2014/main" id="{6040F3AB-1406-C030-F678-00BC0A475114}"/>
              </a:ext>
            </a:extLst>
          </p:cNvPr>
          <p:cNvSpPr>
            <a:spLocks noChangeShapeType="1"/>
          </p:cNvSpPr>
          <p:nvPr/>
        </p:nvSpPr>
        <p:spPr bwMode="auto">
          <a:xfrm>
            <a:off x="7326314" y="2622550"/>
            <a:ext cx="509587" cy="53975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60" name="Line 8">
            <a:extLst>
              <a:ext uri="{FF2B5EF4-FFF2-40B4-BE49-F238E27FC236}">
                <a16:creationId xmlns:a16="http://schemas.microsoft.com/office/drawing/2014/main" id="{21E7FEA9-2CF2-73AE-652E-715A30381045}"/>
              </a:ext>
            </a:extLst>
          </p:cNvPr>
          <p:cNvSpPr>
            <a:spLocks noChangeShapeType="1"/>
          </p:cNvSpPr>
          <p:nvPr/>
        </p:nvSpPr>
        <p:spPr bwMode="auto">
          <a:xfrm flipH="1">
            <a:off x="8089900" y="2638425"/>
            <a:ext cx="463550" cy="5842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61" name="Line 9">
            <a:extLst>
              <a:ext uri="{FF2B5EF4-FFF2-40B4-BE49-F238E27FC236}">
                <a16:creationId xmlns:a16="http://schemas.microsoft.com/office/drawing/2014/main" id="{9579F7ED-CCEE-AF4D-B6CC-F889AEA90CDB}"/>
              </a:ext>
            </a:extLst>
          </p:cNvPr>
          <p:cNvSpPr>
            <a:spLocks noChangeShapeType="1"/>
          </p:cNvSpPr>
          <p:nvPr/>
        </p:nvSpPr>
        <p:spPr bwMode="auto">
          <a:xfrm>
            <a:off x="8001000" y="3927475"/>
            <a:ext cx="0" cy="674688"/>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62" name="Line 10">
            <a:extLst>
              <a:ext uri="{FF2B5EF4-FFF2-40B4-BE49-F238E27FC236}">
                <a16:creationId xmlns:a16="http://schemas.microsoft.com/office/drawing/2014/main" id="{C79A24E9-236B-2F12-1B76-F0C690DE49A1}"/>
              </a:ext>
            </a:extLst>
          </p:cNvPr>
          <p:cNvSpPr>
            <a:spLocks noChangeShapeType="1"/>
          </p:cNvSpPr>
          <p:nvPr/>
        </p:nvSpPr>
        <p:spPr bwMode="auto">
          <a:xfrm>
            <a:off x="6950075" y="2682875"/>
            <a:ext cx="781050" cy="21463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63" name="Line 11">
            <a:extLst>
              <a:ext uri="{FF2B5EF4-FFF2-40B4-BE49-F238E27FC236}">
                <a16:creationId xmlns:a16="http://schemas.microsoft.com/office/drawing/2014/main" id="{EE5CAA41-5FEC-7731-EF4D-A0987032006B}"/>
              </a:ext>
            </a:extLst>
          </p:cNvPr>
          <p:cNvSpPr>
            <a:spLocks noChangeShapeType="1"/>
          </p:cNvSpPr>
          <p:nvPr/>
        </p:nvSpPr>
        <p:spPr bwMode="auto">
          <a:xfrm flipH="1">
            <a:off x="8285163" y="2638425"/>
            <a:ext cx="690562" cy="2173288"/>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64" name="Line 12">
            <a:extLst>
              <a:ext uri="{FF2B5EF4-FFF2-40B4-BE49-F238E27FC236}">
                <a16:creationId xmlns:a16="http://schemas.microsoft.com/office/drawing/2014/main" id="{772CF4CF-550E-C0E4-71CF-3AC8EF44FEE8}"/>
              </a:ext>
            </a:extLst>
          </p:cNvPr>
          <p:cNvSpPr>
            <a:spLocks noChangeShapeType="1"/>
          </p:cNvSpPr>
          <p:nvPr/>
        </p:nvSpPr>
        <p:spPr bwMode="auto">
          <a:xfrm>
            <a:off x="7386638" y="2308226"/>
            <a:ext cx="912812" cy="158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65" name="Rectangle 13">
            <a:extLst>
              <a:ext uri="{FF2B5EF4-FFF2-40B4-BE49-F238E27FC236}">
                <a16:creationId xmlns:a16="http://schemas.microsoft.com/office/drawing/2014/main" id="{E9D4FE16-343C-9A12-AAD4-8B7BD493B6D5}"/>
              </a:ext>
            </a:extLst>
          </p:cNvPr>
          <p:cNvSpPr>
            <a:spLocks noChangeArrowheads="1"/>
          </p:cNvSpPr>
          <p:nvPr/>
        </p:nvSpPr>
        <p:spPr bwMode="auto">
          <a:xfrm>
            <a:off x="3592514" y="1949451"/>
            <a:ext cx="765175" cy="6445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a:solidFill>
                <a:srgbClr val="FFFFFF"/>
              </a:solidFill>
            </a:endParaRPr>
          </a:p>
        </p:txBody>
      </p:sp>
      <p:sp>
        <p:nvSpPr>
          <p:cNvPr id="702478" name="Rectangle 14">
            <a:extLst>
              <a:ext uri="{FF2B5EF4-FFF2-40B4-BE49-F238E27FC236}">
                <a16:creationId xmlns:a16="http://schemas.microsoft.com/office/drawing/2014/main" id="{0F7A47CD-665B-BD55-CECB-15346982A101}"/>
              </a:ext>
            </a:extLst>
          </p:cNvPr>
          <p:cNvSpPr>
            <a:spLocks noChangeArrowheads="1"/>
          </p:cNvSpPr>
          <p:nvPr/>
        </p:nvSpPr>
        <p:spPr bwMode="auto">
          <a:xfrm>
            <a:off x="2008188" y="450850"/>
            <a:ext cx="8450262" cy="1143000"/>
          </a:xfrm>
          <a:prstGeom prst="rect">
            <a:avLst/>
          </a:prstGeom>
          <a:noFill/>
          <a:ln>
            <a:noFill/>
          </a:ln>
          <a:effectLst>
            <a:outerShdw blurRad="63500" dist="38099" dir="2700000" algn="ctr" rotWithShape="0">
              <a:srgbClr val="000000">
                <a:alpha val="74997"/>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487" tIns="44450" rIns="90487" bIns="44450"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4400">
                <a:solidFill>
                  <a:srgbClr val="8CF4EA"/>
                </a:solidFill>
                <a:latin typeface="Times" pitchFamily="2" charset="0"/>
              </a:rPr>
              <a:t>Graphical Models – Marginalization </a:t>
            </a:r>
          </a:p>
        </p:txBody>
      </p:sp>
      <p:grpSp>
        <p:nvGrpSpPr>
          <p:cNvPr id="702479" name="Group 15">
            <a:extLst>
              <a:ext uri="{FF2B5EF4-FFF2-40B4-BE49-F238E27FC236}">
                <a16:creationId xmlns:a16="http://schemas.microsoft.com/office/drawing/2014/main" id="{56DEC860-8AD2-32B4-4014-C7082D8E49C3}"/>
              </a:ext>
            </a:extLst>
          </p:cNvPr>
          <p:cNvGrpSpPr>
            <a:grpSpLocks/>
          </p:cNvGrpSpPr>
          <p:nvPr/>
        </p:nvGrpSpPr>
        <p:grpSpPr bwMode="auto">
          <a:xfrm>
            <a:off x="2933701" y="4451350"/>
            <a:ext cx="2308225" cy="2205038"/>
            <a:chOff x="888" y="2804"/>
            <a:chExt cx="1454" cy="1389"/>
          </a:xfrm>
        </p:grpSpPr>
        <p:grpSp>
          <p:nvGrpSpPr>
            <p:cNvPr id="74768" name="Group 16">
              <a:extLst>
                <a:ext uri="{FF2B5EF4-FFF2-40B4-BE49-F238E27FC236}">
                  <a16:creationId xmlns:a16="http://schemas.microsoft.com/office/drawing/2014/main" id="{662EFB82-4445-29D2-A07F-1F3FC86AD04D}"/>
                </a:ext>
              </a:extLst>
            </p:cNvPr>
            <p:cNvGrpSpPr>
              <a:grpSpLocks/>
            </p:cNvGrpSpPr>
            <p:nvPr/>
          </p:nvGrpSpPr>
          <p:grpSpPr bwMode="auto">
            <a:xfrm>
              <a:off x="888" y="2804"/>
              <a:ext cx="1454" cy="1291"/>
              <a:chOff x="888" y="2804"/>
              <a:chExt cx="1454" cy="1291"/>
            </a:xfrm>
          </p:grpSpPr>
          <p:sp>
            <p:nvSpPr>
              <p:cNvPr id="702481" name="Text Box 17">
                <a:extLst>
                  <a:ext uri="{FF2B5EF4-FFF2-40B4-BE49-F238E27FC236}">
                    <a16:creationId xmlns:a16="http://schemas.microsoft.com/office/drawing/2014/main" id="{66538F6F-97B1-7751-CC33-BBAACDA39BE7}"/>
                  </a:ext>
                </a:extLst>
              </p:cNvPr>
              <p:cNvSpPr txBox="1">
                <a:spLocks noChangeArrowheads="1"/>
              </p:cNvSpPr>
              <p:nvPr/>
            </p:nvSpPr>
            <p:spPr bwMode="auto">
              <a:xfrm>
                <a:off x="1294" y="3730"/>
                <a:ext cx="528" cy="365"/>
              </a:xfrm>
              <a:prstGeom prst="rect">
                <a:avLst/>
              </a:prstGeom>
              <a:noFill/>
              <a:ln>
                <a:noFill/>
              </a:ln>
              <a:effec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sz="3200" i="1">
                    <a:solidFill>
                      <a:srgbClr val="FFFFFF"/>
                    </a:solidFill>
                    <a:effectLst>
                      <a:outerShdw blurRad="38100" dist="38100" dir="2700000" algn="tl">
                        <a:srgbClr val="000000"/>
                      </a:outerShdw>
                    </a:effectLst>
                    <a:latin typeface="Times" pitchFamily="2" charset="0"/>
                  </a:rPr>
                  <a:t>T</a:t>
                </a:r>
                <a:r>
                  <a:rPr lang="en-US" altLang="en-US" sz="3200" baseline="-25000">
                    <a:solidFill>
                      <a:srgbClr val="FFFFFF"/>
                    </a:solidFill>
                    <a:effectLst>
                      <a:outerShdw blurRad="38100" dist="38100" dir="2700000" algn="tl">
                        <a:srgbClr val="000000"/>
                      </a:outerShdw>
                    </a:effectLst>
                    <a:latin typeface="Times" pitchFamily="2" charset="0"/>
                  </a:rPr>
                  <a:t>2</a:t>
                </a:r>
              </a:p>
            </p:txBody>
          </p:sp>
          <p:sp>
            <p:nvSpPr>
              <p:cNvPr id="74771" name="Line 18">
                <a:extLst>
                  <a:ext uri="{FF2B5EF4-FFF2-40B4-BE49-F238E27FC236}">
                    <a16:creationId xmlns:a16="http://schemas.microsoft.com/office/drawing/2014/main" id="{3E2CA751-B8CB-B384-4433-FFB30D13A7C6}"/>
                  </a:ext>
                </a:extLst>
              </p:cNvPr>
              <p:cNvSpPr>
                <a:spLocks noChangeShapeType="1"/>
              </p:cNvSpPr>
              <p:nvPr/>
            </p:nvSpPr>
            <p:spPr bwMode="auto">
              <a:xfrm flipH="1" flipV="1">
                <a:off x="888" y="2804"/>
                <a:ext cx="491" cy="95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72" name="Line 19">
                <a:extLst>
                  <a:ext uri="{FF2B5EF4-FFF2-40B4-BE49-F238E27FC236}">
                    <a16:creationId xmlns:a16="http://schemas.microsoft.com/office/drawing/2014/main" id="{43F686ED-72F1-116F-B06A-36C12A8BE18A}"/>
                  </a:ext>
                </a:extLst>
              </p:cNvPr>
              <p:cNvSpPr>
                <a:spLocks noChangeShapeType="1"/>
              </p:cNvSpPr>
              <p:nvPr/>
            </p:nvSpPr>
            <p:spPr bwMode="auto">
              <a:xfrm flipH="1" flipV="1">
                <a:off x="1379" y="2804"/>
                <a:ext cx="28" cy="9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73" name="Line 20">
                <a:extLst>
                  <a:ext uri="{FF2B5EF4-FFF2-40B4-BE49-F238E27FC236}">
                    <a16:creationId xmlns:a16="http://schemas.microsoft.com/office/drawing/2014/main" id="{24CDDCAF-9173-9F1F-9FE6-5AFBFDA5948B}"/>
                  </a:ext>
                </a:extLst>
              </p:cNvPr>
              <p:cNvSpPr>
                <a:spLocks noChangeShapeType="1"/>
              </p:cNvSpPr>
              <p:nvPr/>
            </p:nvSpPr>
            <p:spPr bwMode="auto">
              <a:xfrm flipV="1">
                <a:off x="1407" y="2814"/>
                <a:ext cx="519" cy="95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4774" name="Line 21">
                <a:extLst>
                  <a:ext uri="{FF2B5EF4-FFF2-40B4-BE49-F238E27FC236}">
                    <a16:creationId xmlns:a16="http://schemas.microsoft.com/office/drawing/2014/main" id="{519938B4-5663-7363-F583-32DFBC83A3EA}"/>
                  </a:ext>
                </a:extLst>
              </p:cNvPr>
              <p:cNvSpPr>
                <a:spLocks noChangeShapeType="1"/>
              </p:cNvSpPr>
              <p:nvPr/>
            </p:nvSpPr>
            <p:spPr bwMode="auto">
              <a:xfrm flipV="1">
                <a:off x="1398" y="2833"/>
                <a:ext cx="944" cy="9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grpSp>
        <p:sp>
          <p:nvSpPr>
            <p:cNvPr id="74769" name="Rectangle 22">
              <a:extLst>
                <a:ext uri="{FF2B5EF4-FFF2-40B4-BE49-F238E27FC236}">
                  <a16:creationId xmlns:a16="http://schemas.microsoft.com/office/drawing/2014/main" id="{64E3B74F-A634-09F5-2678-4BC6F86FBE00}"/>
                </a:ext>
              </a:extLst>
            </p:cNvPr>
            <p:cNvSpPr>
              <a:spLocks noChangeArrowheads="1"/>
            </p:cNvSpPr>
            <p:nvPr/>
          </p:nvSpPr>
          <p:spPr bwMode="auto">
            <a:xfrm>
              <a:off x="1189" y="3787"/>
              <a:ext cx="482" cy="40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a:solidFill>
                  <a:srgbClr val="FFFFFF"/>
                </a:solidFill>
              </a:endParaRPr>
            </a:p>
          </p:txBody>
        </p:sp>
      </p:grpSp>
      <p:sp>
        <p:nvSpPr>
          <p:cNvPr id="2" name="Slide Number Placeholder 1">
            <a:extLst>
              <a:ext uri="{FF2B5EF4-FFF2-40B4-BE49-F238E27FC236}">
                <a16:creationId xmlns:a16="http://schemas.microsoft.com/office/drawing/2014/main" id="{BA1BCFE0-7D2A-6042-B45A-F0EB9848491E}"/>
              </a:ext>
            </a:extLst>
          </p:cNvPr>
          <p:cNvSpPr>
            <a:spLocks noGrp="1"/>
          </p:cNvSpPr>
          <p:nvPr>
            <p:ph type="sldNum" sz="quarter" idx="10"/>
          </p:nvPr>
        </p:nvSpPr>
        <p:spPr/>
        <p:txBody>
          <a:bodyPr/>
          <a:lstStyle/>
          <a:p>
            <a:fld id="{6B69CBE1-A7D5-7240-8D99-C0F6CAE01367}" type="slidenum">
              <a:rPr lang="en-US" altLang="en-US" smtClean="0"/>
              <a:pPr/>
              <a:t>31</a:t>
            </a:fld>
            <a:endParaRPr lang="en-US"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02479"/>
                                        </p:tgtEl>
                                        <p:attrNameLst>
                                          <p:attrName>style.visibility</p:attrName>
                                        </p:attrNameLst>
                                      </p:cBhvr>
                                      <p:to>
                                        <p:strVal val="visible"/>
                                      </p:to>
                                    </p:set>
                                    <p:anim calcmode="lin" valueType="num">
                                      <p:cBhvr additive="base">
                                        <p:cTn id="7" dur="500" fill="hold"/>
                                        <p:tgtEl>
                                          <p:spTgt spid="702479"/>
                                        </p:tgtEl>
                                        <p:attrNameLst>
                                          <p:attrName>ppt_x</p:attrName>
                                        </p:attrNameLst>
                                      </p:cBhvr>
                                      <p:tavLst>
                                        <p:tav tm="0">
                                          <p:val>
                                            <p:strVal val="0-#ppt_w/2"/>
                                          </p:val>
                                        </p:tav>
                                        <p:tav tm="100000">
                                          <p:val>
                                            <p:strVal val="#ppt_x"/>
                                          </p:val>
                                        </p:tav>
                                      </p:tavLst>
                                    </p:anim>
                                    <p:anim calcmode="lin" valueType="num">
                                      <p:cBhvr additive="base">
                                        <p:cTn id="8" dur="500" fill="hold"/>
                                        <p:tgtEl>
                                          <p:spTgt spid="7024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E667575A-8361-CDDF-DF8B-D0024021544F}"/>
              </a:ext>
            </a:extLst>
          </p:cNvPr>
          <p:cNvSpPr>
            <a:spLocks noGrp="1" noChangeArrowheads="1"/>
          </p:cNvSpPr>
          <p:nvPr>
            <p:ph type="body" idx="1"/>
          </p:nvPr>
        </p:nvSpPr>
        <p:spPr/>
        <p:txBody>
          <a:bodyPr/>
          <a:lstStyle/>
          <a:p>
            <a:pPr>
              <a:lnSpc>
                <a:spcPct val="90000"/>
              </a:lnSpc>
              <a:buFont typeface="Monotype Sorts" charset="0"/>
              <a:buChar char=""/>
              <a:defRPr/>
            </a:pPr>
            <a:r>
              <a:rPr lang="en-US" dirty="0">
                <a:cs typeface="+mn-cs"/>
              </a:rPr>
              <a:t>There is an edge between </a:t>
            </a:r>
            <a:r>
              <a:rPr lang="en-US" i="1" dirty="0">
                <a:cs typeface="+mn-cs"/>
              </a:rPr>
              <a:t>A</a:t>
            </a:r>
            <a:r>
              <a:rPr lang="en-US" dirty="0">
                <a:cs typeface="+mn-cs"/>
              </a:rPr>
              <a:t> and </a:t>
            </a:r>
            <a:r>
              <a:rPr lang="en-US" i="1" dirty="0">
                <a:cs typeface="+mn-cs"/>
              </a:rPr>
              <a:t>B</a:t>
            </a:r>
            <a:r>
              <a:rPr lang="en-US" dirty="0">
                <a:cs typeface="+mn-cs"/>
              </a:rPr>
              <a:t> if and only if for every &lt;{</a:t>
            </a:r>
            <a:r>
              <a:rPr lang="en-US" i="1" dirty="0">
                <a:cs typeface="+mn-cs"/>
              </a:rPr>
              <a:t>A</a:t>
            </a:r>
            <a:r>
              <a:rPr lang="en-US" dirty="0">
                <a:cs typeface="+mn-cs"/>
              </a:rPr>
              <a:t>},{</a:t>
            </a:r>
            <a:r>
              <a:rPr lang="en-US" i="1" dirty="0">
                <a:cs typeface="+mn-cs"/>
              </a:rPr>
              <a:t>B</a:t>
            </a:r>
            <a:r>
              <a:rPr lang="en-US" dirty="0">
                <a:cs typeface="+mn-cs"/>
              </a:rPr>
              <a:t>}|</a:t>
            </a:r>
            <a:r>
              <a:rPr lang="en-US" b="1" dirty="0">
                <a:cs typeface="+mn-cs"/>
              </a:rPr>
              <a:t>C</a:t>
            </a:r>
            <a:r>
              <a:rPr lang="en-US" dirty="0">
                <a:cs typeface="+mn-cs"/>
              </a:rPr>
              <a:t>&gt;, there is a latent variable in </a:t>
            </a:r>
            <a:r>
              <a:rPr lang="en-US" b="1" dirty="0">
                <a:cs typeface="+mn-cs"/>
              </a:rPr>
              <a:t>C</a:t>
            </a:r>
            <a:r>
              <a:rPr lang="en-US" dirty="0">
                <a:cs typeface="+mn-cs"/>
              </a:rPr>
              <a:t>.</a:t>
            </a:r>
          </a:p>
          <a:p>
            <a:pPr>
              <a:lnSpc>
                <a:spcPct val="90000"/>
              </a:lnSpc>
              <a:buFont typeface="Monotype Sorts" charset="0"/>
              <a:buChar char=""/>
              <a:defRPr/>
            </a:pPr>
            <a:r>
              <a:rPr lang="en-US" dirty="0">
                <a:cs typeface="+mn-cs"/>
              </a:rPr>
              <a:t>If </a:t>
            </a:r>
            <a:r>
              <a:rPr lang="en-US" i="1" dirty="0">
                <a:cs typeface="+mn-cs"/>
              </a:rPr>
              <a:t>A</a:t>
            </a:r>
            <a:r>
              <a:rPr lang="en-US" dirty="0">
                <a:cs typeface="+mn-cs"/>
              </a:rPr>
              <a:t> and </a:t>
            </a:r>
            <a:r>
              <a:rPr lang="en-US" i="1" dirty="0">
                <a:cs typeface="+mn-cs"/>
              </a:rPr>
              <a:t>B</a:t>
            </a:r>
            <a:r>
              <a:rPr lang="en-US" dirty="0">
                <a:cs typeface="+mn-cs"/>
              </a:rPr>
              <a:t> are adjacent, then </a:t>
            </a:r>
            <a:r>
              <a:rPr lang="en-US" i="1" dirty="0">
                <a:cs typeface="+mn-cs"/>
              </a:rPr>
              <a:t>A</a:t>
            </a:r>
            <a:r>
              <a:rPr lang="en-US" dirty="0">
                <a:cs typeface="+mn-cs"/>
              </a:rPr>
              <a:t> </a:t>
            </a:r>
            <a:r>
              <a:rPr lang="en-US" dirty="0">
                <a:cs typeface="+mn-cs"/>
                <a:sym typeface="Symbol" charset="0"/>
              </a:rPr>
              <a:t>→ </a:t>
            </a:r>
            <a:r>
              <a:rPr lang="en-US" i="1" dirty="0">
                <a:cs typeface="+mn-cs"/>
                <a:sym typeface="Symbol" charset="0"/>
              </a:rPr>
              <a:t>B</a:t>
            </a:r>
            <a:r>
              <a:rPr lang="en-US" dirty="0">
                <a:cs typeface="+mn-cs"/>
                <a:sym typeface="Symbol" charset="0"/>
              </a:rPr>
              <a:t> if and only if </a:t>
            </a:r>
            <a:r>
              <a:rPr lang="en-US" i="1" dirty="0">
                <a:cs typeface="+mn-cs"/>
                <a:sym typeface="Symbol" charset="0"/>
              </a:rPr>
              <a:t>A</a:t>
            </a:r>
            <a:r>
              <a:rPr lang="en-US" dirty="0">
                <a:cs typeface="+mn-cs"/>
                <a:sym typeface="Symbol" charset="0"/>
              </a:rPr>
              <a:t> is an ancestor of </a:t>
            </a:r>
            <a:r>
              <a:rPr lang="en-US" i="1" dirty="0">
                <a:cs typeface="+mn-cs"/>
                <a:sym typeface="Symbol" charset="0"/>
              </a:rPr>
              <a:t>B</a:t>
            </a:r>
            <a:r>
              <a:rPr lang="en-US" dirty="0">
                <a:cs typeface="+mn-cs"/>
                <a:sym typeface="Symbol" charset="0"/>
              </a:rPr>
              <a:t>.</a:t>
            </a:r>
          </a:p>
          <a:p>
            <a:pPr>
              <a:lnSpc>
                <a:spcPct val="90000"/>
              </a:lnSpc>
              <a:buFont typeface="Monotype Sorts" charset="0"/>
              <a:buChar char=""/>
              <a:defRPr/>
            </a:pPr>
            <a:r>
              <a:rPr lang="en-US" dirty="0">
                <a:cs typeface="+mn-cs"/>
              </a:rPr>
              <a:t>If </a:t>
            </a:r>
            <a:r>
              <a:rPr lang="en-US" i="1" dirty="0">
                <a:cs typeface="+mn-cs"/>
              </a:rPr>
              <a:t>A</a:t>
            </a:r>
            <a:r>
              <a:rPr lang="en-US" dirty="0">
                <a:cs typeface="+mn-cs"/>
              </a:rPr>
              <a:t> and </a:t>
            </a:r>
            <a:r>
              <a:rPr lang="en-US" i="1" dirty="0">
                <a:cs typeface="+mn-cs"/>
              </a:rPr>
              <a:t>B</a:t>
            </a:r>
            <a:r>
              <a:rPr lang="en-US" dirty="0">
                <a:cs typeface="+mn-cs"/>
              </a:rPr>
              <a:t> are adjacent, then </a:t>
            </a:r>
            <a:r>
              <a:rPr lang="en-US" i="1" dirty="0">
                <a:cs typeface="+mn-cs"/>
              </a:rPr>
              <a:t>A</a:t>
            </a:r>
            <a:r>
              <a:rPr lang="en-US" dirty="0">
                <a:cs typeface="+mn-cs"/>
              </a:rPr>
              <a:t> </a:t>
            </a:r>
            <a:r>
              <a:rPr lang="en-US" dirty="0">
                <a:sym typeface="Symbol" charset="0"/>
              </a:rPr>
              <a:t>↔</a:t>
            </a:r>
            <a:r>
              <a:rPr lang="en-US" dirty="0">
                <a:cs typeface="+mn-cs"/>
                <a:sym typeface="Symbol" charset="0"/>
              </a:rPr>
              <a:t> </a:t>
            </a:r>
            <a:r>
              <a:rPr lang="en-US" i="1" dirty="0">
                <a:cs typeface="+mn-cs"/>
                <a:sym typeface="Symbol" charset="0"/>
              </a:rPr>
              <a:t>B </a:t>
            </a:r>
            <a:r>
              <a:rPr lang="en-US" dirty="0">
                <a:cs typeface="+mn-cs"/>
                <a:sym typeface="Symbol" charset="0"/>
              </a:rPr>
              <a:t>if and only if </a:t>
            </a:r>
            <a:r>
              <a:rPr lang="en-US" i="1" dirty="0">
                <a:cs typeface="+mn-cs"/>
                <a:sym typeface="Symbol" charset="0"/>
              </a:rPr>
              <a:t>A</a:t>
            </a:r>
            <a:r>
              <a:rPr lang="en-US" dirty="0">
                <a:cs typeface="+mn-cs"/>
                <a:sym typeface="Symbol" charset="0"/>
              </a:rPr>
              <a:t> is not an ancestor of </a:t>
            </a:r>
            <a:r>
              <a:rPr lang="en-US" i="1" dirty="0">
                <a:cs typeface="+mn-cs"/>
                <a:sym typeface="Symbol" charset="0"/>
              </a:rPr>
              <a:t>B</a:t>
            </a:r>
            <a:r>
              <a:rPr lang="en-US" dirty="0">
                <a:cs typeface="+mn-cs"/>
                <a:sym typeface="Symbol" charset="0"/>
              </a:rPr>
              <a:t> and </a:t>
            </a:r>
            <a:r>
              <a:rPr lang="en-US" i="1" dirty="0">
                <a:cs typeface="+mn-cs"/>
                <a:sym typeface="Symbol" charset="0"/>
              </a:rPr>
              <a:t>B</a:t>
            </a:r>
            <a:r>
              <a:rPr lang="en-US" dirty="0">
                <a:cs typeface="+mn-cs"/>
                <a:sym typeface="Symbol" charset="0"/>
              </a:rPr>
              <a:t> is not an ancestor of </a:t>
            </a:r>
            <a:r>
              <a:rPr lang="en-US" i="1" dirty="0">
                <a:cs typeface="+mn-cs"/>
                <a:sym typeface="Symbol" charset="0"/>
              </a:rPr>
              <a:t>A</a:t>
            </a:r>
            <a:r>
              <a:rPr lang="en-US" dirty="0">
                <a:cs typeface="+mn-cs"/>
                <a:sym typeface="Symbol" charset="0"/>
              </a:rPr>
              <a:t>. </a:t>
            </a:r>
            <a:endParaRPr lang="en-US" dirty="0">
              <a:cs typeface="+mn-cs"/>
            </a:endParaRPr>
          </a:p>
        </p:txBody>
      </p:sp>
      <p:sp>
        <p:nvSpPr>
          <p:cNvPr id="705539" name="Rectangle 3">
            <a:extLst>
              <a:ext uri="{FF2B5EF4-FFF2-40B4-BE49-F238E27FC236}">
                <a16:creationId xmlns:a16="http://schemas.microsoft.com/office/drawing/2014/main" id="{B88CD67E-D1F2-53CA-7FE5-84F2A255AB2E}"/>
              </a:ext>
            </a:extLst>
          </p:cNvPr>
          <p:cNvSpPr>
            <a:spLocks noChangeArrowheads="1"/>
          </p:cNvSpPr>
          <p:nvPr/>
        </p:nvSpPr>
        <p:spPr bwMode="auto">
          <a:xfrm>
            <a:off x="2401888" y="488950"/>
            <a:ext cx="8450262" cy="1143000"/>
          </a:xfrm>
          <a:prstGeom prst="rect">
            <a:avLst/>
          </a:prstGeom>
          <a:noFill/>
          <a:ln>
            <a:noFill/>
          </a:ln>
          <a:effectLst>
            <a:outerShdw blurRad="63500" dist="38099" dir="2700000" algn="ctr" rotWithShape="0">
              <a:srgbClr val="000000">
                <a:alpha val="74997"/>
              </a:srgb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487" tIns="44450" rIns="90487" bIns="44450" anchor="ctr"/>
          <a:lstStyle/>
          <a:p>
            <a:pPr eaLnBrk="0" fontAlgn="base" hangingPunct="0">
              <a:spcBef>
                <a:spcPct val="0"/>
              </a:spcBef>
              <a:spcAft>
                <a:spcPct val="0"/>
              </a:spcAft>
              <a:defRPr/>
            </a:pPr>
            <a:r>
              <a:rPr lang="en-US" sz="4400">
                <a:solidFill>
                  <a:srgbClr val="8CF4EA"/>
                </a:solidFill>
                <a:latin typeface="Times" charset="0"/>
                <a:ea typeface="ＭＳ Ｐゴシック" charset="0"/>
              </a:rPr>
              <a:t>Mixed Ancestral Graph of DAG  </a:t>
            </a:r>
          </a:p>
        </p:txBody>
      </p:sp>
      <p:sp>
        <p:nvSpPr>
          <p:cNvPr id="2" name="Slide Number Placeholder 1">
            <a:extLst>
              <a:ext uri="{FF2B5EF4-FFF2-40B4-BE49-F238E27FC236}">
                <a16:creationId xmlns:a16="http://schemas.microsoft.com/office/drawing/2014/main" id="{1191084C-83E5-4147-AC33-A22E27EFAEC8}"/>
              </a:ext>
            </a:extLst>
          </p:cNvPr>
          <p:cNvSpPr>
            <a:spLocks noGrp="1"/>
          </p:cNvSpPr>
          <p:nvPr>
            <p:ph type="sldNum" sz="quarter" idx="10"/>
          </p:nvPr>
        </p:nvSpPr>
        <p:spPr/>
        <p:txBody>
          <a:bodyPr/>
          <a:lstStyle/>
          <a:p>
            <a:fld id="{6B69CBE1-A7D5-7240-8D99-C0F6CAE01367}" type="slidenum">
              <a:rPr lang="en-US" altLang="en-US" smtClean="0"/>
              <a:pPr/>
              <a:t>32</a:t>
            </a:fld>
            <a:endParaRPr lang="en-US"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6824-E5DF-AAA7-60C9-EA3595803383}"/>
              </a:ext>
            </a:extLst>
          </p:cNvPr>
          <p:cNvSpPr>
            <a:spLocks noGrp="1"/>
          </p:cNvSpPr>
          <p:nvPr>
            <p:ph type="title"/>
          </p:nvPr>
        </p:nvSpPr>
        <p:spPr/>
        <p:txBody>
          <a:bodyPr/>
          <a:lstStyle/>
          <a:p>
            <a:pPr>
              <a:defRPr/>
            </a:pPr>
            <a:r>
              <a:rPr lang="en-US"/>
              <a:t>m-connection</a:t>
            </a:r>
          </a:p>
        </p:txBody>
      </p:sp>
      <p:sp>
        <p:nvSpPr>
          <p:cNvPr id="3" name="Content Placeholder 2">
            <a:extLst>
              <a:ext uri="{FF2B5EF4-FFF2-40B4-BE49-F238E27FC236}">
                <a16:creationId xmlns:a16="http://schemas.microsoft.com/office/drawing/2014/main" id="{4CFDF75C-6555-077B-2373-6317EEED6C8E}"/>
              </a:ext>
            </a:extLst>
          </p:cNvPr>
          <p:cNvSpPr>
            <a:spLocks noGrp="1"/>
          </p:cNvSpPr>
          <p:nvPr>
            <p:ph idx="1"/>
          </p:nvPr>
        </p:nvSpPr>
        <p:spPr/>
        <p:txBody>
          <a:bodyPr/>
          <a:lstStyle/>
          <a:p>
            <a:r>
              <a:rPr lang="en-US" altLang="en-US"/>
              <a:t>A path between vertices α and β in an ancestral graph G is said to be </a:t>
            </a:r>
            <a:r>
              <a:rPr lang="en-US" altLang="en-US" b="1"/>
              <a:t>m-connecting given a set </a:t>
            </a:r>
            <a:r>
              <a:rPr lang="en-US" altLang="en-US"/>
              <a:t>Z (possibly empty), with α,β ∉ Z, if:</a:t>
            </a:r>
          </a:p>
          <a:p>
            <a:r>
              <a:rPr lang="en-US" altLang="en-US"/>
              <a:t>(i) every noncollider on the path is not in Z, and</a:t>
            </a:r>
          </a:p>
          <a:p>
            <a:r>
              <a:rPr lang="en-US" altLang="en-US"/>
              <a:t>(ii) every collider on the path is in ant</a:t>
            </a:r>
            <a:r>
              <a:rPr lang="en-US" altLang="en-US" baseline="-25000"/>
              <a:t>G</a:t>
            </a:r>
            <a:r>
              <a:rPr lang="en-US" altLang="en-US"/>
              <a:t>(Z).</a:t>
            </a:r>
          </a:p>
        </p:txBody>
      </p:sp>
      <p:sp>
        <p:nvSpPr>
          <p:cNvPr id="4" name="Slide Number Placeholder 3">
            <a:extLst>
              <a:ext uri="{FF2B5EF4-FFF2-40B4-BE49-F238E27FC236}">
                <a16:creationId xmlns:a16="http://schemas.microsoft.com/office/drawing/2014/main" id="{EA9DD3A2-2568-5649-BFE5-4D0769087825}"/>
              </a:ext>
            </a:extLst>
          </p:cNvPr>
          <p:cNvSpPr>
            <a:spLocks noGrp="1"/>
          </p:cNvSpPr>
          <p:nvPr>
            <p:ph type="sldNum" sz="quarter" idx="10"/>
          </p:nvPr>
        </p:nvSpPr>
        <p:spPr/>
        <p:txBody>
          <a:bodyPr/>
          <a:lstStyle/>
          <a:p>
            <a:fld id="{6B69CBE1-A7D5-7240-8D99-C0F6CAE01367}" type="slidenum">
              <a:rPr lang="en-US" altLang="en-US" smtClean="0"/>
              <a:pPr/>
              <a:t>33</a:t>
            </a:fld>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97029-42BF-58CF-2FAA-FCEA5C40547E}"/>
              </a:ext>
            </a:extLst>
          </p:cNvPr>
          <p:cNvSpPr>
            <a:spLocks noGrp="1"/>
          </p:cNvSpPr>
          <p:nvPr>
            <p:ph type="title"/>
          </p:nvPr>
        </p:nvSpPr>
        <p:spPr/>
        <p:txBody>
          <a:bodyPr/>
          <a:lstStyle/>
          <a:p>
            <a:pPr>
              <a:defRPr/>
            </a:pPr>
            <a:r>
              <a:rPr lang="en-US"/>
              <a:t>Maximal mixed ancestral graph</a:t>
            </a:r>
          </a:p>
        </p:txBody>
      </p:sp>
      <p:sp>
        <p:nvSpPr>
          <p:cNvPr id="3" name="Content Placeholder 2">
            <a:extLst>
              <a:ext uri="{FF2B5EF4-FFF2-40B4-BE49-F238E27FC236}">
                <a16:creationId xmlns:a16="http://schemas.microsoft.com/office/drawing/2014/main" id="{464DEF94-9EA2-A85D-EF83-8282CEA54287}"/>
              </a:ext>
            </a:extLst>
          </p:cNvPr>
          <p:cNvSpPr>
            <a:spLocks noGrp="1"/>
          </p:cNvSpPr>
          <p:nvPr>
            <p:ph idx="1"/>
          </p:nvPr>
        </p:nvSpPr>
        <p:spPr/>
        <p:txBody>
          <a:bodyPr/>
          <a:lstStyle/>
          <a:p>
            <a:r>
              <a:rPr lang="en-US" altLang="en-US"/>
              <a:t>an ancestral graph G is said to be maximal if for every pair of vertices </a:t>
            </a:r>
            <a:r>
              <a:rPr lang="en-US" altLang="en-US" b="1"/>
              <a:t>α</a:t>
            </a:r>
            <a:r>
              <a:rPr lang="en-US" altLang="en-US"/>
              <a:t>, </a:t>
            </a:r>
            <a:r>
              <a:rPr lang="en-US" altLang="en-US" b="1"/>
              <a:t>β </a:t>
            </a:r>
            <a:r>
              <a:rPr lang="en-US" altLang="en-US"/>
              <a:t>if </a:t>
            </a:r>
            <a:r>
              <a:rPr lang="en-US" altLang="en-US" b="1"/>
              <a:t>α </a:t>
            </a:r>
            <a:r>
              <a:rPr lang="en-US" altLang="en-US"/>
              <a:t>and </a:t>
            </a:r>
            <a:r>
              <a:rPr lang="en-US" altLang="en-US" b="1"/>
              <a:t>β </a:t>
            </a:r>
            <a:r>
              <a:rPr lang="en-US" altLang="en-US"/>
              <a:t>are not adjacent in G then there is a set </a:t>
            </a:r>
            <a:r>
              <a:rPr lang="en-US" altLang="en-US" b="1"/>
              <a:t>Z </a:t>
            </a:r>
            <a:r>
              <a:rPr lang="en-US" altLang="en-US"/>
              <a:t>(</a:t>
            </a:r>
            <a:r>
              <a:rPr lang="en-US" altLang="en-US" b="1"/>
              <a:t>α,β </a:t>
            </a:r>
            <a:r>
              <a:rPr lang="en-US" altLang="en-US"/>
              <a:t>∉</a:t>
            </a:r>
            <a:r>
              <a:rPr lang="en-US" altLang="en-US" b="1"/>
              <a:t> </a:t>
            </a:r>
            <a:r>
              <a:rPr lang="en-US" altLang="en-US"/>
              <a:t> </a:t>
            </a:r>
            <a:r>
              <a:rPr lang="en-US" altLang="en-US" b="1"/>
              <a:t>Z</a:t>
            </a:r>
            <a:r>
              <a:rPr lang="en-US" altLang="en-US"/>
              <a:t>), such that &lt;{</a:t>
            </a:r>
            <a:r>
              <a:rPr lang="en-US" altLang="en-US" b="1"/>
              <a:t>α</a:t>
            </a:r>
            <a:r>
              <a:rPr lang="en-US" altLang="en-US"/>
              <a:t>}</a:t>
            </a:r>
            <a:r>
              <a:rPr lang="en-US" altLang="en-US" b="1"/>
              <a:t>, </a:t>
            </a:r>
            <a:r>
              <a:rPr lang="en-US" altLang="en-US"/>
              <a:t>{</a:t>
            </a:r>
            <a:r>
              <a:rPr lang="en-US" altLang="en-US" b="1"/>
              <a:t>β</a:t>
            </a:r>
            <a:r>
              <a:rPr lang="en-US" altLang="en-US"/>
              <a:t>} | </a:t>
            </a:r>
            <a:r>
              <a:rPr lang="en-US" altLang="en-US" b="1"/>
              <a:t>Z</a:t>
            </a:r>
            <a:r>
              <a:rPr lang="en-US" altLang="en-US"/>
              <a:t>&gt; ∈ </a:t>
            </a:r>
            <a:r>
              <a:rPr lang="en-US" altLang="en-US" b="1"/>
              <a:t>I</a:t>
            </a:r>
            <a:r>
              <a:rPr lang="en-US" altLang="en-US" sz="2800" b="1"/>
              <a:t>m</a:t>
            </a:r>
            <a:r>
              <a:rPr lang="en-US" altLang="en-US" b="1"/>
              <a:t>(</a:t>
            </a:r>
            <a:r>
              <a:rPr lang="en-US" altLang="en-US"/>
              <a:t>G</a:t>
            </a:r>
            <a:r>
              <a:rPr lang="en-US" altLang="en-US" b="1"/>
              <a:t>)</a:t>
            </a:r>
            <a:r>
              <a:rPr lang="en-US" altLang="en-US"/>
              <a:t>.</a:t>
            </a:r>
          </a:p>
        </p:txBody>
      </p:sp>
      <p:pic>
        <p:nvPicPr>
          <p:cNvPr id="78852" name="Picture 4">
            <a:extLst>
              <a:ext uri="{FF2B5EF4-FFF2-40B4-BE49-F238E27FC236}">
                <a16:creationId xmlns:a16="http://schemas.microsoft.com/office/drawing/2014/main" id="{AB68F02E-315C-58E3-54DE-2ED03A47CB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87800" y="4398963"/>
            <a:ext cx="44196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5F0DB6A5-000B-1E4E-8134-05A634D6F923}"/>
              </a:ext>
            </a:extLst>
          </p:cNvPr>
          <p:cNvSpPr>
            <a:spLocks noGrp="1"/>
          </p:cNvSpPr>
          <p:nvPr>
            <p:ph type="sldNum" sz="quarter" idx="10"/>
          </p:nvPr>
        </p:nvSpPr>
        <p:spPr/>
        <p:txBody>
          <a:bodyPr/>
          <a:lstStyle/>
          <a:p>
            <a:fld id="{6B69CBE1-A7D5-7240-8D99-C0F6CAE01367}" type="slidenum">
              <a:rPr lang="en-US" altLang="en-US" smtClean="0"/>
              <a:pPr/>
              <a:t>34</a:t>
            </a:fld>
            <a:endParaRPr lang="en-US"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8">
            <a:extLst>
              <a:ext uri="{FF2B5EF4-FFF2-40B4-BE49-F238E27FC236}">
                <a16:creationId xmlns:a16="http://schemas.microsoft.com/office/drawing/2014/main" id="{8BF37E0A-040D-32CB-C8D3-97078DDA26BA}"/>
              </a:ext>
            </a:extLst>
          </p:cNvPr>
          <p:cNvSpPr>
            <a:spLocks noChangeArrowheads="1"/>
          </p:cNvSpPr>
          <p:nvPr/>
        </p:nvSpPr>
        <p:spPr bwMode="auto">
          <a:xfrm>
            <a:off x="3378200" y="1130300"/>
            <a:ext cx="5638800" cy="5562600"/>
          </a:xfrm>
          <a:prstGeom prst="rect">
            <a:avLst/>
          </a:prstGeom>
          <a:solidFill>
            <a:schemeClr val="tx1"/>
          </a:solidFill>
          <a:ln w="12700">
            <a:solidFill>
              <a:schemeClr val="tx1"/>
            </a:solidFill>
            <a:miter lim="800000"/>
            <a:headEnd/>
            <a:tailEnd/>
          </a:ln>
        </p:spPr>
        <p:txBody>
          <a:bodyPr wrap="none" anchor="ct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endParaRPr lang="en-US" altLang="en-US">
              <a:solidFill>
                <a:srgbClr val="FFFFFF"/>
              </a:solidFill>
            </a:endParaRPr>
          </a:p>
        </p:txBody>
      </p:sp>
      <p:graphicFrame>
        <p:nvGraphicFramePr>
          <p:cNvPr id="89091" name="Object 5">
            <a:extLst>
              <a:ext uri="{FF2B5EF4-FFF2-40B4-BE49-F238E27FC236}">
                <a16:creationId xmlns:a16="http://schemas.microsoft.com/office/drawing/2014/main" id="{77BAE374-E1F9-C24B-2B07-200D0D01CC1E}"/>
              </a:ext>
            </a:extLst>
          </p:cNvPr>
          <p:cNvGraphicFramePr>
            <a:graphicFrameLocks noChangeAspect="1"/>
          </p:cNvGraphicFramePr>
          <p:nvPr/>
        </p:nvGraphicFramePr>
        <p:xfrm>
          <a:off x="3763964" y="1574800"/>
          <a:ext cx="4865687" cy="1498600"/>
        </p:xfrm>
        <a:graphic>
          <a:graphicData uri="http://schemas.openxmlformats.org/presentationml/2006/ole">
            <mc:AlternateContent xmlns:mc="http://schemas.openxmlformats.org/markup-compatibility/2006">
              <mc:Choice xmlns:v="urn:schemas-microsoft-com:vml" Requires="v">
                <p:oleObj spid="_x0000_s6148" name="Picture" r:id="rId3" imgW="4864100" imgH="1498600" progId="Word.Picture.8">
                  <p:embed/>
                </p:oleObj>
              </mc:Choice>
              <mc:Fallback>
                <p:oleObj name="Picture" r:id="rId3" imgW="4864100" imgH="1498600" progId="Word.Picture.8">
                  <p:embed/>
                  <p:pic>
                    <p:nvPicPr>
                      <p:cNvPr id="89091" name="Object 5">
                        <a:extLst>
                          <a:ext uri="{FF2B5EF4-FFF2-40B4-BE49-F238E27FC236}">
                            <a16:creationId xmlns:a16="http://schemas.microsoft.com/office/drawing/2014/main" id="{77BAE374-E1F9-C24B-2B07-200D0D01CC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3964" y="1574800"/>
                        <a:ext cx="4865687" cy="149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9092" name="Object 6">
            <a:extLst>
              <a:ext uri="{FF2B5EF4-FFF2-40B4-BE49-F238E27FC236}">
                <a16:creationId xmlns:a16="http://schemas.microsoft.com/office/drawing/2014/main" id="{9EF8A445-3B18-C1F4-3FCB-68576DF70AA7}"/>
              </a:ext>
            </a:extLst>
          </p:cNvPr>
          <p:cNvGraphicFramePr>
            <a:graphicFrameLocks noChangeAspect="1"/>
          </p:cNvGraphicFramePr>
          <p:nvPr/>
        </p:nvGraphicFramePr>
        <p:xfrm>
          <a:off x="3808414" y="3587750"/>
          <a:ext cx="4776787" cy="1206500"/>
        </p:xfrm>
        <a:graphic>
          <a:graphicData uri="http://schemas.openxmlformats.org/presentationml/2006/ole">
            <mc:AlternateContent xmlns:mc="http://schemas.openxmlformats.org/markup-compatibility/2006">
              <mc:Choice xmlns:v="urn:schemas-microsoft-com:vml" Requires="v">
                <p:oleObj spid="_x0000_s6149" name="Picture" r:id="rId5" imgW="4775200" imgH="1206500" progId="Word.Picture.8">
                  <p:embed/>
                </p:oleObj>
              </mc:Choice>
              <mc:Fallback>
                <p:oleObj name="Picture" r:id="rId5" imgW="4775200" imgH="1206500" progId="Word.Picture.8">
                  <p:embed/>
                  <p:pic>
                    <p:nvPicPr>
                      <p:cNvPr id="89092" name="Object 6">
                        <a:extLst>
                          <a:ext uri="{FF2B5EF4-FFF2-40B4-BE49-F238E27FC236}">
                            <a16:creationId xmlns:a16="http://schemas.microsoft.com/office/drawing/2014/main" id="{9EF8A445-3B18-C1F4-3FCB-68576DF70A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414" y="3587750"/>
                        <a:ext cx="4776787" cy="120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9093" name="Object 7">
            <a:extLst>
              <a:ext uri="{FF2B5EF4-FFF2-40B4-BE49-F238E27FC236}">
                <a16:creationId xmlns:a16="http://schemas.microsoft.com/office/drawing/2014/main" id="{80F39D0A-12C3-CF88-DA59-D8BE264DCE92}"/>
              </a:ext>
            </a:extLst>
          </p:cNvPr>
          <p:cNvGraphicFramePr>
            <a:graphicFrameLocks noChangeAspect="1"/>
          </p:cNvGraphicFramePr>
          <p:nvPr/>
        </p:nvGraphicFramePr>
        <p:xfrm>
          <a:off x="3890964" y="5359400"/>
          <a:ext cx="4840287" cy="1041400"/>
        </p:xfrm>
        <a:graphic>
          <a:graphicData uri="http://schemas.openxmlformats.org/presentationml/2006/ole">
            <mc:AlternateContent xmlns:mc="http://schemas.openxmlformats.org/markup-compatibility/2006">
              <mc:Choice xmlns:v="urn:schemas-microsoft-com:vml" Requires="v">
                <p:oleObj spid="_x0000_s6150" name="Picture" r:id="rId7" imgW="4838700" imgH="1041400" progId="Word.Picture.8">
                  <p:embed/>
                </p:oleObj>
              </mc:Choice>
              <mc:Fallback>
                <p:oleObj name="Picture" r:id="rId7" imgW="4838700" imgH="1041400" progId="Word.Picture.8">
                  <p:embed/>
                  <p:pic>
                    <p:nvPicPr>
                      <p:cNvPr id="89093" name="Object 7">
                        <a:extLst>
                          <a:ext uri="{FF2B5EF4-FFF2-40B4-BE49-F238E27FC236}">
                            <a16:creationId xmlns:a16="http://schemas.microsoft.com/office/drawing/2014/main" id="{80F39D0A-12C3-CF88-DA59-D8BE264DCE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0964" y="5359400"/>
                        <a:ext cx="4840287"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094" name="Text Box 9">
            <a:extLst>
              <a:ext uri="{FF2B5EF4-FFF2-40B4-BE49-F238E27FC236}">
                <a16:creationId xmlns:a16="http://schemas.microsoft.com/office/drawing/2014/main" id="{B4A5E079-850A-671A-64EB-BEA5A107BB84}"/>
              </a:ext>
            </a:extLst>
          </p:cNvPr>
          <p:cNvSpPr txBox="1">
            <a:spLocks noChangeArrowheads="1"/>
          </p:cNvSpPr>
          <p:nvPr/>
        </p:nvSpPr>
        <p:spPr bwMode="auto">
          <a:xfrm>
            <a:off x="1143000" y="457200"/>
            <a:ext cx="585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endParaRPr lang="en-US" altLang="en-US">
              <a:solidFill>
                <a:srgbClr val="FFFFFF"/>
              </a:solidFill>
            </a:endParaRPr>
          </a:p>
        </p:txBody>
      </p:sp>
      <p:sp>
        <p:nvSpPr>
          <p:cNvPr id="89095" name="Text Box 10">
            <a:extLst>
              <a:ext uri="{FF2B5EF4-FFF2-40B4-BE49-F238E27FC236}">
                <a16:creationId xmlns:a16="http://schemas.microsoft.com/office/drawing/2014/main" id="{1D3C44CE-FE7D-F2B3-32AF-8474955AAA18}"/>
              </a:ext>
            </a:extLst>
          </p:cNvPr>
          <p:cNvSpPr txBox="1">
            <a:spLocks noChangeArrowheads="1"/>
          </p:cNvSpPr>
          <p:nvPr/>
        </p:nvSpPr>
        <p:spPr bwMode="auto">
          <a:xfrm>
            <a:off x="3200400" y="3060700"/>
            <a:ext cx="613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endParaRPr lang="en-US" altLang="en-US">
              <a:solidFill>
                <a:srgbClr val="FFFFFF"/>
              </a:solidFill>
            </a:endParaRPr>
          </a:p>
        </p:txBody>
      </p:sp>
      <p:sp>
        <p:nvSpPr>
          <p:cNvPr id="744460" name="Rectangle 12">
            <a:extLst>
              <a:ext uri="{FF2B5EF4-FFF2-40B4-BE49-F238E27FC236}">
                <a16:creationId xmlns:a16="http://schemas.microsoft.com/office/drawing/2014/main" id="{E120BD07-E137-7AE1-E7E6-DEA47FF5FDD0}"/>
              </a:ext>
            </a:extLst>
          </p:cNvPr>
          <p:cNvSpPr>
            <a:spLocks noGrp="1" noChangeArrowheads="1"/>
          </p:cNvSpPr>
          <p:nvPr>
            <p:ph type="title"/>
          </p:nvPr>
        </p:nvSpPr>
        <p:spPr>
          <a:xfrm>
            <a:off x="3219450" y="190500"/>
            <a:ext cx="6737350" cy="1143000"/>
          </a:xfrm>
        </p:spPr>
        <p:txBody>
          <a:bodyPr/>
          <a:lstStyle/>
          <a:p>
            <a:pPr>
              <a:defRPr/>
            </a:pPr>
            <a:r>
              <a:rPr lang="en-US">
                <a:cs typeface="+mj-cs"/>
              </a:rPr>
              <a:t>Mixed Ancestral Graph</a:t>
            </a:r>
          </a:p>
        </p:txBody>
      </p:sp>
      <p:sp>
        <p:nvSpPr>
          <p:cNvPr id="2" name="Slide Number Placeholder 1">
            <a:extLst>
              <a:ext uri="{FF2B5EF4-FFF2-40B4-BE49-F238E27FC236}">
                <a16:creationId xmlns:a16="http://schemas.microsoft.com/office/drawing/2014/main" id="{2715399A-B46B-EF4B-9BBD-0462FAB30922}"/>
              </a:ext>
            </a:extLst>
          </p:cNvPr>
          <p:cNvSpPr>
            <a:spLocks noGrp="1"/>
          </p:cNvSpPr>
          <p:nvPr>
            <p:ph type="sldNum" sz="quarter" idx="10"/>
          </p:nvPr>
        </p:nvSpPr>
        <p:spPr/>
        <p:txBody>
          <a:bodyPr/>
          <a:lstStyle/>
          <a:p>
            <a:fld id="{6B69CBE1-A7D5-7240-8D99-C0F6CAE01367}" type="slidenum">
              <a:rPr lang="en-US" altLang="en-US" smtClean="0"/>
              <a:pPr/>
              <a:t>35</a:t>
            </a:fld>
            <a:endParaRPr lang="en-US" altLang="en-US"/>
          </a:p>
        </p:txBody>
      </p:sp>
    </p:spTree>
    <p:extLst>
      <p:ext uri="{BB962C8B-B14F-4D97-AF65-F5344CB8AC3E}">
        <p14:creationId xmlns:p14="http://schemas.microsoft.com/office/powerpoint/2010/main" val="286179387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DFF4-1A8B-DEB6-EBDF-6F046E627473}"/>
              </a:ext>
            </a:extLst>
          </p:cNvPr>
          <p:cNvSpPr>
            <a:spLocks noGrp="1"/>
          </p:cNvSpPr>
          <p:nvPr>
            <p:ph type="title"/>
          </p:nvPr>
        </p:nvSpPr>
        <p:spPr/>
        <p:txBody>
          <a:bodyPr/>
          <a:lstStyle/>
          <a:p>
            <a:pPr>
              <a:defRPr/>
            </a:pPr>
            <a:r>
              <a:rPr lang="en-US" dirty="0"/>
              <a:t>Multiple DAGs Have Same </a:t>
            </a:r>
            <a:r>
              <a:rPr lang="en-US"/>
              <a:t>Marginal Graph</a:t>
            </a:r>
          </a:p>
        </p:txBody>
      </p:sp>
      <p:sp>
        <p:nvSpPr>
          <p:cNvPr id="3" name="Content Placeholder 2">
            <a:extLst>
              <a:ext uri="{FF2B5EF4-FFF2-40B4-BE49-F238E27FC236}">
                <a16:creationId xmlns:a16="http://schemas.microsoft.com/office/drawing/2014/main" id="{31DDD2E1-CDDE-C8F6-3A66-BE5B83BC6CFD}"/>
              </a:ext>
            </a:extLst>
          </p:cNvPr>
          <p:cNvSpPr>
            <a:spLocks noGrp="1"/>
          </p:cNvSpPr>
          <p:nvPr>
            <p:ph idx="1"/>
          </p:nvPr>
        </p:nvSpPr>
        <p:spPr>
          <a:xfrm>
            <a:off x="2674936" y="2024063"/>
            <a:ext cx="10388600" cy="4114800"/>
          </a:xfrm>
        </p:spPr>
        <p:txBody>
          <a:bodyPr/>
          <a:lstStyle/>
          <a:p>
            <a:pPr marL="0" indent="0">
              <a:buNone/>
              <a:defRPr/>
            </a:pPr>
            <a:r>
              <a:rPr lang="en-US"/>
              <a:t>     T</a:t>
            </a:r>
          </a:p>
          <a:p>
            <a:pPr marL="0" indent="0">
              <a:buNone/>
              <a:defRPr/>
            </a:pPr>
            <a:endParaRPr lang="en-US"/>
          </a:p>
          <a:p>
            <a:pPr marL="0" indent="0">
              <a:buNone/>
              <a:defRPr/>
            </a:pPr>
            <a:r>
              <a:rPr lang="en-US"/>
              <a:t>X        Y</a:t>
            </a:r>
          </a:p>
          <a:p>
            <a:pPr marL="0" indent="0">
              <a:buNone/>
              <a:defRPr/>
            </a:pPr>
            <a:r>
              <a:rPr lang="en-US"/>
              <a:t>     G1                   MAG</a:t>
            </a:r>
          </a:p>
          <a:p>
            <a:pPr marL="0" indent="0">
              <a:buNone/>
              <a:defRPr/>
            </a:pPr>
            <a:endParaRPr lang="en-US"/>
          </a:p>
          <a:p>
            <a:pPr marL="0" indent="0">
              <a:buNone/>
              <a:defRPr/>
            </a:pPr>
            <a:r>
              <a:rPr lang="en-US"/>
              <a:t>X        Y</a:t>
            </a:r>
          </a:p>
          <a:p>
            <a:pPr marL="0" indent="0">
              <a:buNone/>
              <a:defRPr/>
            </a:pPr>
            <a:r>
              <a:rPr lang="en-US"/>
              <a:t>     G2</a:t>
            </a:r>
          </a:p>
          <a:p>
            <a:pPr marL="0" indent="0">
              <a:buNone/>
              <a:defRPr/>
            </a:pPr>
            <a:endParaRPr lang="en-US"/>
          </a:p>
        </p:txBody>
      </p:sp>
      <p:cxnSp>
        <p:nvCxnSpPr>
          <p:cNvPr id="82948" name="Straight Arrow Connector 5">
            <a:extLst>
              <a:ext uri="{FF2B5EF4-FFF2-40B4-BE49-F238E27FC236}">
                <a16:creationId xmlns:a16="http://schemas.microsoft.com/office/drawing/2014/main" id="{D2550C15-9007-B4BE-150C-4F94C41A1724}"/>
              </a:ext>
            </a:extLst>
          </p:cNvPr>
          <p:cNvCxnSpPr>
            <a:cxnSpLocks noChangeShapeType="1"/>
          </p:cNvCxnSpPr>
          <p:nvPr/>
        </p:nvCxnSpPr>
        <p:spPr bwMode="auto">
          <a:xfrm flipH="1">
            <a:off x="2946401" y="2624139"/>
            <a:ext cx="322263" cy="593725"/>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2949" name="Straight Arrow Connector 6">
            <a:extLst>
              <a:ext uri="{FF2B5EF4-FFF2-40B4-BE49-F238E27FC236}">
                <a16:creationId xmlns:a16="http://schemas.microsoft.com/office/drawing/2014/main" id="{8A68DEBF-12DF-E973-BA43-2A2905FD8421}"/>
              </a:ext>
            </a:extLst>
          </p:cNvPr>
          <p:cNvCxnSpPr>
            <a:cxnSpLocks noChangeShapeType="1"/>
          </p:cNvCxnSpPr>
          <p:nvPr/>
        </p:nvCxnSpPr>
        <p:spPr bwMode="auto">
          <a:xfrm>
            <a:off x="3335338" y="2659064"/>
            <a:ext cx="677862" cy="541337"/>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2950" name="Straight Arrow Connector 8">
            <a:extLst>
              <a:ext uri="{FF2B5EF4-FFF2-40B4-BE49-F238E27FC236}">
                <a16:creationId xmlns:a16="http://schemas.microsoft.com/office/drawing/2014/main" id="{EFA08A24-05F7-8872-CD01-DE448233F725}"/>
              </a:ext>
            </a:extLst>
          </p:cNvPr>
          <p:cNvCxnSpPr>
            <a:cxnSpLocks noChangeShapeType="1"/>
          </p:cNvCxnSpPr>
          <p:nvPr/>
        </p:nvCxnSpPr>
        <p:spPr bwMode="auto">
          <a:xfrm flipV="1">
            <a:off x="3098801" y="3505201"/>
            <a:ext cx="779463" cy="17463"/>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2951" name="Straight Arrow Connector 14">
            <a:extLst>
              <a:ext uri="{FF2B5EF4-FFF2-40B4-BE49-F238E27FC236}">
                <a16:creationId xmlns:a16="http://schemas.microsoft.com/office/drawing/2014/main" id="{AE9B4FC9-B895-1356-16B8-1F9F9254F0A7}"/>
              </a:ext>
            </a:extLst>
          </p:cNvPr>
          <p:cNvCxnSpPr>
            <a:cxnSpLocks noChangeShapeType="1"/>
          </p:cNvCxnSpPr>
          <p:nvPr/>
        </p:nvCxnSpPr>
        <p:spPr bwMode="auto">
          <a:xfrm flipV="1">
            <a:off x="3048001" y="5232401"/>
            <a:ext cx="779463" cy="17463"/>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grpSp>
        <p:nvGrpSpPr>
          <p:cNvPr id="18" name="Group 17">
            <a:extLst>
              <a:ext uri="{FF2B5EF4-FFF2-40B4-BE49-F238E27FC236}">
                <a16:creationId xmlns:a16="http://schemas.microsoft.com/office/drawing/2014/main" id="{ECFE7268-0BB4-C480-D2BE-EBA09F7099D2}"/>
              </a:ext>
            </a:extLst>
          </p:cNvPr>
          <p:cNvGrpSpPr>
            <a:grpSpLocks/>
          </p:cNvGrpSpPr>
          <p:nvPr/>
        </p:nvGrpSpPr>
        <p:grpSpPr bwMode="auto">
          <a:xfrm>
            <a:off x="7180264" y="3776663"/>
            <a:ext cx="1811337" cy="584200"/>
            <a:chOff x="5655734" y="3776133"/>
            <a:chExt cx="1811866" cy="584776"/>
          </a:xfrm>
        </p:grpSpPr>
        <p:cxnSp>
          <p:nvCxnSpPr>
            <p:cNvPr id="82954" name="Straight Arrow Connector 15">
              <a:extLst>
                <a:ext uri="{FF2B5EF4-FFF2-40B4-BE49-F238E27FC236}">
                  <a16:creationId xmlns:a16="http://schemas.microsoft.com/office/drawing/2014/main" id="{C0083D1A-2717-B615-D9DC-3C7F6B8AD16C}"/>
                </a:ext>
              </a:extLst>
            </p:cNvPr>
            <p:cNvCxnSpPr>
              <a:cxnSpLocks noChangeShapeType="1"/>
            </p:cNvCxnSpPr>
            <p:nvPr/>
          </p:nvCxnSpPr>
          <p:spPr bwMode="auto">
            <a:xfrm flipV="1">
              <a:off x="6095599" y="4081234"/>
              <a:ext cx="779691" cy="15891"/>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82955" name="TextBox 16">
              <a:extLst>
                <a:ext uri="{FF2B5EF4-FFF2-40B4-BE49-F238E27FC236}">
                  <a16:creationId xmlns:a16="http://schemas.microsoft.com/office/drawing/2014/main" id="{A8EE590C-93D4-BFC6-CF49-0409B613BF0D}"/>
                </a:ext>
              </a:extLst>
            </p:cNvPr>
            <p:cNvSpPr txBox="1">
              <a:spLocks noChangeArrowheads="1"/>
            </p:cNvSpPr>
            <p:nvPr/>
          </p:nvSpPr>
          <p:spPr bwMode="auto">
            <a:xfrm>
              <a:off x="5655734" y="3776133"/>
              <a:ext cx="1811866"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200">
                  <a:solidFill>
                    <a:srgbClr val="FFFFFF"/>
                  </a:solidFill>
                  <a:latin typeface="Times New Roman" panose="02020603050405020304" pitchFamily="18" charset="0"/>
                </a:rPr>
                <a:t>X        Y</a:t>
              </a:r>
            </a:p>
          </p:txBody>
        </p:sp>
      </p:grpSp>
      <p:sp>
        <p:nvSpPr>
          <p:cNvPr id="82953" name="TextBox 18">
            <a:extLst>
              <a:ext uri="{FF2B5EF4-FFF2-40B4-BE49-F238E27FC236}">
                <a16:creationId xmlns:a16="http://schemas.microsoft.com/office/drawing/2014/main" id="{AE14DA8E-C168-7DD4-ED4A-C2F7C48B09C7}"/>
              </a:ext>
            </a:extLst>
          </p:cNvPr>
          <p:cNvSpPr txBox="1">
            <a:spLocks noChangeArrowheads="1"/>
          </p:cNvSpPr>
          <p:nvPr/>
        </p:nvSpPr>
        <p:spPr bwMode="auto">
          <a:xfrm>
            <a:off x="4876801" y="4589463"/>
            <a:ext cx="464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600">
                <a:solidFill>
                  <a:srgbClr val="FFFFFF"/>
                </a:solidFill>
                <a:latin typeface="Times New Roman" panose="02020603050405020304" pitchFamily="18" charset="0"/>
              </a:rPr>
              <a:t>Alternative Represenations?</a:t>
            </a:r>
          </a:p>
        </p:txBody>
      </p:sp>
      <p:sp>
        <p:nvSpPr>
          <p:cNvPr id="13" name="TextBox 12">
            <a:extLst>
              <a:ext uri="{FF2B5EF4-FFF2-40B4-BE49-F238E27FC236}">
                <a16:creationId xmlns:a16="http://schemas.microsoft.com/office/drawing/2014/main" id="{AB232329-D60D-DC20-BDEA-091902EEBF7D}"/>
              </a:ext>
            </a:extLst>
          </p:cNvPr>
          <p:cNvSpPr txBox="1"/>
          <p:nvPr/>
        </p:nvSpPr>
        <p:spPr>
          <a:xfrm>
            <a:off x="5480754" y="2427813"/>
            <a:ext cx="5370691" cy="1200329"/>
          </a:xfrm>
          <a:prstGeom prst="rect">
            <a:avLst/>
          </a:prstGeom>
          <a:noFill/>
        </p:spPr>
        <p:txBody>
          <a:bodyPr wrap="square" rtlCol="0">
            <a:spAutoFit/>
          </a:bodyPr>
          <a:lstStyle/>
          <a:p>
            <a:r>
              <a:rPr lang="en-US" sz="2400"/>
              <a:t>Parameter  is  identifiable, but tells only about the probabilitydistribution, not the size of the effect</a:t>
            </a:r>
          </a:p>
        </p:txBody>
      </p:sp>
      <p:sp>
        <p:nvSpPr>
          <p:cNvPr id="4" name="Slide Number Placeholder 3">
            <a:extLst>
              <a:ext uri="{FF2B5EF4-FFF2-40B4-BE49-F238E27FC236}">
                <a16:creationId xmlns:a16="http://schemas.microsoft.com/office/drawing/2014/main" id="{2A194A40-E521-C240-9CFC-03CE43732C7D}"/>
              </a:ext>
            </a:extLst>
          </p:cNvPr>
          <p:cNvSpPr>
            <a:spLocks noGrp="1"/>
          </p:cNvSpPr>
          <p:nvPr>
            <p:ph type="sldNum" sz="quarter" idx="10"/>
          </p:nvPr>
        </p:nvSpPr>
        <p:spPr/>
        <p:txBody>
          <a:bodyPr/>
          <a:lstStyle/>
          <a:p>
            <a:fld id="{6B69CBE1-A7D5-7240-8D99-C0F6CAE01367}" type="slidenum">
              <a:rPr lang="en-US" altLang="en-US" smtClean="0"/>
              <a:pPr/>
              <a:t>36</a:t>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DFF4-1A8B-DEB6-EBDF-6F046E627473}"/>
              </a:ext>
            </a:extLst>
          </p:cNvPr>
          <p:cNvSpPr>
            <a:spLocks noGrp="1"/>
          </p:cNvSpPr>
          <p:nvPr>
            <p:ph type="title"/>
          </p:nvPr>
        </p:nvSpPr>
        <p:spPr/>
        <p:txBody>
          <a:bodyPr/>
          <a:lstStyle/>
          <a:p>
            <a:pPr>
              <a:defRPr/>
            </a:pPr>
            <a:r>
              <a:rPr lang="en-US"/>
              <a:t>Acyclic Directed Marginal Model</a:t>
            </a:r>
          </a:p>
        </p:txBody>
      </p:sp>
      <p:sp>
        <p:nvSpPr>
          <p:cNvPr id="3" name="Content Placeholder 2">
            <a:extLst>
              <a:ext uri="{FF2B5EF4-FFF2-40B4-BE49-F238E27FC236}">
                <a16:creationId xmlns:a16="http://schemas.microsoft.com/office/drawing/2014/main" id="{31DDD2E1-CDDE-C8F6-3A66-BE5B83BC6CFD}"/>
              </a:ext>
            </a:extLst>
          </p:cNvPr>
          <p:cNvSpPr>
            <a:spLocks noGrp="1"/>
          </p:cNvSpPr>
          <p:nvPr>
            <p:ph idx="1"/>
          </p:nvPr>
        </p:nvSpPr>
        <p:spPr>
          <a:xfrm>
            <a:off x="2674936" y="2024063"/>
            <a:ext cx="10388600" cy="4114800"/>
          </a:xfrm>
        </p:spPr>
        <p:txBody>
          <a:bodyPr/>
          <a:lstStyle/>
          <a:p>
            <a:pPr marL="0" indent="0">
              <a:buNone/>
              <a:defRPr/>
            </a:pPr>
            <a:r>
              <a:rPr lang="en-US"/>
              <a:t>     T</a:t>
            </a:r>
          </a:p>
          <a:p>
            <a:pPr marL="0" indent="0">
              <a:buNone/>
              <a:defRPr/>
            </a:pPr>
            <a:endParaRPr lang="en-US"/>
          </a:p>
          <a:p>
            <a:pPr marL="0" indent="0">
              <a:buNone/>
              <a:defRPr/>
            </a:pPr>
            <a:r>
              <a:rPr lang="en-US"/>
              <a:t>X        Y</a:t>
            </a:r>
          </a:p>
          <a:p>
            <a:pPr marL="0" indent="0">
              <a:buNone/>
              <a:defRPr/>
            </a:pPr>
            <a:r>
              <a:rPr lang="en-US"/>
              <a:t>     G1                   MAG</a:t>
            </a:r>
          </a:p>
          <a:p>
            <a:pPr marL="0" indent="0">
              <a:buNone/>
              <a:defRPr/>
            </a:pPr>
            <a:endParaRPr lang="en-US"/>
          </a:p>
          <a:p>
            <a:pPr marL="0" indent="0">
              <a:buNone/>
              <a:defRPr/>
            </a:pPr>
            <a:r>
              <a:rPr lang="en-US"/>
              <a:t>X        Y                ADMG</a:t>
            </a:r>
          </a:p>
          <a:p>
            <a:pPr marL="0" indent="0">
              <a:buNone/>
              <a:defRPr/>
            </a:pPr>
            <a:r>
              <a:rPr lang="en-US"/>
              <a:t>     G2</a:t>
            </a:r>
          </a:p>
          <a:p>
            <a:pPr marL="0" indent="0">
              <a:buNone/>
              <a:defRPr/>
            </a:pPr>
            <a:endParaRPr lang="en-US"/>
          </a:p>
        </p:txBody>
      </p:sp>
      <p:cxnSp>
        <p:nvCxnSpPr>
          <p:cNvPr id="82948" name="Straight Arrow Connector 5">
            <a:extLst>
              <a:ext uri="{FF2B5EF4-FFF2-40B4-BE49-F238E27FC236}">
                <a16:creationId xmlns:a16="http://schemas.microsoft.com/office/drawing/2014/main" id="{D2550C15-9007-B4BE-150C-4F94C41A1724}"/>
              </a:ext>
            </a:extLst>
          </p:cNvPr>
          <p:cNvCxnSpPr>
            <a:cxnSpLocks noChangeShapeType="1"/>
          </p:cNvCxnSpPr>
          <p:nvPr/>
        </p:nvCxnSpPr>
        <p:spPr bwMode="auto">
          <a:xfrm flipH="1">
            <a:off x="2946401" y="2624139"/>
            <a:ext cx="322263" cy="593725"/>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2949" name="Straight Arrow Connector 6">
            <a:extLst>
              <a:ext uri="{FF2B5EF4-FFF2-40B4-BE49-F238E27FC236}">
                <a16:creationId xmlns:a16="http://schemas.microsoft.com/office/drawing/2014/main" id="{8A68DEBF-12DF-E973-BA43-2A2905FD8421}"/>
              </a:ext>
            </a:extLst>
          </p:cNvPr>
          <p:cNvCxnSpPr>
            <a:cxnSpLocks noChangeShapeType="1"/>
          </p:cNvCxnSpPr>
          <p:nvPr/>
        </p:nvCxnSpPr>
        <p:spPr bwMode="auto">
          <a:xfrm>
            <a:off x="3335338" y="2659064"/>
            <a:ext cx="677862" cy="541337"/>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2950" name="Straight Arrow Connector 8">
            <a:extLst>
              <a:ext uri="{FF2B5EF4-FFF2-40B4-BE49-F238E27FC236}">
                <a16:creationId xmlns:a16="http://schemas.microsoft.com/office/drawing/2014/main" id="{EFA08A24-05F7-8872-CD01-DE448233F725}"/>
              </a:ext>
            </a:extLst>
          </p:cNvPr>
          <p:cNvCxnSpPr>
            <a:cxnSpLocks noChangeShapeType="1"/>
          </p:cNvCxnSpPr>
          <p:nvPr/>
        </p:nvCxnSpPr>
        <p:spPr bwMode="auto">
          <a:xfrm flipV="1">
            <a:off x="3098801" y="3505201"/>
            <a:ext cx="779463" cy="17463"/>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2951" name="Straight Arrow Connector 14">
            <a:extLst>
              <a:ext uri="{FF2B5EF4-FFF2-40B4-BE49-F238E27FC236}">
                <a16:creationId xmlns:a16="http://schemas.microsoft.com/office/drawing/2014/main" id="{AE9B4FC9-B895-1356-16B8-1F9F9254F0A7}"/>
              </a:ext>
            </a:extLst>
          </p:cNvPr>
          <p:cNvCxnSpPr>
            <a:cxnSpLocks noChangeShapeType="1"/>
          </p:cNvCxnSpPr>
          <p:nvPr/>
        </p:nvCxnSpPr>
        <p:spPr bwMode="auto">
          <a:xfrm flipV="1">
            <a:off x="3048001" y="5232401"/>
            <a:ext cx="779463" cy="17463"/>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grpSp>
        <p:nvGrpSpPr>
          <p:cNvPr id="18" name="Group 17">
            <a:extLst>
              <a:ext uri="{FF2B5EF4-FFF2-40B4-BE49-F238E27FC236}">
                <a16:creationId xmlns:a16="http://schemas.microsoft.com/office/drawing/2014/main" id="{ECFE7268-0BB4-C480-D2BE-EBA09F7099D2}"/>
              </a:ext>
            </a:extLst>
          </p:cNvPr>
          <p:cNvGrpSpPr>
            <a:grpSpLocks/>
          </p:cNvGrpSpPr>
          <p:nvPr/>
        </p:nvGrpSpPr>
        <p:grpSpPr bwMode="auto">
          <a:xfrm>
            <a:off x="7180264" y="3776663"/>
            <a:ext cx="1811337" cy="584200"/>
            <a:chOff x="5655734" y="3776133"/>
            <a:chExt cx="1811866" cy="584776"/>
          </a:xfrm>
        </p:grpSpPr>
        <p:cxnSp>
          <p:nvCxnSpPr>
            <p:cNvPr id="82954" name="Straight Arrow Connector 15">
              <a:extLst>
                <a:ext uri="{FF2B5EF4-FFF2-40B4-BE49-F238E27FC236}">
                  <a16:creationId xmlns:a16="http://schemas.microsoft.com/office/drawing/2014/main" id="{C0083D1A-2717-B615-D9DC-3C7F6B8AD16C}"/>
                </a:ext>
              </a:extLst>
            </p:cNvPr>
            <p:cNvCxnSpPr>
              <a:cxnSpLocks noChangeShapeType="1"/>
            </p:cNvCxnSpPr>
            <p:nvPr/>
          </p:nvCxnSpPr>
          <p:spPr bwMode="auto">
            <a:xfrm flipV="1">
              <a:off x="6095599" y="4081234"/>
              <a:ext cx="779691" cy="15891"/>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82955" name="TextBox 16">
              <a:extLst>
                <a:ext uri="{FF2B5EF4-FFF2-40B4-BE49-F238E27FC236}">
                  <a16:creationId xmlns:a16="http://schemas.microsoft.com/office/drawing/2014/main" id="{A8EE590C-93D4-BFC6-CF49-0409B613BF0D}"/>
                </a:ext>
              </a:extLst>
            </p:cNvPr>
            <p:cNvSpPr txBox="1">
              <a:spLocks noChangeArrowheads="1"/>
            </p:cNvSpPr>
            <p:nvPr/>
          </p:nvSpPr>
          <p:spPr bwMode="auto">
            <a:xfrm>
              <a:off x="5655734" y="3776133"/>
              <a:ext cx="1811866"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200">
                  <a:solidFill>
                    <a:srgbClr val="FFFFFF"/>
                  </a:solidFill>
                  <a:latin typeface="Times New Roman" panose="02020603050405020304" pitchFamily="18" charset="0"/>
                </a:rPr>
                <a:t>X        Y</a:t>
              </a:r>
            </a:p>
          </p:txBody>
        </p:sp>
      </p:grpSp>
      <p:grpSp>
        <p:nvGrpSpPr>
          <p:cNvPr id="4" name="Group 3">
            <a:extLst>
              <a:ext uri="{FF2B5EF4-FFF2-40B4-BE49-F238E27FC236}">
                <a16:creationId xmlns:a16="http://schemas.microsoft.com/office/drawing/2014/main" id="{E4B2ACB5-ED7B-63F1-AFDA-284CA420A325}"/>
              </a:ext>
            </a:extLst>
          </p:cNvPr>
          <p:cNvGrpSpPr>
            <a:grpSpLocks/>
          </p:cNvGrpSpPr>
          <p:nvPr/>
        </p:nvGrpSpPr>
        <p:grpSpPr bwMode="auto">
          <a:xfrm>
            <a:off x="7287693" y="5083306"/>
            <a:ext cx="1811337" cy="584200"/>
            <a:chOff x="5655734" y="3776133"/>
            <a:chExt cx="1811866" cy="584776"/>
          </a:xfrm>
        </p:grpSpPr>
        <p:cxnSp>
          <p:nvCxnSpPr>
            <p:cNvPr id="5" name="Straight Arrow Connector 15">
              <a:extLst>
                <a:ext uri="{FF2B5EF4-FFF2-40B4-BE49-F238E27FC236}">
                  <a16:creationId xmlns:a16="http://schemas.microsoft.com/office/drawing/2014/main" id="{271BB7D3-07A8-FDEA-09B8-6842AE9F69C7}"/>
                </a:ext>
              </a:extLst>
            </p:cNvPr>
            <p:cNvCxnSpPr>
              <a:cxnSpLocks noChangeShapeType="1"/>
            </p:cNvCxnSpPr>
            <p:nvPr/>
          </p:nvCxnSpPr>
          <p:spPr bwMode="auto">
            <a:xfrm flipV="1">
              <a:off x="6095599" y="4081234"/>
              <a:ext cx="779691" cy="15891"/>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6" name="TextBox 16">
              <a:extLst>
                <a:ext uri="{FF2B5EF4-FFF2-40B4-BE49-F238E27FC236}">
                  <a16:creationId xmlns:a16="http://schemas.microsoft.com/office/drawing/2014/main" id="{6A60196A-04F3-0926-B08E-9C164B50CE4B}"/>
                </a:ext>
              </a:extLst>
            </p:cNvPr>
            <p:cNvSpPr txBox="1">
              <a:spLocks noChangeArrowheads="1"/>
            </p:cNvSpPr>
            <p:nvPr/>
          </p:nvSpPr>
          <p:spPr bwMode="auto">
            <a:xfrm>
              <a:off x="5655734" y="3776133"/>
              <a:ext cx="1811866"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200">
                  <a:solidFill>
                    <a:srgbClr val="FFFFFF"/>
                  </a:solidFill>
                  <a:latin typeface="Times New Roman" panose="02020603050405020304" pitchFamily="18" charset="0"/>
                </a:rPr>
                <a:t>X        Y</a:t>
              </a:r>
            </a:p>
          </p:txBody>
        </p:sp>
      </p:grpSp>
      <p:cxnSp>
        <p:nvCxnSpPr>
          <p:cNvPr id="8" name="Straight Arrow Connector 7">
            <a:extLst>
              <a:ext uri="{FF2B5EF4-FFF2-40B4-BE49-F238E27FC236}">
                <a16:creationId xmlns:a16="http://schemas.microsoft.com/office/drawing/2014/main" id="{115EA12B-849A-6722-445B-9502C405E6ED}"/>
              </a:ext>
            </a:extLst>
          </p:cNvPr>
          <p:cNvCxnSpPr>
            <a:cxnSpLocks/>
          </p:cNvCxnSpPr>
          <p:nvPr/>
        </p:nvCxnSpPr>
        <p:spPr bwMode="auto">
          <a:xfrm>
            <a:off x="7425104" y="5065818"/>
            <a:ext cx="1041791" cy="17463"/>
          </a:xfrm>
          <a:prstGeom prst="straightConnector1">
            <a:avLst/>
          </a:prstGeom>
          <a:solidFill>
            <a:schemeClr val="accent1"/>
          </a:solidFill>
          <a:ln w="50800" cap="flat" cmpd="sng" algn="ctr">
            <a:solidFill>
              <a:schemeClr val="tx1"/>
            </a:solidFill>
            <a:prstDash val="solid"/>
            <a:round/>
            <a:headEnd type="triangle" w="lg" len="lg"/>
            <a:tailEnd type="triangle" w="lg" len="lg"/>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 name="TextBox 9">
            <a:extLst>
              <a:ext uri="{FF2B5EF4-FFF2-40B4-BE49-F238E27FC236}">
                <a16:creationId xmlns:a16="http://schemas.microsoft.com/office/drawing/2014/main" id="{5EAB76C2-BDE6-E19F-C344-C7843FF5A887}"/>
              </a:ext>
            </a:extLst>
          </p:cNvPr>
          <p:cNvSpPr txBox="1"/>
          <p:nvPr/>
        </p:nvSpPr>
        <p:spPr>
          <a:xfrm>
            <a:off x="8991601" y="4930004"/>
            <a:ext cx="2685737" cy="1200329"/>
          </a:xfrm>
          <a:prstGeom prst="rect">
            <a:avLst/>
          </a:prstGeom>
          <a:noFill/>
        </p:spPr>
        <p:txBody>
          <a:bodyPr wrap="square" rtlCol="0">
            <a:spAutoFit/>
          </a:bodyPr>
          <a:lstStyle/>
          <a:p>
            <a:r>
              <a:rPr lang="en-US" sz="2400"/>
              <a:t>More informative,  but not identifiable  from data</a:t>
            </a:r>
          </a:p>
        </p:txBody>
      </p:sp>
      <p:sp>
        <p:nvSpPr>
          <p:cNvPr id="7" name="Slide Number Placeholder 6">
            <a:extLst>
              <a:ext uri="{FF2B5EF4-FFF2-40B4-BE49-F238E27FC236}">
                <a16:creationId xmlns:a16="http://schemas.microsoft.com/office/drawing/2014/main" id="{612BDFD1-93F8-464B-A3EE-51CE2BFF61CC}"/>
              </a:ext>
            </a:extLst>
          </p:cNvPr>
          <p:cNvSpPr>
            <a:spLocks noGrp="1"/>
          </p:cNvSpPr>
          <p:nvPr>
            <p:ph type="sldNum" sz="quarter" idx="10"/>
          </p:nvPr>
        </p:nvSpPr>
        <p:spPr/>
        <p:txBody>
          <a:bodyPr/>
          <a:lstStyle/>
          <a:p>
            <a:fld id="{6B69CBE1-A7D5-7240-8D99-C0F6CAE01367}" type="slidenum">
              <a:rPr lang="en-US" altLang="en-US" smtClean="0"/>
              <a:pPr/>
              <a:t>37</a:t>
            </a:fld>
            <a:endParaRPr lang="en-US" altLang="en-US"/>
          </a:p>
        </p:txBody>
      </p:sp>
    </p:spTree>
    <p:extLst>
      <p:ext uri="{BB962C8B-B14F-4D97-AF65-F5344CB8AC3E}">
        <p14:creationId xmlns:p14="http://schemas.microsoft.com/office/powerpoint/2010/main" val="30839095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5F7F1-4B7B-9DFB-9EEB-FFB54CB1EB5F}"/>
              </a:ext>
            </a:extLst>
          </p:cNvPr>
          <p:cNvSpPr>
            <a:spLocks noGrp="1"/>
          </p:cNvSpPr>
          <p:nvPr>
            <p:ph type="title"/>
          </p:nvPr>
        </p:nvSpPr>
        <p:spPr/>
        <p:txBody>
          <a:bodyPr/>
          <a:lstStyle/>
          <a:p>
            <a:pPr>
              <a:defRPr/>
            </a:pPr>
            <a:r>
              <a:rPr lang="en-US"/>
              <a:t>Manipulation model only partially determined for MAGs</a:t>
            </a:r>
          </a:p>
        </p:txBody>
      </p:sp>
      <p:sp>
        <p:nvSpPr>
          <p:cNvPr id="3" name="Content Placeholder 2">
            <a:extLst>
              <a:ext uri="{FF2B5EF4-FFF2-40B4-BE49-F238E27FC236}">
                <a16:creationId xmlns:a16="http://schemas.microsoft.com/office/drawing/2014/main" id="{9BA6EB52-634A-CB20-6BEF-284559941F46}"/>
              </a:ext>
            </a:extLst>
          </p:cNvPr>
          <p:cNvSpPr>
            <a:spLocks noGrp="1"/>
          </p:cNvSpPr>
          <p:nvPr>
            <p:ph idx="1"/>
          </p:nvPr>
        </p:nvSpPr>
        <p:spPr>
          <a:xfrm>
            <a:off x="2592158" y="2039938"/>
            <a:ext cx="10388600" cy="4114800"/>
          </a:xfrm>
        </p:spPr>
        <p:txBody>
          <a:bodyPr/>
          <a:lstStyle/>
          <a:p>
            <a:pPr marL="0" indent="0">
              <a:buNone/>
              <a:defRPr/>
            </a:pPr>
            <a:r>
              <a:rPr lang="en-US"/>
              <a:t>     T</a:t>
            </a:r>
          </a:p>
          <a:p>
            <a:pPr marL="0" indent="0">
              <a:buNone/>
              <a:defRPr/>
            </a:pPr>
            <a:endParaRPr lang="en-US"/>
          </a:p>
          <a:p>
            <a:pPr marL="0" indent="0">
              <a:buNone/>
              <a:defRPr/>
            </a:pPr>
            <a:r>
              <a:rPr lang="en-US"/>
              <a:t>X        Y</a:t>
            </a:r>
          </a:p>
          <a:p>
            <a:pPr marL="0" indent="0">
              <a:buNone/>
              <a:defRPr/>
            </a:pPr>
            <a:r>
              <a:rPr lang="en-US"/>
              <a:t>     G1                   MAG</a:t>
            </a:r>
          </a:p>
          <a:p>
            <a:pPr marL="0" indent="0">
              <a:buNone/>
              <a:defRPr/>
            </a:pPr>
            <a:endParaRPr lang="en-US"/>
          </a:p>
          <a:p>
            <a:pPr marL="0" indent="0">
              <a:buNone/>
              <a:defRPr/>
            </a:pPr>
            <a:r>
              <a:rPr lang="en-US"/>
              <a:t>X        Y</a:t>
            </a:r>
          </a:p>
          <a:p>
            <a:pPr marL="0" indent="0">
              <a:buNone/>
              <a:defRPr/>
            </a:pPr>
            <a:r>
              <a:rPr lang="en-US"/>
              <a:t>     G2</a:t>
            </a:r>
          </a:p>
          <a:p>
            <a:pPr marL="0" indent="0">
              <a:buNone/>
              <a:defRPr/>
            </a:pPr>
            <a:endParaRPr lang="en-US"/>
          </a:p>
        </p:txBody>
      </p:sp>
      <p:cxnSp>
        <p:nvCxnSpPr>
          <p:cNvPr id="83972" name="Straight Arrow Connector 5">
            <a:extLst>
              <a:ext uri="{FF2B5EF4-FFF2-40B4-BE49-F238E27FC236}">
                <a16:creationId xmlns:a16="http://schemas.microsoft.com/office/drawing/2014/main" id="{E6A9B417-8201-407C-0EFA-CCB3EE8BAB08}"/>
              </a:ext>
            </a:extLst>
          </p:cNvPr>
          <p:cNvCxnSpPr>
            <a:cxnSpLocks noChangeShapeType="1"/>
          </p:cNvCxnSpPr>
          <p:nvPr/>
        </p:nvCxnSpPr>
        <p:spPr bwMode="auto">
          <a:xfrm flipH="1">
            <a:off x="2946401" y="2624139"/>
            <a:ext cx="322263" cy="593725"/>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3973" name="Straight Arrow Connector 6">
            <a:extLst>
              <a:ext uri="{FF2B5EF4-FFF2-40B4-BE49-F238E27FC236}">
                <a16:creationId xmlns:a16="http://schemas.microsoft.com/office/drawing/2014/main" id="{682356D3-BF7B-3878-3E76-A548B0CFF293}"/>
              </a:ext>
            </a:extLst>
          </p:cNvPr>
          <p:cNvCxnSpPr>
            <a:cxnSpLocks noChangeShapeType="1"/>
          </p:cNvCxnSpPr>
          <p:nvPr/>
        </p:nvCxnSpPr>
        <p:spPr bwMode="auto">
          <a:xfrm>
            <a:off x="3335338" y="2659064"/>
            <a:ext cx="677862" cy="541337"/>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3974" name="Straight Arrow Connector 8">
            <a:extLst>
              <a:ext uri="{FF2B5EF4-FFF2-40B4-BE49-F238E27FC236}">
                <a16:creationId xmlns:a16="http://schemas.microsoft.com/office/drawing/2014/main" id="{4A84C07C-1C58-8F9E-0258-5ED10E603EAA}"/>
              </a:ext>
            </a:extLst>
          </p:cNvPr>
          <p:cNvCxnSpPr>
            <a:cxnSpLocks noChangeShapeType="1"/>
          </p:cNvCxnSpPr>
          <p:nvPr/>
        </p:nvCxnSpPr>
        <p:spPr bwMode="auto">
          <a:xfrm flipV="1">
            <a:off x="3098801" y="3505201"/>
            <a:ext cx="779463" cy="17463"/>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3975" name="Straight Arrow Connector 14">
            <a:extLst>
              <a:ext uri="{FF2B5EF4-FFF2-40B4-BE49-F238E27FC236}">
                <a16:creationId xmlns:a16="http://schemas.microsoft.com/office/drawing/2014/main" id="{79D248D1-8F78-3083-817A-EDEA38B48947}"/>
              </a:ext>
            </a:extLst>
          </p:cNvPr>
          <p:cNvCxnSpPr>
            <a:cxnSpLocks noChangeShapeType="1"/>
          </p:cNvCxnSpPr>
          <p:nvPr/>
        </p:nvCxnSpPr>
        <p:spPr bwMode="auto">
          <a:xfrm flipV="1">
            <a:off x="3048001" y="5232401"/>
            <a:ext cx="779463" cy="17463"/>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grpSp>
        <p:nvGrpSpPr>
          <p:cNvPr id="18" name="Group 17">
            <a:extLst>
              <a:ext uri="{FF2B5EF4-FFF2-40B4-BE49-F238E27FC236}">
                <a16:creationId xmlns:a16="http://schemas.microsoft.com/office/drawing/2014/main" id="{9C7CAC49-46A0-08BD-3722-4DCC0A3CCAF2}"/>
              </a:ext>
            </a:extLst>
          </p:cNvPr>
          <p:cNvGrpSpPr>
            <a:grpSpLocks/>
          </p:cNvGrpSpPr>
          <p:nvPr/>
        </p:nvGrpSpPr>
        <p:grpSpPr bwMode="auto">
          <a:xfrm>
            <a:off x="7180264" y="3776663"/>
            <a:ext cx="1811337" cy="584200"/>
            <a:chOff x="5655734" y="3776133"/>
            <a:chExt cx="1811866" cy="584776"/>
          </a:xfrm>
        </p:grpSpPr>
        <p:cxnSp>
          <p:nvCxnSpPr>
            <p:cNvPr id="83978" name="Straight Arrow Connector 15">
              <a:extLst>
                <a:ext uri="{FF2B5EF4-FFF2-40B4-BE49-F238E27FC236}">
                  <a16:creationId xmlns:a16="http://schemas.microsoft.com/office/drawing/2014/main" id="{BC65501C-9D5E-2E82-43B4-8FA4AB2A2CF7}"/>
                </a:ext>
              </a:extLst>
            </p:cNvPr>
            <p:cNvCxnSpPr>
              <a:cxnSpLocks noChangeShapeType="1"/>
            </p:cNvCxnSpPr>
            <p:nvPr/>
          </p:nvCxnSpPr>
          <p:spPr bwMode="auto">
            <a:xfrm flipV="1">
              <a:off x="6095599" y="4081234"/>
              <a:ext cx="779691" cy="15891"/>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83979" name="TextBox 16">
              <a:extLst>
                <a:ext uri="{FF2B5EF4-FFF2-40B4-BE49-F238E27FC236}">
                  <a16:creationId xmlns:a16="http://schemas.microsoft.com/office/drawing/2014/main" id="{A4D2C900-81E7-EDE6-3D56-FB37017D1738}"/>
                </a:ext>
              </a:extLst>
            </p:cNvPr>
            <p:cNvSpPr txBox="1">
              <a:spLocks noChangeArrowheads="1"/>
            </p:cNvSpPr>
            <p:nvPr/>
          </p:nvSpPr>
          <p:spPr bwMode="auto">
            <a:xfrm>
              <a:off x="5655734" y="3776133"/>
              <a:ext cx="1811866"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200">
                  <a:solidFill>
                    <a:srgbClr val="FFFFFF"/>
                  </a:solidFill>
                  <a:latin typeface="Times New Roman" panose="02020603050405020304" pitchFamily="18" charset="0"/>
                </a:rPr>
                <a:t>X        Y</a:t>
              </a:r>
            </a:p>
          </p:txBody>
        </p:sp>
      </p:grpSp>
      <p:sp>
        <p:nvSpPr>
          <p:cNvPr id="83977" name="TextBox 11">
            <a:extLst>
              <a:ext uri="{FF2B5EF4-FFF2-40B4-BE49-F238E27FC236}">
                <a16:creationId xmlns:a16="http://schemas.microsoft.com/office/drawing/2014/main" id="{B1231B9B-E84D-F807-0965-1EBAA7AAAA87}"/>
              </a:ext>
            </a:extLst>
          </p:cNvPr>
          <p:cNvSpPr txBox="1">
            <a:spLocks noChangeArrowheads="1"/>
          </p:cNvSpPr>
          <p:nvPr/>
        </p:nvSpPr>
        <p:spPr bwMode="auto">
          <a:xfrm>
            <a:off x="4876801" y="4589464"/>
            <a:ext cx="464026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0"/>
              </a:spcBef>
              <a:spcAft>
                <a:spcPct val="0"/>
              </a:spcAft>
            </a:pPr>
            <a:r>
              <a:rPr lang="en-US" altLang="en-US" sz="3600">
                <a:solidFill>
                  <a:srgbClr val="FFFFFF"/>
                </a:solidFill>
                <a:latin typeface="Times New Roman" panose="02020603050405020304" pitchFamily="18" charset="0"/>
              </a:rPr>
              <a:t>Not all of the parameters have a causal interpretation</a:t>
            </a:r>
          </a:p>
        </p:txBody>
      </p:sp>
      <p:sp>
        <p:nvSpPr>
          <p:cNvPr id="4" name="Slide Number Placeholder 3">
            <a:extLst>
              <a:ext uri="{FF2B5EF4-FFF2-40B4-BE49-F238E27FC236}">
                <a16:creationId xmlns:a16="http://schemas.microsoft.com/office/drawing/2014/main" id="{F6D008F6-604E-0343-B365-E32A85EA5EC1}"/>
              </a:ext>
            </a:extLst>
          </p:cNvPr>
          <p:cNvSpPr>
            <a:spLocks noGrp="1"/>
          </p:cNvSpPr>
          <p:nvPr>
            <p:ph type="sldNum" sz="quarter" idx="10"/>
          </p:nvPr>
        </p:nvSpPr>
        <p:spPr/>
        <p:txBody>
          <a:bodyPr/>
          <a:lstStyle/>
          <a:p>
            <a:fld id="{6B69CBE1-A7D5-7240-8D99-C0F6CAE01367}" type="slidenum">
              <a:rPr lang="en-US" altLang="en-US" smtClean="0"/>
              <a:pPr/>
              <a:t>38</a:t>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EB918612-9830-1278-6686-902B157B23C9}"/>
              </a:ext>
            </a:extLst>
          </p:cNvPr>
          <p:cNvSpPr>
            <a:spLocks noGrp="1" noChangeArrowheads="1"/>
          </p:cNvSpPr>
          <p:nvPr>
            <p:ph type="title"/>
          </p:nvPr>
        </p:nvSpPr>
        <p:spPr/>
        <p:txBody>
          <a:bodyPr/>
          <a:lstStyle/>
          <a:p>
            <a:pPr>
              <a:defRPr/>
            </a:pPr>
            <a:r>
              <a:rPr lang="en-US">
                <a:cs typeface="+mj-cs"/>
              </a:rPr>
              <a:t>Manipulation Model for MAGs</a:t>
            </a:r>
          </a:p>
        </p:txBody>
      </p:sp>
      <p:sp>
        <p:nvSpPr>
          <p:cNvPr id="84995" name="Text Box 3">
            <a:extLst>
              <a:ext uri="{FF2B5EF4-FFF2-40B4-BE49-F238E27FC236}">
                <a16:creationId xmlns:a16="http://schemas.microsoft.com/office/drawing/2014/main" id="{71C98E4B-0E9B-6285-857B-834344007206}"/>
              </a:ext>
            </a:extLst>
          </p:cNvPr>
          <p:cNvSpPr txBox="1">
            <a:spLocks noChangeArrowheads="1"/>
          </p:cNvSpPr>
          <p:nvPr/>
        </p:nvSpPr>
        <p:spPr bwMode="auto">
          <a:xfrm>
            <a:off x="1811339" y="2068513"/>
            <a:ext cx="14001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A          B</a:t>
            </a: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C</a:t>
            </a: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D</a:t>
            </a:r>
          </a:p>
        </p:txBody>
      </p:sp>
      <p:sp>
        <p:nvSpPr>
          <p:cNvPr id="84996" name="Line 4">
            <a:extLst>
              <a:ext uri="{FF2B5EF4-FFF2-40B4-BE49-F238E27FC236}">
                <a16:creationId xmlns:a16="http://schemas.microsoft.com/office/drawing/2014/main" id="{3C53071D-99F4-F4FB-BD6F-6132D03E5C14}"/>
              </a:ext>
            </a:extLst>
          </p:cNvPr>
          <p:cNvSpPr>
            <a:spLocks noChangeShapeType="1"/>
          </p:cNvSpPr>
          <p:nvPr/>
        </p:nvSpPr>
        <p:spPr bwMode="auto">
          <a:xfrm>
            <a:off x="2146301" y="2613025"/>
            <a:ext cx="220663" cy="6238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4997" name="Line 5">
            <a:extLst>
              <a:ext uri="{FF2B5EF4-FFF2-40B4-BE49-F238E27FC236}">
                <a16:creationId xmlns:a16="http://schemas.microsoft.com/office/drawing/2014/main" id="{E556F560-75FF-AF4E-22C8-FD9F0EBDB94B}"/>
              </a:ext>
            </a:extLst>
          </p:cNvPr>
          <p:cNvSpPr>
            <a:spLocks noChangeShapeType="1"/>
          </p:cNvSpPr>
          <p:nvPr/>
        </p:nvSpPr>
        <p:spPr bwMode="auto">
          <a:xfrm flipH="1">
            <a:off x="2552701" y="2624139"/>
            <a:ext cx="334963" cy="612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4998" name="Line 6">
            <a:extLst>
              <a:ext uri="{FF2B5EF4-FFF2-40B4-BE49-F238E27FC236}">
                <a16:creationId xmlns:a16="http://schemas.microsoft.com/office/drawing/2014/main" id="{D7FBF100-9A79-723E-F89D-179837369CEC}"/>
              </a:ext>
            </a:extLst>
          </p:cNvPr>
          <p:cNvSpPr>
            <a:spLocks noChangeShapeType="1"/>
          </p:cNvSpPr>
          <p:nvPr/>
        </p:nvSpPr>
        <p:spPr bwMode="auto">
          <a:xfrm>
            <a:off x="2459038" y="3619500"/>
            <a:ext cx="0" cy="636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4999" name="Line 9">
            <a:extLst>
              <a:ext uri="{FF2B5EF4-FFF2-40B4-BE49-F238E27FC236}">
                <a16:creationId xmlns:a16="http://schemas.microsoft.com/office/drawing/2014/main" id="{CB731859-01CE-2501-397B-F79B4514CB91}"/>
              </a:ext>
            </a:extLst>
          </p:cNvPr>
          <p:cNvSpPr>
            <a:spLocks noChangeShapeType="1"/>
          </p:cNvSpPr>
          <p:nvPr/>
        </p:nvSpPr>
        <p:spPr bwMode="auto">
          <a:xfrm>
            <a:off x="1973263" y="2563813"/>
            <a:ext cx="330200" cy="1752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09642" name="Rectangle 10">
            <a:extLst>
              <a:ext uri="{FF2B5EF4-FFF2-40B4-BE49-F238E27FC236}">
                <a16:creationId xmlns:a16="http://schemas.microsoft.com/office/drawing/2014/main" id="{3B581AF0-2193-D5E1-8FB4-A15871F1F5AB}"/>
              </a:ext>
            </a:extLst>
          </p:cNvPr>
          <p:cNvSpPr>
            <a:spLocks noGrp="1" noChangeArrowheads="1"/>
          </p:cNvSpPr>
          <p:nvPr>
            <p:ph type="body" idx="1"/>
          </p:nvPr>
        </p:nvSpPr>
        <p:spPr>
          <a:xfrm>
            <a:off x="2876550" y="1616075"/>
            <a:ext cx="7791450" cy="4114800"/>
          </a:xfrm>
        </p:spPr>
        <p:txBody>
          <a:bodyPr/>
          <a:lstStyle/>
          <a:p>
            <a:r>
              <a:rPr lang="en-US" altLang="en-US" sz="2400"/>
              <a:t>A MAG can be used to calculate the results of manipulations for which every DAG represented by the MAG gives the same answer.</a:t>
            </a:r>
          </a:p>
          <a:p>
            <a:pPr lvl="1"/>
            <a:r>
              <a:rPr lang="en-US" altLang="en-US" sz="2000"/>
              <a:t>What are two different DAGs with the shown marginal that predict different total effects of A on D?</a:t>
            </a:r>
          </a:p>
          <a:p>
            <a:pPr lvl="1"/>
            <a:r>
              <a:rPr lang="en-US" altLang="en-US" sz="2000"/>
              <a:t>When C is manipulated all of the DAGs represented by the MAG predict the same effects on A, B, and D. How do we know this? Why doesn’t the alternative where there is a common cause of C and D matter? How do we know there is not a latent common cause of C and D?</a:t>
            </a:r>
          </a:p>
          <a:p>
            <a:pPr lvl="1"/>
            <a:endParaRPr lang="en-US" altLang="en-US" sz="2000"/>
          </a:p>
        </p:txBody>
      </p:sp>
      <p:sp>
        <p:nvSpPr>
          <p:cNvPr id="2" name="Slide Number Placeholder 1">
            <a:extLst>
              <a:ext uri="{FF2B5EF4-FFF2-40B4-BE49-F238E27FC236}">
                <a16:creationId xmlns:a16="http://schemas.microsoft.com/office/drawing/2014/main" id="{2B47EEB6-520D-0349-B794-5AC88930D16E}"/>
              </a:ext>
            </a:extLst>
          </p:cNvPr>
          <p:cNvSpPr>
            <a:spLocks noGrp="1"/>
          </p:cNvSpPr>
          <p:nvPr>
            <p:ph type="sldNum" sz="quarter" idx="10"/>
          </p:nvPr>
        </p:nvSpPr>
        <p:spPr/>
        <p:txBody>
          <a:bodyPr/>
          <a:lstStyle/>
          <a:p>
            <a:fld id="{6B69CBE1-A7D5-7240-8D99-C0F6CAE01367}" type="slidenum">
              <a:rPr lang="en-US" altLang="en-US" smtClean="0"/>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a:extLst>
              <a:ext uri="{FF2B5EF4-FFF2-40B4-BE49-F238E27FC236}">
                <a16:creationId xmlns:a16="http://schemas.microsoft.com/office/drawing/2014/main" id="{04D7EDA5-B88E-4582-41FA-2044A0A40C6B}"/>
              </a:ext>
            </a:extLst>
          </p:cNvPr>
          <p:cNvSpPr>
            <a:spLocks noGrp="1" noChangeArrowheads="1"/>
          </p:cNvSpPr>
          <p:nvPr>
            <p:ph type="title"/>
          </p:nvPr>
        </p:nvSpPr>
        <p:spPr>
          <a:xfrm>
            <a:off x="2630488" y="325438"/>
            <a:ext cx="7715250" cy="1143000"/>
          </a:xfrm>
        </p:spPr>
        <p:txBody>
          <a:bodyPr/>
          <a:lstStyle/>
          <a:p>
            <a:pPr>
              <a:defRPr/>
            </a:pPr>
            <a:r>
              <a:rPr lang="en-US">
                <a:cs typeface="+mj-cs"/>
              </a:rPr>
              <a:t>Equivalent Mixed Ancestral Graphs</a:t>
            </a:r>
          </a:p>
        </p:txBody>
      </p:sp>
      <p:sp>
        <p:nvSpPr>
          <p:cNvPr id="783363" name="Rectangle 3">
            <a:extLst>
              <a:ext uri="{FF2B5EF4-FFF2-40B4-BE49-F238E27FC236}">
                <a16:creationId xmlns:a16="http://schemas.microsoft.com/office/drawing/2014/main" id="{C9D432FE-360F-05E1-1ED0-6673E6789499}"/>
              </a:ext>
            </a:extLst>
          </p:cNvPr>
          <p:cNvSpPr>
            <a:spLocks noChangeArrowheads="1"/>
          </p:cNvSpPr>
          <p:nvPr/>
        </p:nvSpPr>
        <p:spPr bwMode="auto">
          <a:xfrm>
            <a:off x="2363788" y="1751014"/>
            <a:ext cx="2005012" cy="1908175"/>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lnSpc>
                <a:spcPct val="90000"/>
              </a:lnSpc>
              <a:spcBef>
                <a:spcPct val="20000"/>
              </a:spcBef>
              <a:spcAft>
                <a:spcPct val="0"/>
              </a:spcAft>
              <a:buClr>
                <a:srgbClr val="8CF4EA"/>
              </a:buClr>
              <a:buSzPct val="75000"/>
            </a:pPr>
            <a:r>
              <a:rPr lang="en-US" altLang="en-US" sz="1800" i="1">
                <a:solidFill>
                  <a:srgbClr val="FFFFFF"/>
                </a:solidFill>
                <a:effectLst>
                  <a:outerShdw blurRad="38100" dist="38100" dir="2700000" algn="tl">
                    <a:srgbClr val="000000"/>
                  </a:outerShdw>
                </a:effectLst>
                <a:latin typeface="Times" pitchFamily="2" charset="0"/>
              </a:rPr>
              <a:t>   X</a:t>
            </a:r>
            <a:r>
              <a:rPr lang="en-US" altLang="en-US" sz="1800" baseline="-25000">
                <a:solidFill>
                  <a:srgbClr val="FFFFFF"/>
                </a:solidFill>
                <a:effectLst>
                  <a:outerShdw blurRad="38100" dist="38100" dir="2700000" algn="tl">
                    <a:srgbClr val="000000"/>
                  </a:outerShdw>
                </a:effectLst>
                <a:latin typeface="Times" pitchFamily="2" charset="0"/>
              </a:rPr>
              <a:t>1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2     </a:t>
            </a: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3    </a:t>
            </a:r>
          </a:p>
          <a:p>
            <a:pPr eaLnBrk="0" fontAlgn="base" hangingPunct="0">
              <a:lnSpc>
                <a:spcPct val="90000"/>
              </a:lnSpc>
              <a:spcBef>
                <a:spcPct val="20000"/>
              </a:spcBef>
              <a:spcAft>
                <a:spcPct val="0"/>
              </a:spcAft>
              <a:buClr>
                <a:srgbClr val="8CF4EA"/>
              </a:buClr>
              <a:buSzPct val="75000"/>
            </a:pPr>
            <a:endParaRPr lang="en-US" altLang="en-US" sz="1800" baseline="-25000">
              <a:solidFill>
                <a:srgbClr val="FFFFFF"/>
              </a:solidFill>
              <a:effectLst>
                <a:outerShdw blurRad="38100" dist="38100" dir="2700000" algn="tl">
                  <a:srgbClr val="000000"/>
                </a:outerShdw>
              </a:effectLst>
              <a:latin typeface="Times" pitchFamily="2" charset="0"/>
            </a:endParaRPr>
          </a:p>
          <a:p>
            <a:pPr eaLnBrk="0" fontAlgn="base" hangingPunct="0">
              <a:lnSpc>
                <a:spcPct val="90000"/>
              </a:lnSpc>
              <a:spcBef>
                <a:spcPct val="20000"/>
              </a:spcBef>
              <a:spcAft>
                <a:spcPct val="0"/>
              </a:spcAft>
              <a:buClr>
                <a:srgbClr val="8CF4EA"/>
              </a:buClr>
              <a:buSzPct val="75000"/>
            </a:pPr>
            <a:endParaRPr lang="en-US" altLang="en-US" sz="1800" baseline="-25000">
              <a:solidFill>
                <a:srgbClr val="FFFFFF"/>
              </a:solidFill>
              <a:effectLst>
                <a:outerShdw blurRad="38100" dist="38100" dir="2700000" algn="tl">
                  <a:srgbClr val="000000"/>
                </a:outerShdw>
              </a:effectLst>
              <a:latin typeface="Times" pitchFamily="2" charset="0"/>
            </a:endParaRP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4</a:t>
            </a:r>
          </a:p>
        </p:txBody>
      </p:sp>
      <p:sp>
        <p:nvSpPr>
          <p:cNvPr id="86020" name="Line 4">
            <a:extLst>
              <a:ext uri="{FF2B5EF4-FFF2-40B4-BE49-F238E27FC236}">
                <a16:creationId xmlns:a16="http://schemas.microsoft.com/office/drawing/2014/main" id="{D46D5156-6DEF-9F36-C223-15D1C8FA080A}"/>
              </a:ext>
            </a:extLst>
          </p:cNvPr>
          <p:cNvSpPr>
            <a:spLocks noChangeShapeType="1"/>
          </p:cNvSpPr>
          <p:nvPr/>
        </p:nvSpPr>
        <p:spPr bwMode="auto">
          <a:xfrm>
            <a:off x="2887663" y="1936750"/>
            <a:ext cx="53975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1" name="Line 5">
            <a:extLst>
              <a:ext uri="{FF2B5EF4-FFF2-40B4-BE49-F238E27FC236}">
                <a16:creationId xmlns:a16="http://schemas.microsoft.com/office/drawing/2014/main" id="{DF2A2126-9EBD-696C-6BA1-73074E780FAD}"/>
              </a:ext>
            </a:extLst>
          </p:cNvPr>
          <p:cNvSpPr>
            <a:spLocks noChangeShapeType="1"/>
          </p:cNvSpPr>
          <p:nvPr/>
        </p:nvSpPr>
        <p:spPr bwMode="auto">
          <a:xfrm>
            <a:off x="2647950" y="2101850"/>
            <a:ext cx="300038" cy="2540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2" name="Line 6">
            <a:extLst>
              <a:ext uri="{FF2B5EF4-FFF2-40B4-BE49-F238E27FC236}">
                <a16:creationId xmlns:a16="http://schemas.microsoft.com/office/drawing/2014/main" id="{679A357A-F6CC-8B05-5F37-55BE245C0603}"/>
              </a:ext>
            </a:extLst>
          </p:cNvPr>
          <p:cNvSpPr>
            <a:spLocks noChangeShapeType="1"/>
          </p:cNvSpPr>
          <p:nvPr/>
        </p:nvSpPr>
        <p:spPr bwMode="auto">
          <a:xfrm flipH="1">
            <a:off x="3232151" y="2101850"/>
            <a:ext cx="404813" cy="2984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3" name="Line 7">
            <a:extLst>
              <a:ext uri="{FF2B5EF4-FFF2-40B4-BE49-F238E27FC236}">
                <a16:creationId xmlns:a16="http://schemas.microsoft.com/office/drawing/2014/main" id="{09D4A3F6-EDF7-AB92-AE7C-D7C0E1AF0125}"/>
              </a:ext>
            </a:extLst>
          </p:cNvPr>
          <p:cNvSpPr>
            <a:spLocks noChangeShapeType="1"/>
          </p:cNvSpPr>
          <p:nvPr/>
        </p:nvSpPr>
        <p:spPr bwMode="auto">
          <a:xfrm>
            <a:off x="2647950" y="2116138"/>
            <a:ext cx="330200" cy="900112"/>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4" name="Line 8">
            <a:extLst>
              <a:ext uri="{FF2B5EF4-FFF2-40B4-BE49-F238E27FC236}">
                <a16:creationId xmlns:a16="http://schemas.microsoft.com/office/drawing/2014/main" id="{4B5E4E6D-FFD9-9D4B-FFF5-34A9D2A17C7C}"/>
              </a:ext>
            </a:extLst>
          </p:cNvPr>
          <p:cNvSpPr>
            <a:spLocks noChangeShapeType="1"/>
          </p:cNvSpPr>
          <p:nvPr/>
        </p:nvSpPr>
        <p:spPr bwMode="auto">
          <a:xfrm flipH="1">
            <a:off x="3278188" y="2160588"/>
            <a:ext cx="374650" cy="8699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5" name="Line 9">
            <a:extLst>
              <a:ext uri="{FF2B5EF4-FFF2-40B4-BE49-F238E27FC236}">
                <a16:creationId xmlns:a16="http://schemas.microsoft.com/office/drawing/2014/main" id="{1A987B52-4846-3073-5483-A811AA3B05C5}"/>
              </a:ext>
            </a:extLst>
          </p:cNvPr>
          <p:cNvSpPr>
            <a:spLocks noChangeShapeType="1"/>
          </p:cNvSpPr>
          <p:nvPr/>
        </p:nvSpPr>
        <p:spPr bwMode="auto">
          <a:xfrm>
            <a:off x="3173413" y="2595563"/>
            <a:ext cx="0" cy="3746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83370" name="Rectangle 10">
            <a:extLst>
              <a:ext uri="{FF2B5EF4-FFF2-40B4-BE49-F238E27FC236}">
                <a16:creationId xmlns:a16="http://schemas.microsoft.com/office/drawing/2014/main" id="{2E6D0059-3317-9B94-09ED-CC62922F0377}"/>
              </a:ext>
            </a:extLst>
          </p:cNvPr>
          <p:cNvSpPr>
            <a:spLocks noChangeArrowheads="1"/>
          </p:cNvSpPr>
          <p:nvPr/>
        </p:nvSpPr>
        <p:spPr bwMode="auto">
          <a:xfrm>
            <a:off x="3952876" y="1722439"/>
            <a:ext cx="2005013" cy="1908175"/>
          </a:xfrm>
          <a:prstGeom prst="rect">
            <a:avLst/>
          </a:prstGeom>
          <a:noFill/>
          <a:ln>
            <a:noFill/>
          </a:ln>
          <a:effectLst/>
        </p:spPr>
        <p:txBody>
          <a:bodyPr lIns="90487" tIns="44450" rIns="90487" bIns="44450"/>
          <a:lstStyle/>
          <a:p>
            <a:pPr eaLnBrk="0" fontAlgn="base" hangingPunct="0">
              <a:lnSpc>
                <a:spcPct val="90000"/>
              </a:lnSpc>
              <a:spcBef>
                <a:spcPct val="20000"/>
              </a:spcBef>
              <a:spcAft>
                <a:spcPct val="0"/>
              </a:spcAft>
              <a:buClr>
                <a:srgbClr val="8CF4EA"/>
              </a:buClr>
              <a:buSzPct val="75000"/>
              <a:defRPr/>
            </a:pPr>
            <a:r>
              <a:rPr lang="en-US" i="1">
                <a:solidFill>
                  <a:srgbClr val="FFFFFF"/>
                </a:solidFill>
                <a:effectLst>
                  <a:outerShdw blurRad="38100" dist="38100" dir="2700000" algn="tl">
                    <a:srgbClr val="000000"/>
                  </a:outerShdw>
                </a:effectLst>
                <a:latin typeface="Times" charset="0"/>
                <a:ea typeface="ＭＳ Ｐゴシック" charset="0"/>
              </a:rPr>
              <a:t>   X</a:t>
            </a:r>
            <a:r>
              <a:rPr lang="en-US" baseline="-25000">
                <a:solidFill>
                  <a:srgbClr val="FFFFFF"/>
                </a:solidFill>
                <a:effectLst>
                  <a:outerShdw blurRad="38100" dist="38100" dir="2700000" algn="tl">
                    <a:srgbClr val="000000"/>
                  </a:outerShdw>
                </a:effectLst>
                <a:latin typeface="Times" charset="0"/>
                <a:ea typeface="ＭＳ Ｐゴシック" charset="0"/>
              </a:rPr>
              <a:t>1                     </a:t>
            </a:r>
            <a:r>
              <a:rPr lang="en-US" i="1">
                <a:solidFill>
                  <a:srgbClr val="FFFFFF"/>
                </a:solidFill>
                <a:effectLst>
                  <a:outerShdw blurRad="38100" dist="38100" dir="2700000" algn="tl">
                    <a:srgbClr val="000000"/>
                  </a:outerShdw>
                </a:effectLst>
                <a:latin typeface="Times" charset="0"/>
                <a:ea typeface="ＭＳ Ｐゴシック" charset="0"/>
              </a:rPr>
              <a:t>X</a:t>
            </a:r>
            <a:r>
              <a:rPr lang="en-US" baseline="-25000">
                <a:solidFill>
                  <a:srgbClr val="FFFFFF"/>
                </a:solidFill>
                <a:effectLst>
                  <a:outerShdw blurRad="38100" dist="38100" dir="2700000" algn="tl">
                    <a:srgbClr val="000000"/>
                  </a:outerShdw>
                </a:effectLst>
                <a:latin typeface="Times" charset="0"/>
                <a:ea typeface="ＭＳ Ｐゴシック" charset="0"/>
              </a:rPr>
              <a:t>2     </a:t>
            </a:r>
          </a:p>
          <a:p>
            <a:pPr eaLnBrk="0" fontAlgn="base" hangingPunct="0">
              <a:lnSpc>
                <a:spcPct val="90000"/>
              </a:lnSpc>
              <a:spcBef>
                <a:spcPct val="20000"/>
              </a:spcBef>
              <a:spcAft>
                <a:spcPct val="0"/>
              </a:spcAft>
              <a:buClr>
                <a:srgbClr val="8CF4EA"/>
              </a:buClr>
              <a:buSzPct val="75000"/>
              <a:defRPr/>
            </a:pPr>
            <a:r>
              <a:rPr lang="en-US" baseline="-25000">
                <a:solidFill>
                  <a:srgbClr val="FFFFFF"/>
                </a:solidFill>
                <a:effectLst>
                  <a:outerShdw blurRad="38100" dist="38100" dir="2700000" algn="tl">
                    <a:srgbClr val="000000"/>
                  </a:outerShdw>
                </a:effectLst>
                <a:latin typeface="Times" charset="0"/>
                <a:ea typeface="ＭＳ Ｐゴシック" charset="0"/>
              </a:rPr>
              <a:t> </a:t>
            </a:r>
          </a:p>
          <a:p>
            <a:pPr eaLnBrk="0" fontAlgn="base" hangingPunct="0">
              <a:lnSpc>
                <a:spcPct val="90000"/>
              </a:lnSpc>
              <a:spcBef>
                <a:spcPct val="20000"/>
              </a:spcBef>
              <a:spcAft>
                <a:spcPct val="0"/>
              </a:spcAft>
              <a:buClr>
                <a:srgbClr val="8CF4EA"/>
              </a:buClr>
              <a:buSzPct val="75000"/>
              <a:defRPr/>
            </a:pPr>
            <a:r>
              <a:rPr lang="en-US" baseline="-25000">
                <a:solidFill>
                  <a:srgbClr val="FFFFFF"/>
                </a:solidFill>
                <a:effectLst>
                  <a:outerShdw blurRad="38100" dist="38100" dir="2700000" algn="tl">
                    <a:srgbClr val="000000"/>
                  </a:outerShdw>
                </a:effectLst>
                <a:latin typeface="Times" charset="0"/>
                <a:ea typeface="ＭＳ Ｐゴシック" charset="0"/>
              </a:rPr>
              <a:t>                 </a:t>
            </a:r>
            <a:r>
              <a:rPr lang="en-US" i="1">
                <a:solidFill>
                  <a:srgbClr val="FFFFFF"/>
                </a:solidFill>
                <a:effectLst>
                  <a:outerShdw blurRad="38100" dist="38100" dir="2700000" algn="tl">
                    <a:srgbClr val="000000"/>
                  </a:outerShdw>
                </a:effectLst>
                <a:latin typeface="Times" charset="0"/>
                <a:ea typeface="ＭＳ Ｐゴシック" charset="0"/>
              </a:rPr>
              <a:t>X</a:t>
            </a:r>
            <a:r>
              <a:rPr lang="en-US" baseline="-25000">
                <a:solidFill>
                  <a:srgbClr val="FFFFFF"/>
                </a:solidFill>
                <a:effectLst>
                  <a:outerShdw blurRad="38100" dist="38100" dir="2700000" algn="tl">
                    <a:srgbClr val="000000"/>
                  </a:outerShdw>
                </a:effectLst>
                <a:latin typeface="Times" charset="0"/>
                <a:ea typeface="ＭＳ Ｐゴシック" charset="0"/>
              </a:rPr>
              <a:t>3    </a:t>
            </a:r>
          </a:p>
          <a:p>
            <a:pPr eaLnBrk="0" fontAlgn="base" hangingPunct="0">
              <a:lnSpc>
                <a:spcPct val="90000"/>
              </a:lnSpc>
              <a:spcBef>
                <a:spcPct val="20000"/>
              </a:spcBef>
              <a:spcAft>
                <a:spcPct val="0"/>
              </a:spcAft>
              <a:buClr>
                <a:srgbClr val="8CF4EA"/>
              </a:buClr>
              <a:buSzPct val="75000"/>
              <a:defRPr/>
            </a:pPr>
            <a:endParaRPr lang="en-US" baseline="-25000">
              <a:solidFill>
                <a:srgbClr val="FFFFFF"/>
              </a:solidFill>
              <a:effectLst>
                <a:outerShdw blurRad="38100" dist="38100" dir="2700000" algn="tl">
                  <a:srgbClr val="000000"/>
                </a:outerShdw>
              </a:effectLst>
              <a:latin typeface="Times" charset="0"/>
              <a:ea typeface="ＭＳ Ｐゴシック" charset="0"/>
            </a:endParaRPr>
          </a:p>
          <a:p>
            <a:pPr eaLnBrk="0" fontAlgn="base" hangingPunct="0">
              <a:lnSpc>
                <a:spcPct val="90000"/>
              </a:lnSpc>
              <a:spcBef>
                <a:spcPct val="20000"/>
              </a:spcBef>
              <a:spcAft>
                <a:spcPct val="0"/>
              </a:spcAft>
              <a:buClr>
                <a:srgbClr val="8CF4EA"/>
              </a:buClr>
              <a:buSzPct val="75000"/>
              <a:defRPr/>
            </a:pPr>
            <a:endParaRPr lang="en-US" baseline="-25000">
              <a:solidFill>
                <a:srgbClr val="FFFFFF"/>
              </a:solidFill>
              <a:effectLst>
                <a:outerShdw blurRad="38100" dist="38100" dir="2700000" algn="tl">
                  <a:srgbClr val="000000"/>
                </a:outerShdw>
              </a:effectLst>
              <a:latin typeface="Times" charset="0"/>
              <a:ea typeface="ＭＳ Ｐゴシック" charset="0"/>
            </a:endParaRPr>
          </a:p>
          <a:p>
            <a:pPr eaLnBrk="0" fontAlgn="base" hangingPunct="0">
              <a:lnSpc>
                <a:spcPct val="90000"/>
              </a:lnSpc>
              <a:spcBef>
                <a:spcPct val="20000"/>
              </a:spcBef>
              <a:spcAft>
                <a:spcPct val="0"/>
              </a:spcAft>
              <a:buClr>
                <a:srgbClr val="8CF4EA"/>
              </a:buClr>
              <a:buSzPct val="75000"/>
              <a:defRPr/>
            </a:pPr>
            <a:r>
              <a:rPr lang="en-US" baseline="-25000">
                <a:solidFill>
                  <a:srgbClr val="FFFFFF"/>
                </a:solidFill>
                <a:effectLst>
                  <a:outerShdw blurRad="38100" dist="38100" dir="2700000" algn="tl">
                    <a:srgbClr val="000000"/>
                  </a:outerShdw>
                </a:effectLst>
                <a:latin typeface="Times" charset="0"/>
                <a:ea typeface="ＭＳ Ｐゴシック" charset="0"/>
              </a:rPr>
              <a:t>                 </a:t>
            </a:r>
            <a:r>
              <a:rPr lang="en-US" i="1">
                <a:solidFill>
                  <a:srgbClr val="FFFFFF"/>
                </a:solidFill>
                <a:effectLst>
                  <a:outerShdw blurRad="38100" dist="38100" dir="2700000" algn="tl">
                    <a:srgbClr val="000000"/>
                  </a:outerShdw>
                </a:effectLst>
                <a:latin typeface="Times" charset="0"/>
                <a:ea typeface="ＭＳ Ｐゴシック" charset="0"/>
              </a:rPr>
              <a:t>X</a:t>
            </a:r>
            <a:r>
              <a:rPr lang="en-US" baseline="-25000">
                <a:solidFill>
                  <a:srgbClr val="FFFFFF"/>
                </a:solidFill>
                <a:effectLst>
                  <a:outerShdw blurRad="38100" dist="38100" dir="2700000" algn="tl">
                    <a:srgbClr val="000000"/>
                  </a:outerShdw>
                </a:effectLst>
                <a:latin typeface="Times" charset="0"/>
                <a:ea typeface="ＭＳ Ｐゴシック" charset="0"/>
              </a:rPr>
              <a:t>4</a:t>
            </a:r>
          </a:p>
          <a:p>
            <a:pPr eaLnBrk="0" fontAlgn="base" hangingPunct="0">
              <a:lnSpc>
                <a:spcPct val="90000"/>
              </a:lnSpc>
              <a:spcBef>
                <a:spcPct val="20000"/>
              </a:spcBef>
              <a:spcAft>
                <a:spcPct val="0"/>
              </a:spcAft>
              <a:buClr>
                <a:srgbClr val="8CF4EA"/>
              </a:buClr>
              <a:buSzPct val="75000"/>
              <a:defRPr/>
            </a:pPr>
            <a:endParaRPr lang="en-US" b="1" baseline="-25000">
              <a:solidFill>
                <a:srgbClr val="FFFFFF"/>
              </a:solidFill>
              <a:effectLst>
                <a:outerShdw blurRad="38100" dist="38100" dir="2700000" algn="tl">
                  <a:srgbClr val="000000"/>
                </a:outerShdw>
              </a:effectLst>
              <a:latin typeface="Times" charset="0"/>
              <a:ea typeface="ＭＳ Ｐゴシック" charset="0"/>
            </a:endParaRPr>
          </a:p>
        </p:txBody>
      </p:sp>
      <p:sp>
        <p:nvSpPr>
          <p:cNvPr id="86027" name="Line 11">
            <a:extLst>
              <a:ext uri="{FF2B5EF4-FFF2-40B4-BE49-F238E27FC236}">
                <a16:creationId xmlns:a16="http://schemas.microsoft.com/office/drawing/2014/main" id="{24B6DA69-D8D0-D0C7-A4E9-04F074427F5B}"/>
              </a:ext>
            </a:extLst>
          </p:cNvPr>
          <p:cNvSpPr>
            <a:spLocks noChangeShapeType="1"/>
          </p:cNvSpPr>
          <p:nvPr/>
        </p:nvSpPr>
        <p:spPr bwMode="auto">
          <a:xfrm>
            <a:off x="4476750" y="1908175"/>
            <a:ext cx="53975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8" name="Line 12">
            <a:extLst>
              <a:ext uri="{FF2B5EF4-FFF2-40B4-BE49-F238E27FC236}">
                <a16:creationId xmlns:a16="http://schemas.microsoft.com/office/drawing/2014/main" id="{8970D59D-BF32-F194-47B0-5F6B669F54BC}"/>
              </a:ext>
            </a:extLst>
          </p:cNvPr>
          <p:cNvSpPr>
            <a:spLocks noChangeShapeType="1"/>
          </p:cNvSpPr>
          <p:nvPr/>
        </p:nvSpPr>
        <p:spPr bwMode="auto">
          <a:xfrm>
            <a:off x="4237039" y="2073275"/>
            <a:ext cx="300037" cy="254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29" name="Line 13">
            <a:extLst>
              <a:ext uri="{FF2B5EF4-FFF2-40B4-BE49-F238E27FC236}">
                <a16:creationId xmlns:a16="http://schemas.microsoft.com/office/drawing/2014/main" id="{857E5909-95DE-9816-0EED-0EEA8D52517F}"/>
              </a:ext>
            </a:extLst>
          </p:cNvPr>
          <p:cNvSpPr>
            <a:spLocks noChangeShapeType="1"/>
          </p:cNvSpPr>
          <p:nvPr/>
        </p:nvSpPr>
        <p:spPr bwMode="auto">
          <a:xfrm flipH="1">
            <a:off x="4821238" y="2073275"/>
            <a:ext cx="404812" cy="2984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0" name="Line 14">
            <a:extLst>
              <a:ext uri="{FF2B5EF4-FFF2-40B4-BE49-F238E27FC236}">
                <a16:creationId xmlns:a16="http://schemas.microsoft.com/office/drawing/2014/main" id="{253BE922-DAE6-B244-5C96-9DE3573302D6}"/>
              </a:ext>
            </a:extLst>
          </p:cNvPr>
          <p:cNvSpPr>
            <a:spLocks noChangeShapeType="1"/>
          </p:cNvSpPr>
          <p:nvPr/>
        </p:nvSpPr>
        <p:spPr bwMode="auto">
          <a:xfrm>
            <a:off x="4237038" y="2087563"/>
            <a:ext cx="330200" cy="9001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1" name="Line 15">
            <a:extLst>
              <a:ext uri="{FF2B5EF4-FFF2-40B4-BE49-F238E27FC236}">
                <a16:creationId xmlns:a16="http://schemas.microsoft.com/office/drawing/2014/main" id="{2C2E8892-EAD2-9ED1-4EEF-3EBA90CB5C7F}"/>
              </a:ext>
            </a:extLst>
          </p:cNvPr>
          <p:cNvSpPr>
            <a:spLocks noChangeShapeType="1"/>
          </p:cNvSpPr>
          <p:nvPr/>
        </p:nvSpPr>
        <p:spPr bwMode="auto">
          <a:xfrm flipH="1">
            <a:off x="4867275" y="2132013"/>
            <a:ext cx="374650" cy="8699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2" name="Line 16">
            <a:extLst>
              <a:ext uri="{FF2B5EF4-FFF2-40B4-BE49-F238E27FC236}">
                <a16:creationId xmlns:a16="http://schemas.microsoft.com/office/drawing/2014/main" id="{EBBB911D-5987-B51D-17FD-327AE50E2604}"/>
              </a:ext>
            </a:extLst>
          </p:cNvPr>
          <p:cNvSpPr>
            <a:spLocks noChangeShapeType="1"/>
          </p:cNvSpPr>
          <p:nvPr/>
        </p:nvSpPr>
        <p:spPr bwMode="auto">
          <a:xfrm>
            <a:off x="4762500" y="2566988"/>
            <a:ext cx="0" cy="3746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83377" name="Rectangle 17">
            <a:extLst>
              <a:ext uri="{FF2B5EF4-FFF2-40B4-BE49-F238E27FC236}">
                <a16:creationId xmlns:a16="http://schemas.microsoft.com/office/drawing/2014/main" id="{4FD40E65-5B21-1672-8A63-03FD9E59A77D}"/>
              </a:ext>
            </a:extLst>
          </p:cNvPr>
          <p:cNvSpPr>
            <a:spLocks noChangeArrowheads="1"/>
          </p:cNvSpPr>
          <p:nvPr/>
        </p:nvSpPr>
        <p:spPr bwMode="auto">
          <a:xfrm>
            <a:off x="5421313" y="1722439"/>
            <a:ext cx="2005012" cy="1908175"/>
          </a:xfrm>
          <a:prstGeom prst="rect">
            <a:avLst/>
          </a:prstGeom>
          <a:noFill/>
          <a:ln>
            <a:noFill/>
          </a:ln>
          <a:effectLst/>
        </p:spPr>
        <p:txBody>
          <a:bodyPr lIns="90487" tIns="44450" rIns="90487" bIns="44450"/>
          <a:lstStyle/>
          <a:p>
            <a:pPr eaLnBrk="0" fontAlgn="base" hangingPunct="0">
              <a:lnSpc>
                <a:spcPct val="90000"/>
              </a:lnSpc>
              <a:spcBef>
                <a:spcPct val="20000"/>
              </a:spcBef>
              <a:spcAft>
                <a:spcPct val="0"/>
              </a:spcAft>
              <a:buClr>
                <a:srgbClr val="8CF4EA"/>
              </a:buClr>
              <a:buSzPct val="75000"/>
              <a:defRPr/>
            </a:pPr>
            <a:r>
              <a:rPr lang="en-US" i="1">
                <a:solidFill>
                  <a:srgbClr val="FFFFFF"/>
                </a:solidFill>
                <a:effectLst>
                  <a:outerShdw blurRad="38100" dist="38100" dir="2700000" algn="tl">
                    <a:srgbClr val="000000"/>
                  </a:outerShdw>
                </a:effectLst>
                <a:latin typeface="Times" charset="0"/>
                <a:ea typeface="ＭＳ Ｐゴシック" charset="0"/>
              </a:rPr>
              <a:t>   X</a:t>
            </a:r>
            <a:r>
              <a:rPr lang="en-US" baseline="-25000">
                <a:solidFill>
                  <a:srgbClr val="FFFFFF"/>
                </a:solidFill>
                <a:effectLst>
                  <a:outerShdw blurRad="38100" dist="38100" dir="2700000" algn="tl">
                    <a:srgbClr val="000000"/>
                  </a:outerShdw>
                </a:effectLst>
                <a:latin typeface="Times" charset="0"/>
                <a:ea typeface="ＭＳ Ｐゴシック" charset="0"/>
              </a:rPr>
              <a:t>1                     </a:t>
            </a:r>
            <a:r>
              <a:rPr lang="en-US" i="1">
                <a:solidFill>
                  <a:srgbClr val="FFFFFF"/>
                </a:solidFill>
                <a:effectLst>
                  <a:outerShdw blurRad="38100" dist="38100" dir="2700000" algn="tl">
                    <a:srgbClr val="000000"/>
                  </a:outerShdw>
                </a:effectLst>
                <a:latin typeface="Times" charset="0"/>
                <a:ea typeface="ＭＳ Ｐゴシック" charset="0"/>
              </a:rPr>
              <a:t>X</a:t>
            </a:r>
            <a:r>
              <a:rPr lang="en-US" baseline="-25000">
                <a:solidFill>
                  <a:srgbClr val="FFFFFF"/>
                </a:solidFill>
                <a:effectLst>
                  <a:outerShdw blurRad="38100" dist="38100" dir="2700000" algn="tl">
                    <a:srgbClr val="000000"/>
                  </a:outerShdw>
                </a:effectLst>
                <a:latin typeface="Times" charset="0"/>
                <a:ea typeface="ＭＳ Ｐゴシック" charset="0"/>
              </a:rPr>
              <a:t>2     </a:t>
            </a:r>
          </a:p>
          <a:p>
            <a:pPr eaLnBrk="0" fontAlgn="base" hangingPunct="0">
              <a:lnSpc>
                <a:spcPct val="90000"/>
              </a:lnSpc>
              <a:spcBef>
                <a:spcPct val="20000"/>
              </a:spcBef>
              <a:spcAft>
                <a:spcPct val="0"/>
              </a:spcAft>
              <a:buClr>
                <a:srgbClr val="8CF4EA"/>
              </a:buClr>
              <a:buSzPct val="75000"/>
              <a:defRPr/>
            </a:pPr>
            <a:r>
              <a:rPr lang="en-US" baseline="-25000">
                <a:solidFill>
                  <a:srgbClr val="FFFFFF"/>
                </a:solidFill>
                <a:effectLst>
                  <a:outerShdw blurRad="38100" dist="38100" dir="2700000" algn="tl">
                    <a:srgbClr val="000000"/>
                  </a:outerShdw>
                </a:effectLst>
                <a:latin typeface="Times" charset="0"/>
                <a:ea typeface="ＭＳ Ｐゴシック" charset="0"/>
              </a:rPr>
              <a:t> </a:t>
            </a:r>
          </a:p>
          <a:p>
            <a:pPr eaLnBrk="0" fontAlgn="base" hangingPunct="0">
              <a:lnSpc>
                <a:spcPct val="90000"/>
              </a:lnSpc>
              <a:spcBef>
                <a:spcPct val="20000"/>
              </a:spcBef>
              <a:spcAft>
                <a:spcPct val="0"/>
              </a:spcAft>
              <a:buClr>
                <a:srgbClr val="8CF4EA"/>
              </a:buClr>
              <a:buSzPct val="75000"/>
              <a:defRPr/>
            </a:pPr>
            <a:r>
              <a:rPr lang="en-US" baseline="-25000">
                <a:solidFill>
                  <a:srgbClr val="FFFFFF"/>
                </a:solidFill>
                <a:effectLst>
                  <a:outerShdw blurRad="38100" dist="38100" dir="2700000" algn="tl">
                    <a:srgbClr val="000000"/>
                  </a:outerShdw>
                </a:effectLst>
                <a:latin typeface="Times" charset="0"/>
                <a:ea typeface="ＭＳ Ｐゴシック" charset="0"/>
              </a:rPr>
              <a:t>                 </a:t>
            </a:r>
            <a:r>
              <a:rPr lang="en-US" i="1">
                <a:solidFill>
                  <a:srgbClr val="FFFFFF"/>
                </a:solidFill>
                <a:effectLst>
                  <a:outerShdw blurRad="38100" dist="38100" dir="2700000" algn="tl">
                    <a:srgbClr val="000000"/>
                  </a:outerShdw>
                </a:effectLst>
                <a:latin typeface="Times" charset="0"/>
                <a:ea typeface="ＭＳ Ｐゴシック" charset="0"/>
              </a:rPr>
              <a:t>X</a:t>
            </a:r>
            <a:r>
              <a:rPr lang="en-US" baseline="-25000">
                <a:solidFill>
                  <a:srgbClr val="FFFFFF"/>
                </a:solidFill>
                <a:effectLst>
                  <a:outerShdw blurRad="38100" dist="38100" dir="2700000" algn="tl">
                    <a:srgbClr val="000000"/>
                  </a:outerShdw>
                </a:effectLst>
                <a:latin typeface="Times" charset="0"/>
                <a:ea typeface="ＭＳ Ｐゴシック" charset="0"/>
              </a:rPr>
              <a:t>3    </a:t>
            </a:r>
          </a:p>
          <a:p>
            <a:pPr eaLnBrk="0" fontAlgn="base" hangingPunct="0">
              <a:lnSpc>
                <a:spcPct val="90000"/>
              </a:lnSpc>
              <a:spcBef>
                <a:spcPct val="20000"/>
              </a:spcBef>
              <a:spcAft>
                <a:spcPct val="0"/>
              </a:spcAft>
              <a:buClr>
                <a:srgbClr val="8CF4EA"/>
              </a:buClr>
              <a:buSzPct val="75000"/>
              <a:defRPr/>
            </a:pPr>
            <a:endParaRPr lang="en-US" baseline="-25000">
              <a:solidFill>
                <a:srgbClr val="FFFFFF"/>
              </a:solidFill>
              <a:effectLst>
                <a:outerShdw blurRad="38100" dist="38100" dir="2700000" algn="tl">
                  <a:srgbClr val="000000"/>
                </a:outerShdw>
              </a:effectLst>
              <a:latin typeface="Times" charset="0"/>
              <a:ea typeface="ＭＳ Ｐゴシック" charset="0"/>
            </a:endParaRPr>
          </a:p>
          <a:p>
            <a:pPr eaLnBrk="0" fontAlgn="base" hangingPunct="0">
              <a:lnSpc>
                <a:spcPct val="90000"/>
              </a:lnSpc>
              <a:spcBef>
                <a:spcPct val="20000"/>
              </a:spcBef>
              <a:spcAft>
                <a:spcPct val="0"/>
              </a:spcAft>
              <a:buClr>
                <a:srgbClr val="8CF4EA"/>
              </a:buClr>
              <a:buSzPct val="75000"/>
              <a:defRPr/>
            </a:pPr>
            <a:endParaRPr lang="en-US" baseline="-25000">
              <a:solidFill>
                <a:srgbClr val="FFFFFF"/>
              </a:solidFill>
              <a:effectLst>
                <a:outerShdw blurRad="38100" dist="38100" dir="2700000" algn="tl">
                  <a:srgbClr val="000000"/>
                </a:outerShdw>
              </a:effectLst>
              <a:latin typeface="Times" charset="0"/>
              <a:ea typeface="ＭＳ Ｐゴシック" charset="0"/>
            </a:endParaRPr>
          </a:p>
          <a:p>
            <a:pPr eaLnBrk="0" fontAlgn="base" hangingPunct="0">
              <a:lnSpc>
                <a:spcPct val="90000"/>
              </a:lnSpc>
              <a:spcBef>
                <a:spcPct val="20000"/>
              </a:spcBef>
              <a:spcAft>
                <a:spcPct val="0"/>
              </a:spcAft>
              <a:buClr>
                <a:srgbClr val="8CF4EA"/>
              </a:buClr>
              <a:buSzPct val="75000"/>
              <a:defRPr/>
            </a:pPr>
            <a:r>
              <a:rPr lang="en-US" baseline="-25000">
                <a:solidFill>
                  <a:srgbClr val="FFFFFF"/>
                </a:solidFill>
                <a:effectLst>
                  <a:outerShdw blurRad="38100" dist="38100" dir="2700000" algn="tl">
                    <a:srgbClr val="000000"/>
                  </a:outerShdw>
                </a:effectLst>
                <a:latin typeface="Times" charset="0"/>
                <a:ea typeface="ＭＳ Ｐゴシック" charset="0"/>
              </a:rPr>
              <a:t>                 </a:t>
            </a:r>
            <a:r>
              <a:rPr lang="en-US" i="1">
                <a:solidFill>
                  <a:srgbClr val="FFFFFF"/>
                </a:solidFill>
                <a:effectLst>
                  <a:outerShdw blurRad="38100" dist="38100" dir="2700000" algn="tl">
                    <a:srgbClr val="000000"/>
                  </a:outerShdw>
                </a:effectLst>
                <a:latin typeface="Times" charset="0"/>
                <a:ea typeface="ＭＳ Ｐゴシック" charset="0"/>
              </a:rPr>
              <a:t>X</a:t>
            </a:r>
            <a:r>
              <a:rPr lang="en-US" baseline="-25000">
                <a:solidFill>
                  <a:srgbClr val="FFFFFF"/>
                </a:solidFill>
                <a:effectLst>
                  <a:outerShdw blurRad="38100" dist="38100" dir="2700000" algn="tl">
                    <a:srgbClr val="000000"/>
                  </a:outerShdw>
                </a:effectLst>
                <a:latin typeface="Times" charset="0"/>
                <a:ea typeface="ＭＳ Ｐゴシック" charset="0"/>
              </a:rPr>
              <a:t>4</a:t>
            </a:r>
          </a:p>
          <a:p>
            <a:pPr eaLnBrk="0" fontAlgn="base" hangingPunct="0">
              <a:lnSpc>
                <a:spcPct val="90000"/>
              </a:lnSpc>
              <a:spcBef>
                <a:spcPct val="20000"/>
              </a:spcBef>
              <a:spcAft>
                <a:spcPct val="0"/>
              </a:spcAft>
              <a:buClr>
                <a:srgbClr val="8CF4EA"/>
              </a:buClr>
              <a:buSzPct val="75000"/>
              <a:defRPr/>
            </a:pPr>
            <a:endParaRPr lang="en-US" b="1" baseline="-25000">
              <a:solidFill>
                <a:srgbClr val="FFFFFF"/>
              </a:solidFill>
              <a:effectLst>
                <a:outerShdw blurRad="38100" dist="38100" dir="2700000" algn="tl">
                  <a:srgbClr val="000000"/>
                </a:outerShdw>
              </a:effectLst>
              <a:latin typeface="Times" charset="0"/>
              <a:ea typeface="ＭＳ Ｐゴシック" charset="0"/>
            </a:endParaRPr>
          </a:p>
        </p:txBody>
      </p:sp>
      <p:sp>
        <p:nvSpPr>
          <p:cNvPr id="86034" name="Line 18">
            <a:extLst>
              <a:ext uri="{FF2B5EF4-FFF2-40B4-BE49-F238E27FC236}">
                <a16:creationId xmlns:a16="http://schemas.microsoft.com/office/drawing/2014/main" id="{2829B91D-8F76-3648-05D0-23077BEF5A7B}"/>
              </a:ext>
            </a:extLst>
          </p:cNvPr>
          <p:cNvSpPr>
            <a:spLocks noChangeShapeType="1"/>
          </p:cNvSpPr>
          <p:nvPr/>
        </p:nvSpPr>
        <p:spPr bwMode="auto">
          <a:xfrm>
            <a:off x="5945188" y="1908175"/>
            <a:ext cx="539750" cy="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5" name="Line 19">
            <a:extLst>
              <a:ext uri="{FF2B5EF4-FFF2-40B4-BE49-F238E27FC236}">
                <a16:creationId xmlns:a16="http://schemas.microsoft.com/office/drawing/2014/main" id="{A0EE2B1A-9221-B73A-34C3-AF4C5B929541}"/>
              </a:ext>
            </a:extLst>
          </p:cNvPr>
          <p:cNvSpPr>
            <a:spLocks noChangeShapeType="1"/>
          </p:cNvSpPr>
          <p:nvPr/>
        </p:nvSpPr>
        <p:spPr bwMode="auto">
          <a:xfrm>
            <a:off x="5705475" y="2073275"/>
            <a:ext cx="300038" cy="2540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6" name="Line 20">
            <a:extLst>
              <a:ext uri="{FF2B5EF4-FFF2-40B4-BE49-F238E27FC236}">
                <a16:creationId xmlns:a16="http://schemas.microsoft.com/office/drawing/2014/main" id="{BF17778F-9CC7-3B72-1CEB-B7FDC6A918A9}"/>
              </a:ext>
            </a:extLst>
          </p:cNvPr>
          <p:cNvSpPr>
            <a:spLocks noChangeShapeType="1"/>
          </p:cNvSpPr>
          <p:nvPr/>
        </p:nvSpPr>
        <p:spPr bwMode="auto">
          <a:xfrm flipH="1">
            <a:off x="6289676" y="2073275"/>
            <a:ext cx="404813" cy="2984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7" name="Line 21">
            <a:extLst>
              <a:ext uri="{FF2B5EF4-FFF2-40B4-BE49-F238E27FC236}">
                <a16:creationId xmlns:a16="http://schemas.microsoft.com/office/drawing/2014/main" id="{B3B5F917-84B1-346F-8F0B-C23F444E9946}"/>
              </a:ext>
            </a:extLst>
          </p:cNvPr>
          <p:cNvSpPr>
            <a:spLocks noChangeShapeType="1"/>
          </p:cNvSpPr>
          <p:nvPr/>
        </p:nvSpPr>
        <p:spPr bwMode="auto">
          <a:xfrm>
            <a:off x="5705475" y="2087563"/>
            <a:ext cx="330200" cy="900112"/>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8" name="Line 22">
            <a:extLst>
              <a:ext uri="{FF2B5EF4-FFF2-40B4-BE49-F238E27FC236}">
                <a16:creationId xmlns:a16="http://schemas.microsoft.com/office/drawing/2014/main" id="{623264EB-8BE1-F546-6B3C-A14EF8669FC8}"/>
              </a:ext>
            </a:extLst>
          </p:cNvPr>
          <p:cNvSpPr>
            <a:spLocks noChangeShapeType="1"/>
          </p:cNvSpPr>
          <p:nvPr/>
        </p:nvSpPr>
        <p:spPr bwMode="auto">
          <a:xfrm flipH="1">
            <a:off x="6335713" y="2132013"/>
            <a:ext cx="374650" cy="8699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39" name="Line 23">
            <a:extLst>
              <a:ext uri="{FF2B5EF4-FFF2-40B4-BE49-F238E27FC236}">
                <a16:creationId xmlns:a16="http://schemas.microsoft.com/office/drawing/2014/main" id="{208A10C5-81B2-E5D6-ED4C-9BF96AE08757}"/>
              </a:ext>
            </a:extLst>
          </p:cNvPr>
          <p:cNvSpPr>
            <a:spLocks noChangeShapeType="1"/>
          </p:cNvSpPr>
          <p:nvPr/>
        </p:nvSpPr>
        <p:spPr bwMode="auto">
          <a:xfrm>
            <a:off x="6230938" y="2566988"/>
            <a:ext cx="0" cy="3746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83384" name="Rectangle 24">
            <a:extLst>
              <a:ext uri="{FF2B5EF4-FFF2-40B4-BE49-F238E27FC236}">
                <a16:creationId xmlns:a16="http://schemas.microsoft.com/office/drawing/2014/main" id="{41CC8D0A-1261-B7EF-9A8F-27DE8697D109}"/>
              </a:ext>
            </a:extLst>
          </p:cNvPr>
          <p:cNvSpPr>
            <a:spLocks noChangeArrowheads="1"/>
          </p:cNvSpPr>
          <p:nvPr/>
        </p:nvSpPr>
        <p:spPr bwMode="auto">
          <a:xfrm>
            <a:off x="6934201" y="1736726"/>
            <a:ext cx="2005013" cy="1908175"/>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lnSpc>
                <a:spcPct val="90000"/>
              </a:lnSpc>
              <a:spcBef>
                <a:spcPct val="20000"/>
              </a:spcBef>
              <a:spcAft>
                <a:spcPct val="0"/>
              </a:spcAft>
              <a:buClr>
                <a:srgbClr val="8CF4EA"/>
              </a:buClr>
              <a:buSzPct val="75000"/>
            </a:pPr>
            <a:r>
              <a:rPr lang="en-US" altLang="en-US" sz="1800" i="1">
                <a:solidFill>
                  <a:srgbClr val="FFFFFF"/>
                </a:solidFill>
                <a:effectLst>
                  <a:outerShdw blurRad="38100" dist="38100" dir="2700000" algn="tl">
                    <a:srgbClr val="000000"/>
                  </a:outerShdw>
                </a:effectLst>
                <a:latin typeface="Times" pitchFamily="2" charset="0"/>
              </a:rPr>
              <a:t>   X</a:t>
            </a:r>
            <a:r>
              <a:rPr lang="en-US" altLang="en-US" sz="1800" baseline="-25000">
                <a:solidFill>
                  <a:srgbClr val="FFFFFF"/>
                </a:solidFill>
                <a:effectLst>
                  <a:outerShdw blurRad="38100" dist="38100" dir="2700000" algn="tl">
                    <a:srgbClr val="000000"/>
                  </a:outerShdw>
                </a:effectLst>
                <a:latin typeface="Times" pitchFamily="2" charset="0"/>
              </a:rPr>
              <a:t>1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2     </a:t>
            </a: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3    </a:t>
            </a:r>
          </a:p>
          <a:p>
            <a:pPr eaLnBrk="0" fontAlgn="base" hangingPunct="0">
              <a:lnSpc>
                <a:spcPct val="90000"/>
              </a:lnSpc>
              <a:spcBef>
                <a:spcPct val="20000"/>
              </a:spcBef>
              <a:spcAft>
                <a:spcPct val="0"/>
              </a:spcAft>
              <a:buClr>
                <a:srgbClr val="8CF4EA"/>
              </a:buClr>
              <a:buSzPct val="75000"/>
            </a:pPr>
            <a:endParaRPr lang="en-US" altLang="en-US" sz="1800" baseline="-25000">
              <a:solidFill>
                <a:srgbClr val="FFFFFF"/>
              </a:solidFill>
              <a:effectLst>
                <a:outerShdw blurRad="38100" dist="38100" dir="2700000" algn="tl">
                  <a:srgbClr val="000000"/>
                </a:outerShdw>
              </a:effectLst>
              <a:latin typeface="Times" pitchFamily="2" charset="0"/>
            </a:endParaRPr>
          </a:p>
          <a:p>
            <a:pPr eaLnBrk="0" fontAlgn="base" hangingPunct="0">
              <a:lnSpc>
                <a:spcPct val="90000"/>
              </a:lnSpc>
              <a:spcBef>
                <a:spcPct val="20000"/>
              </a:spcBef>
              <a:spcAft>
                <a:spcPct val="0"/>
              </a:spcAft>
              <a:buClr>
                <a:srgbClr val="8CF4EA"/>
              </a:buClr>
              <a:buSzPct val="75000"/>
            </a:pPr>
            <a:endParaRPr lang="en-US" altLang="en-US" sz="1800" baseline="-25000">
              <a:solidFill>
                <a:srgbClr val="FFFFFF"/>
              </a:solidFill>
              <a:effectLst>
                <a:outerShdw blurRad="38100" dist="38100" dir="2700000" algn="tl">
                  <a:srgbClr val="000000"/>
                </a:outerShdw>
              </a:effectLst>
              <a:latin typeface="Times" pitchFamily="2" charset="0"/>
            </a:endParaRP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4</a:t>
            </a:r>
          </a:p>
        </p:txBody>
      </p:sp>
      <p:sp>
        <p:nvSpPr>
          <p:cNvPr id="86041" name="Line 25">
            <a:extLst>
              <a:ext uri="{FF2B5EF4-FFF2-40B4-BE49-F238E27FC236}">
                <a16:creationId xmlns:a16="http://schemas.microsoft.com/office/drawing/2014/main" id="{19BF7DF3-92E4-55D7-B352-4225951FD134}"/>
              </a:ext>
            </a:extLst>
          </p:cNvPr>
          <p:cNvSpPr>
            <a:spLocks noChangeShapeType="1"/>
          </p:cNvSpPr>
          <p:nvPr/>
        </p:nvSpPr>
        <p:spPr bwMode="auto">
          <a:xfrm>
            <a:off x="7458075" y="1922463"/>
            <a:ext cx="53975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42" name="Line 26">
            <a:extLst>
              <a:ext uri="{FF2B5EF4-FFF2-40B4-BE49-F238E27FC236}">
                <a16:creationId xmlns:a16="http://schemas.microsoft.com/office/drawing/2014/main" id="{CC3286E0-2442-B30B-0806-D6AE771EC948}"/>
              </a:ext>
            </a:extLst>
          </p:cNvPr>
          <p:cNvSpPr>
            <a:spLocks noChangeShapeType="1"/>
          </p:cNvSpPr>
          <p:nvPr/>
        </p:nvSpPr>
        <p:spPr bwMode="auto">
          <a:xfrm>
            <a:off x="7218364" y="2087563"/>
            <a:ext cx="300037" cy="2540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43" name="Line 27">
            <a:extLst>
              <a:ext uri="{FF2B5EF4-FFF2-40B4-BE49-F238E27FC236}">
                <a16:creationId xmlns:a16="http://schemas.microsoft.com/office/drawing/2014/main" id="{4C4710AD-A6DF-F4F7-BAD9-A98E6CAE7EAB}"/>
              </a:ext>
            </a:extLst>
          </p:cNvPr>
          <p:cNvSpPr>
            <a:spLocks noChangeShapeType="1"/>
          </p:cNvSpPr>
          <p:nvPr/>
        </p:nvSpPr>
        <p:spPr bwMode="auto">
          <a:xfrm flipH="1">
            <a:off x="7802563" y="2087563"/>
            <a:ext cx="404812" cy="29845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44" name="Line 28">
            <a:extLst>
              <a:ext uri="{FF2B5EF4-FFF2-40B4-BE49-F238E27FC236}">
                <a16:creationId xmlns:a16="http://schemas.microsoft.com/office/drawing/2014/main" id="{AAF2BC32-C3CD-00A0-1EC8-BAC0FCEBFEA9}"/>
              </a:ext>
            </a:extLst>
          </p:cNvPr>
          <p:cNvSpPr>
            <a:spLocks noChangeShapeType="1"/>
          </p:cNvSpPr>
          <p:nvPr/>
        </p:nvSpPr>
        <p:spPr bwMode="auto">
          <a:xfrm>
            <a:off x="7218363" y="2101851"/>
            <a:ext cx="330200" cy="900113"/>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45" name="Line 29">
            <a:extLst>
              <a:ext uri="{FF2B5EF4-FFF2-40B4-BE49-F238E27FC236}">
                <a16:creationId xmlns:a16="http://schemas.microsoft.com/office/drawing/2014/main" id="{C2727EAC-7438-B05F-1975-AE8851D695DA}"/>
              </a:ext>
            </a:extLst>
          </p:cNvPr>
          <p:cNvSpPr>
            <a:spLocks noChangeShapeType="1"/>
          </p:cNvSpPr>
          <p:nvPr/>
        </p:nvSpPr>
        <p:spPr bwMode="auto">
          <a:xfrm flipH="1">
            <a:off x="7848600" y="2146300"/>
            <a:ext cx="374650" cy="8699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46" name="Line 30">
            <a:extLst>
              <a:ext uri="{FF2B5EF4-FFF2-40B4-BE49-F238E27FC236}">
                <a16:creationId xmlns:a16="http://schemas.microsoft.com/office/drawing/2014/main" id="{30AC2135-5E63-7CAD-0B02-E45B8A78C5D8}"/>
              </a:ext>
            </a:extLst>
          </p:cNvPr>
          <p:cNvSpPr>
            <a:spLocks noChangeShapeType="1"/>
          </p:cNvSpPr>
          <p:nvPr/>
        </p:nvSpPr>
        <p:spPr bwMode="auto">
          <a:xfrm>
            <a:off x="7743825" y="2581275"/>
            <a:ext cx="0" cy="3746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783391" name="Rectangle 31">
            <a:extLst>
              <a:ext uri="{FF2B5EF4-FFF2-40B4-BE49-F238E27FC236}">
                <a16:creationId xmlns:a16="http://schemas.microsoft.com/office/drawing/2014/main" id="{9701E70B-1E18-46E4-0C48-816CA11BB6E2}"/>
              </a:ext>
            </a:extLst>
          </p:cNvPr>
          <p:cNvSpPr>
            <a:spLocks noChangeArrowheads="1"/>
          </p:cNvSpPr>
          <p:nvPr/>
        </p:nvSpPr>
        <p:spPr bwMode="auto">
          <a:xfrm>
            <a:off x="8283576" y="1706564"/>
            <a:ext cx="2005013" cy="1908175"/>
          </a:xfrm>
          <a:prstGeom prst="rect">
            <a:avLst/>
          </a:prstGeom>
          <a:noFill/>
          <a:ln>
            <a:noFill/>
          </a:ln>
          <a:effectLst/>
        </p:spPr>
        <p:txBody>
          <a:bodyPr lIns="90487" tIns="44450" rIns="90487" bIns="44450"/>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lnSpc>
                <a:spcPct val="90000"/>
              </a:lnSpc>
              <a:spcBef>
                <a:spcPct val="20000"/>
              </a:spcBef>
              <a:spcAft>
                <a:spcPct val="0"/>
              </a:spcAft>
              <a:buClr>
                <a:srgbClr val="8CF4EA"/>
              </a:buClr>
              <a:buSzPct val="75000"/>
            </a:pPr>
            <a:r>
              <a:rPr lang="en-US" altLang="en-US" sz="1800" i="1">
                <a:solidFill>
                  <a:srgbClr val="FFFFFF"/>
                </a:solidFill>
                <a:effectLst>
                  <a:outerShdw blurRad="38100" dist="38100" dir="2700000" algn="tl">
                    <a:srgbClr val="000000"/>
                  </a:outerShdw>
                </a:effectLst>
                <a:latin typeface="Times" pitchFamily="2" charset="0"/>
              </a:rPr>
              <a:t>   X</a:t>
            </a:r>
            <a:r>
              <a:rPr lang="en-US" altLang="en-US" sz="1800" baseline="-25000">
                <a:solidFill>
                  <a:srgbClr val="FFFFFF"/>
                </a:solidFill>
                <a:effectLst>
                  <a:outerShdw blurRad="38100" dist="38100" dir="2700000" algn="tl">
                    <a:srgbClr val="000000"/>
                  </a:outerShdw>
                </a:effectLst>
                <a:latin typeface="Times" pitchFamily="2" charset="0"/>
              </a:rPr>
              <a:t>1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2     </a:t>
            </a: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3    </a:t>
            </a:r>
          </a:p>
          <a:p>
            <a:pPr eaLnBrk="0" fontAlgn="base" hangingPunct="0">
              <a:lnSpc>
                <a:spcPct val="90000"/>
              </a:lnSpc>
              <a:spcBef>
                <a:spcPct val="20000"/>
              </a:spcBef>
              <a:spcAft>
                <a:spcPct val="0"/>
              </a:spcAft>
              <a:buClr>
                <a:srgbClr val="8CF4EA"/>
              </a:buClr>
              <a:buSzPct val="75000"/>
            </a:pPr>
            <a:endParaRPr lang="en-US" altLang="en-US" sz="1800" baseline="-25000">
              <a:solidFill>
                <a:srgbClr val="FFFFFF"/>
              </a:solidFill>
              <a:effectLst>
                <a:outerShdw blurRad="38100" dist="38100" dir="2700000" algn="tl">
                  <a:srgbClr val="000000"/>
                </a:outerShdw>
              </a:effectLst>
              <a:latin typeface="Times" pitchFamily="2" charset="0"/>
            </a:endParaRPr>
          </a:p>
          <a:p>
            <a:pPr eaLnBrk="0" fontAlgn="base" hangingPunct="0">
              <a:lnSpc>
                <a:spcPct val="90000"/>
              </a:lnSpc>
              <a:spcBef>
                <a:spcPct val="20000"/>
              </a:spcBef>
              <a:spcAft>
                <a:spcPct val="0"/>
              </a:spcAft>
              <a:buClr>
                <a:srgbClr val="8CF4EA"/>
              </a:buClr>
              <a:buSzPct val="75000"/>
            </a:pPr>
            <a:endParaRPr lang="en-US" altLang="en-US" sz="1800" baseline="-25000">
              <a:solidFill>
                <a:srgbClr val="FFFFFF"/>
              </a:solidFill>
              <a:effectLst>
                <a:outerShdw blurRad="38100" dist="38100" dir="2700000" algn="tl">
                  <a:srgbClr val="000000"/>
                </a:outerShdw>
              </a:effectLst>
              <a:latin typeface="Times" pitchFamily="2" charset="0"/>
            </a:endParaRPr>
          </a:p>
          <a:p>
            <a:pPr eaLnBrk="0" fontAlgn="base" hangingPunct="0">
              <a:lnSpc>
                <a:spcPct val="90000"/>
              </a:lnSpc>
              <a:spcBef>
                <a:spcPct val="20000"/>
              </a:spcBef>
              <a:spcAft>
                <a:spcPct val="0"/>
              </a:spcAft>
              <a:buClr>
                <a:srgbClr val="8CF4EA"/>
              </a:buClr>
              <a:buSzPct val="75000"/>
            </a:pPr>
            <a:r>
              <a:rPr lang="en-US" altLang="en-US" sz="1800" baseline="-25000">
                <a:solidFill>
                  <a:srgbClr val="FFFFFF"/>
                </a:solidFill>
                <a:effectLst>
                  <a:outerShdw blurRad="38100" dist="38100" dir="2700000" algn="tl">
                    <a:srgbClr val="000000"/>
                  </a:outerShdw>
                </a:effectLst>
                <a:latin typeface="Times" pitchFamily="2" charset="0"/>
              </a:rPr>
              <a:t>                 </a:t>
            </a:r>
            <a:r>
              <a:rPr lang="en-US" altLang="en-US" sz="1800" i="1">
                <a:solidFill>
                  <a:srgbClr val="FFFFFF"/>
                </a:solidFill>
                <a:effectLst>
                  <a:outerShdw blurRad="38100" dist="38100" dir="2700000" algn="tl">
                    <a:srgbClr val="000000"/>
                  </a:outerShdw>
                </a:effectLst>
                <a:latin typeface="Times" pitchFamily="2" charset="0"/>
              </a:rPr>
              <a:t>X</a:t>
            </a:r>
            <a:r>
              <a:rPr lang="en-US" altLang="en-US" sz="1800" baseline="-25000">
                <a:solidFill>
                  <a:srgbClr val="FFFFFF"/>
                </a:solidFill>
                <a:effectLst>
                  <a:outerShdw blurRad="38100" dist="38100" dir="2700000" algn="tl">
                    <a:srgbClr val="000000"/>
                  </a:outerShdw>
                </a:effectLst>
                <a:latin typeface="Times" pitchFamily="2" charset="0"/>
              </a:rPr>
              <a:t>4</a:t>
            </a:r>
          </a:p>
        </p:txBody>
      </p:sp>
      <p:sp>
        <p:nvSpPr>
          <p:cNvPr id="86048" name="Line 32">
            <a:extLst>
              <a:ext uri="{FF2B5EF4-FFF2-40B4-BE49-F238E27FC236}">
                <a16:creationId xmlns:a16="http://schemas.microsoft.com/office/drawing/2014/main" id="{4CB664B3-A47F-2485-821B-952365013D93}"/>
              </a:ext>
            </a:extLst>
          </p:cNvPr>
          <p:cNvSpPr>
            <a:spLocks noChangeShapeType="1"/>
          </p:cNvSpPr>
          <p:nvPr/>
        </p:nvSpPr>
        <p:spPr bwMode="auto">
          <a:xfrm>
            <a:off x="8807450" y="1892300"/>
            <a:ext cx="53975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49" name="Line 33">
            <a:extLst>
              <a:ext uri="{FF2B5EF4-FFF2-40B4-BE49-F238E27FC236}">
                <a16:creationId xmlns:a16="http://schemas.microsoft.com/office/drawing/2014/main" id="{EE68D314-2F51-9F3C-38AE-6DFC8469BCFA}"/>
              </a:ext>
            </a:extLst>
          </p:cNvPr>
          <p:cNvSpPr>
            <a:spLocks noChangeShapeType="1"/>
          </p:cNvSpPr>
          <p:nvPr/>
        </p:nvSpPr>
        <p:spPr bwMode="auto">
          <a:xfrm>
            <a:off x="8567739" y="2057400"/>
            <a:ext cx="300037" cy="2540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0" name="Line 34">
            <a:extLst>
              <a:ext uri="{FF2B5EF4-FFF2-40B4-BE49-F238E27FC236}">
                <a16:creationId xmlns:a16="http://schemas.microsoft.com/office/drawing/2014/main" id="{EE1BD3FF-FB03-F372-65A4-DCFEB5549B32}"/>
              </a:ext>
            </a:extLst>
          </p:cNvPr>
          <p:cNvSpPr>
            <a:spLocks noChangeShapeType="1"/>
          </p:cNvSpPr>
          <p:nvPr/>
        </p:nvSpPr>
        <p:spPr bwMode="auto">
          <a:xfrm flipH="1">
            <a:off x="9151938" y="2057400"/>
            <a:ext cx="404812" cy="29845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1" name="Line 35">
            <a:extLst>
              <a:ext uri="{FF2B5EF4-FFF2-40B4-BE49-F238E27FC236}">
                <a16:creationId xmlns:a16="http://schemas.microsoft.com/office/drawing/2014/main" id="{DF0D3B1C-8973-14E7-2DFE-99D9963EFEBD}"/>
              </a:ext>
            </a:extLst>
          </p:cNvPr>
          <p:cNvSpPr>
            <a:spLocks noChangeShapeType="1"/>
          </p:cNvSpPr>
          <p:nvPr/>
        </p:nvSpPr>
        <p:spPr bwMode="auto">
          <a:xfrm>
            <a:off x="8567738" y="2071688"/>
            <a:ext cx="330200" cy="900112"/>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2" name="Line 36">
            <a:extLst>
              <a:ext uri="{FF2B5EF4-FFF2-40B4-BE49-F238E27FC236}">
                <a16:creationId xmlns:a16="http://schemas.microsoft.com/office/drawing/2014/main" id="{C1C7CFE3-6107-3E35-6B3D-1D71485B7A02}"/>
              </a:ext>
            </a:extLst>
          </p:cNvPr>
          <p:cNvSpPr>
            <a:spLocks noChangeShapeType="1"/>
          </p:cNvSpPr>
          <p:nvPr/>
        </p:nvSpPr>
        <p:spPr bwMode="auto">
          <a:xfrm flipH="1">
            <a:off x="9197975" y="2116138"/>
            <a:ext cx="374650" cy="86995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3" name="Line 37">
            <a:extLst>
              <a:ext uri="{FF2B5EF4-FFF2-40B4-BE49-F238E27FC236}">
                <a16:creationId xmlns:a16="http://schemas.microsoft.com/office/drawing/2014/main" id="{4ADF1CC6-F21F-7684-5328-2435B1B68D30}"/>
              </a:ext>
            </a:extLst>
          </p:cNvPr>
          <p:cNvSpPr>
            <a:spLocks noChangeShapeType="1"/>
          </p:cNvSpPr>
          <p:nvPr/>
        </p:nvSpPr>
        <p:spPr bwMode="auto">
          <a:xfrm>
            <a:off x="9093200" y="2551113"/>
            <a:ext cx="0" cy="37465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4" name="Text Box 38">
            <a:extLst>
              <a:ext uri="{FF2B5EF4-FFF2-40B4-BE49-F238E27FC236}">
                <a16:creationId xmlns:a16="http://schemas.microsoft.com/office/drawing/2014/main" id="{195D21FF-1D93-7CA8-15A5-D8598772AB0A}"/>
              </a:ext>
            </a:extLst>
          </p:cNvPr>
          <p:cNvSpPr txBox="1">
            <a:spLocks noChangeArrowheads="1"/>
          </p:cNvSpPr>
          <p:nvPr/>
        </p:nvSpPr>
        <p:spPr bwMode="auto">
          <a:xfrm>
            <a:off x="7894639" y="4586288"/>
            <a:ext cx="1335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endParaRPr lang="en-US" altLang="en-US">
              <a:solidFill>
                <a:srgbClr val="FFFFFF"/>
              </a:solidFill>
              <a:latin typeface="Times" pitchFamily="2" charset="0"/>
            </a:endParaRPr>
          </a:p>
        </p:txBody>
      </p:sp>
      <p:grpSp>
        <p:nvGrpSpPr>
          <p:cNvPr id="783399" name="Group 39">
            <a:extLst>
              <a:ext uri="{FF2B5EF4-FFF2-40B4-BE49-F238E27FC236}">
                <a16:creationId xmlns:a16="http://schemas.microsoft.com/office/drawing/2014/main" id="{FE00BAF5-35FB-FBED-27F2-D43483F24758}"/>
              </a:ext>
            </a:extLst>
          </p:cNvPr>
          <p:cNvGrpSpPr>
            <a:grpSpLocks/>
          </p:cNvGrpSpPr>
          <p:nvPr/>
        </p:nvGrpSpPr>
        <p:grpSpPr bwMode="auto">
          <a:xfrm>
            <a:off x="4978401" y="3259139"/>
            <a:ext cx="3395663" cy="3417887"/>
            <a:chOff x="2176" y="2053"/>
            <a:chExt cx="2139" cy="2153"/>
          </a:xfrm>
        </p:grpSpPr>
        <p:sp>
          <p:nvSpPr>
            <p:cNvPr id="86056" name="Line 40">
              <a:extLst>
                <a:ext uri="{FF2B5EF4-FFF2-40B4-BE49-F238E27FC236}">
                  <a16:creationId xmlns:a16="http://schemas.microsoft.com/office/drawing/2014/main" id="{D5D91048-8D5F-016B-D838-5BB4221780F2}"/>
                </a:ext>
              </a:extLst>
            </p:cNvPr>
            <p:cNvSpPr>
              <a:spLocks noChangeShapeType="1"/>
            </p:cNvSpPr>
            <p:nvPr/>
          </p:nvSpPr>
          <p:spPr bwMode="auto">
            <a:xfrm>
              <a:off x="2578" y="2426"/>
              <a:ext cx="321" cy="3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7" name="Line 41">
              <a:extLst>
                <a:ext uri="{FF2B5EF4-FFF2-40B4-BE49-F238E27FC236}">
                  <a16:creationId xmlns:a16="http://schemas.microsoft.com/office/drawing/2014/main" id="{9819C708-02AF-8840-B5D1-5508CCC5B72E}"/>
                </a:ext>
              </a:extLst>
            </p:cNvPr>
            <p:cNvSpPr>
              <a:spLocks noChangeShapeType="1"/>
            </p:cNvSpPr>
            <p:nvPr/>
          </p:nvSpPr>
          <p:spPr bwMode="auto">
            <a:xfrm flipH="1">
              <a:off x="3059" y="2436"/>
              <a:ext cx="292" cy="3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8" name="Line 42">
              <a:extLst>
                <a:ext uri="{FF2B5EF4-FFF2-40B4-BE49-F238E27FC236}">
                  <a16:creationId xmlns:a16="http://schemas.microsoft.com/office/drawing/2014/main" id="{ED572170-A1F1-2F80-414B-2A8B6380BF60}"/>
                </a:ext>
              </a:extLst>
            </p:cNvPr>
            <p:cNvSpPr>
              <a:spLocks noChangeShapeType="1"/>
            </p:cNvSpPr>
            <p:nvPr/>
          </p:nvSpPr>
          <p:spPr bwMode="auto">
            <a:xfrm>
              <a:off x="3003" y="3248"/>
              <a:ext cx="0" cy="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59" name="Line 43">
              <a:extLst>
                <a:ext uri="{FF2B5EF4-FFF2-40B4-BE49-F238E27FC236}">
                  <a16:creationId xmlns:a16="http://schemas.microsoft.com/office/drawing/2014/main" id="{B5793CFC-28F3-C698-54BC-0BA27E240194}"/>
                </a:ext>
              </a:extLst>
            </p:cNvPr>
            <p:cNvSpPr>
              <a:spLocks noChangeShapeType="1"/>
            </p:cNvSpPr>
            <p:nvPr/>
          </p:nvSpPr>
          <p:spPr bwMode="auto">
            <a:xfrm>
              <a:off x="2341" y="2464"/>
              <a:ext cx="492" cy="13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60" name="Line 44">
              <a:extLst>
                <a:ext uri="{FF2B5EF4-FFF2-40B4-BE49-F238E27FC236}">
                  <a16:creationId xmlns:a16="http://schemas.microsoft.com/office/drawing/2014/main" id="{5610B0D7-8B96-7471-CB7C-B92762462669}"/>
                </a:ext>
              </a:extLst>
            </p:cNvPr>
            <p:cNvSpPr>
              <a:spLocks noChangeShapeType="1"/>
            </p:cNvSpPr>
            <p:nvPr/>
          </p:nvSpPr>
          <p:spPr bwMode="auto">
            <a:xfrm flipH="1">
              <a:off x="3182" y="2436"/>
              <a:ext cx="435" cy="136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61" name="Line 45">
              <a:extLst>
                <a:ext uri="{FF2B5EF4-FFF2-40B4-BE49-F238E27FC236}">
                  <a16:creationId xmlns:a16="http://schemas.microsoft.com/office/drawing/2014/main" id="{2CE25AF1-DE38-67BD-6E7A-A3B5D630093E}"/>
                </a:ext>
              </a:extLst>
            </p:cNvPr>
            <p:cNvSpPr>
              <a:spLocks noChangeShapeType="1"/>
            </p:cNvSpPr>
            <p:nvPr/>
          </p:nvSpPr>
          <p:spPr bwMode="auto">
            <a:xfrm>
              <a:off x="2616" y="2228"/>
              <a:ext cx="575" cy="1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86062" name="Text Box 46">
              <a:extLst>
                <a:ext uri="{FF2B5EF4-FFF2-40B4-BE49-F238E27FC236}">
                  <a16:creationId xmlns:a16="http://schemas.microsoft.com/office/drawing/2014/main" id="{05E3BD26-6110-1820-EB66-B8715B7FD78A}"/>
                </a:ext>
              </a:extLst>
            </p:cNvPr>
            <p:cNvSpPr txBox="1">
              <a:spLocks noChangeArrowheads="1"/>
            </p:cNvSpPr>
            <p:nvPr/>
          </p:nvSpPr>
          <p:spPr bwMode="auto">
            <a:xfrm>
              <a:off x="2484" y="2067"/>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3" name="Text Box 47">
              <a:extLst>
                <a:ext uri="{FF2B5EF4-FFF2-40B4-BE49-F238E27FC236}">
                  <a16:creationId xmlns:a16="http://schemas.microsoft.com/office/drawing/2014/main" id="{A4B38E1F-1DEB-D329-7D98-41A80D032D3B}"/>
                </a:ext>
              </a:extLst>
            </p:cNvPr>
            <p:cNvSpPr txBox="1">
              <a:spLocks noChangeArrowheads="1"/>
            </p:cNvSpPr>
            <p:nvPr/>
          </p:nvSpPr>
          <p:spPr bwMode="auto">
            <a:xfrm>
              <a:off x="3126" y="2086"/>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4" name="Text Box 48">
              <a:extLst>
                <a:ext uri="{FF2B5EF4-FFF2-40B4-BE49-F238E27FC236}">
                  <a16:creationId xmlns:a16="http://schemas.microsoft.com/office/drawing/2014/main" id="{DC81974A-63D9-0D0C-D130-4C694854B8B3}"/>
                </a:ext>
              </a:extLst>
            </p:cNvPr>
            <p:cNvSpPr txBox="1">
              <a:spLocks noChangeArrowheads="1"/>
            </p:cNvSpPr>
            <p:nvPr/>
          </p:nvSpPr>
          <p:spPr bwMode="auto">
            <a:xfrm>
              <a:off x="3542" y="2257"/>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5" name="Text Box 49">
              <a:extLst>
                <a:ext uri="{FF2B5EF4-FFF2-40B4-BE49-F238E27FC236}">
                  <a16:creationId xmlns:a16="http://schemas.microsoft.com/office/drawing/2014/main" id="{4382E38B-E8F9-BF92-25A9-50AD0F29D317}"/>
                </a:ext>
              </a:extLst>
            </p:cNvPr>
            <p:cNvSpPr txBox="1">
              <a:spLocks noChangeArrowheads="1"/>
            </p:cNvSpPr>
            <p:nvPr/>
          </p:nvSpPr>
          <p:spPr bwMode="auto">
            <a:xfrm>
              <a:off x="3070" y="3691"/>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6" name="Text Box 50">
              <a:extLst>
                <a:ext uri="{FF2B5EF4-FFF2-40B4-BE49-F238E27FC236}">
                  <a16:creationId xmlns:a16="http://schemas.microsoft.com/office/drawing/2014/main" id="{08C1274F-1AB3-EA21-BADB-C15866566734}"/>
                </a:ext>
              </a:extLst>
            </p:cNvPr>
            <p:cNvSpPr txBox="1">
              <a:spLocks noChangeArrowheads="1"/>
            </p:cNvSpPr>
            <p:nvPr/>
          </p:nvSpPr>
          <p:spPr bwMode="auto">
            <a:xfrm>
              <a:off x="2740" y="3691"/>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7" name="Text Box 51">
              <a:extLst>
                <a:ext uri="{FF2B5EF4-FFF2-40B4-BE49-F238E27FC236}">
                  <a16:creationId xmlns:a16="http://schemas.microsoft.com/office/drawing/2014/main" id="{9EC35218-7FC5-065D-AEF7-0E1781F0B80E}"/>
                </a:ext>
              </a:extLst>
            </p:cNvPr>
            <p:cNvSpPr txBox="1">
              <a:spLocks noChangeArrowheads="1"/>
            </p:cNvSpPr>
            <p:nvPr/>
          </p:nvSpPr>
          <p:spPr bwMode="auto">
            <a:xfrm>
              <a:off x="2221" y="2284"/>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8" name="Text Box 52">
              <a:extLst>
                <a:ext uri="{FF2B5EF4-FFF2-40B4-BE49-F238E27FC236}">
                  <a16:creationId xmlns:a16="http://schemas.microsoft.com/office/drawing/2014/main" id="{D5FD59EC-831F-EE00-6BE6-027947AFC2AD}"/>
                </a:ext>
              </a:extLst>
            </p:cNvPr>
            <p:cNvSpPr txBox="1">
              <a:spLocks noChangeArrowheads="1"/>
            </p:cNvSpPr>
            <p:nvPr/>
          </p:nvSpPr>
          <p:spPr bwMode="auto">
            <a:xfrm>
              <a:off x="2449" y="2237"/>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69" name="Text Box 53">
              <a:extLst>
                <a:ext uri="{FF2B5EF4-FFF2-40B4-BE49-F238E27FC236}">
                  <a16:creationId xmlns:a16="http://schemas.microsoft.com/office/drawing/2014/main" id="{07965702-A926-88C3-0FD1-B2F4D44106E3}"/>
                </a:ext>
              </a:extLst>
            </p:cNvPr>
            <p:cNvSpPr txBox="1">
              <a:spLocks noChangeArrowheads="1"/>
            </p:cNvSpPr>
            <p:nvPr/>
          </p:nvSpPr>
          <p:spPr bwMode="auto">
            <a:xfrm>
              <a:off x="2798" y="2652"/>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70" name="Text Box 54">
              <a:extLst>
                <a:ext uri="{FF2B5EF4-FFF2-40B4-BE49-F238E27FC236}">
                  <a16:creationId xmlns:a16="http://schemas.microsoft.com/office/drawing/2014/main" id="{54339B28-771E-0296-8895-9B0EBF46A811}"/>
                </a:ext>
              </a:extLst>
            </p:cNvPr>
            <p:cNvSpPr txBox="1">
              <a:spLocks noChangeArrowheads="1"/>
            </p:cNvSpPr>
            <p:nvPr/>
          </p:nvSpPr>
          <p:spPr bwMode="auto">
            <a:xfrm>
              <a:off x="2941" y="2651"/>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71" name="Text Box 55">
              <a:extLst>
                <a:ext uri="{FF2B5EF4-FFF2-40B4-BE49-F238E27FC236}">
                  <a16:creationId xmlns:a16="http://schemas.microsoft.com/office/drawing/2014/main" id="{50A9A0EE-1BA1-F06A-4BDC-2B04185758D3}"/>
                </a:ext>
              </a:extLst>
            </p:cNvPr>
            <p:cNvSpPr txBox="1">
              <a:spLocks noChangeArrowheads="1"/>
            </p:cNvSpPr>
            <p:nvPr/>
          </p:nvSpPr>
          <p:spPr bwMode="auto">
            <a:xfrm>
              <a:off x="3261" y="2254"/>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72" name="Text Box 56">
              <a:extLst>
                <a:ext uri="{FF2B5EF4-FFF2-40B4-BE49-F238E27FC236}">
                  <a16:creationId xmlns:a16="http://schemas.microsoft.com/office/drawing/2014/main" id="{2F47A3E8-5C6B-D133-6FAC-CB066F293BFF}"/>
                </a:ext>
              </a:extLst>
            </p:cNvPr>
            <p:cNvSpPr txBox="1">
              <a:spLocks noChangeArrowheads="1"/>
            </p:cNvSpPr>
            <p:nvPr/>
          </p:nvSpPr>
          <p:spPr bwMode="auto">
            <a:xfrm>
              <a:off x="2893" y="3030"/>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73" name="Text Box 57">
              <a:extLst>
                <a:ext uri="{FF2B5EF4-FFF2-40B4-BE49-F238E27FC236}">
                  <a16:creationId xmlns:a16="http://schemas.microsoft.com/office/drawing/2014/main" id="{3CCA5026-268F-9210-7C65-A2C5FDBD1784}"/>
                </a:ext>
              </a:extLst>
            </p:cNvPr>
            <p:cNvSpPr txBox="1">
              <a:spLocks noChangeArrowheads="1"/>
            </p:cNvSpPr>
            <p:nvPr/>
          </p:nvSpPr>
          <p:spPr bwMode="auto">
            <a:xfrm>
              <a:off x="2901" y="3559"/>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o</a:t>
              </a:r>
            </a:p>
          </p:txBody>
        </p:sp>
        <p:sp>
          <p:nvSpPr>
            <p:cNvPr id="86074" name="Text Box 58">
              <a:extLst>
                <a:ext uri="{FF2B5EF4-FFF2-40B4-BE49-F238E27FC236}">
                  <a16:creationId xmlns:a16="http://schemas.microsoft.com/office/drawing/2014/main" id="{56983901-445D-EB7C-933C-59D65B225CC4}"/>
                </a:ext>
              </a:extLst>
            </p:cNvPr>
            <p:cNvSpPr txBox="1">
              <a:spLocks noChangeArrowheads="1"/>
            </p:cNvSpPr>
            <p:nvPr/>
          </p:nvSpPr>
          <p:spPr bwMode="auto">
            <a:xfrm>
              <a:off x="3739" y="315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50000"/>
                </a:spcBef>
                <a:spcAft>
                  <a:spcPct val="0"/>
                </a:spcAft>
              </a:pPr>
              <a:r>
                <a:rPr lang="en-US" altLang="en-US">
                  <a:solidFill>
                    <a:srgbClr val="FFFFFF"/>
                  </a:solidFill>
                  <a:latin typeface="Times" pitchFamily="2" charset="0"/>
                </a:rPr>
                <a:t>PAG</a:t>
              </a:r>
            </a:p>
          </p:txBody>
        </p:sp>
        <p:sp>
          <p:nvSpPr>
            <p:cNvPr id="783419" name="Rectangle 59">
              <a:extLst>
                <a:ext uri="{FF2B5EF4-FFF2-40B4-BE49-F238E27FC236}">
                  <a16:creationId xmlns:a16="http://schemas.microsoft.com/office/drawing/2014/main" id="{8645ED3A-E565-B2BF-4445-A9EA2F995378}"/>
                </a:ext>
              </a:extLst>
            </p:cNvPr>
            <p:cNvSpPr>
              <a:spLocks noChangeArrowheads="1"/>
            </p:cNvSpPr>
            <p:nvPr/>
          </p:nvSpPr>
          <p:spPr bwMode="auto">
            <a:xfrm>
              <a:off x="2176" y="2053"/>
              <a:ext cx="1820" cy="2153"/>
            </a:xfrm>
            <a:prstGeom prst="rect">
              <a:avLst/>
            </a:prstGeom>
            <a:noFill/>
            <a:ln>
              <a:noFill/>
            </a:ln>
            <a:effectLst/>
          </p:spPr>
          <p:txBody>
            <a:bodyPr lIns="90487" tIns="44450" rIns="90487" bIns="44450"/>
            <a:lstStyle>
              <a:lvl1pPr marL="342900" indent="-342900">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eaLnBrk="0" fontAlgn="base" hangingPunct="0">
                <a:spcBef>
                  <a:spcPct val="20000"/>
                </a:spcBef>
                <a:spcAft>
                  <a:spcPct val="0"/>
                </a:spcAft>
                <a:buClr>
                  <a:srgbClr val="8CF4EA"/>
                </a:buClr>
                <a:buSzPct val="75000"/>
              </a:pPr>
              <a:r>
                <a:rPr lang="en-US" altLang="en-US" sz="3200" i="1">
                  <a:solidFill>
                    <a:srgbClr val="FFFFFF"/>
                  </a:solidFill>
                  <a:effectLst>
                    <a:outerShdw blurRad="38100" dist="38100" dir="2700000" algn="tl">
                      <a:srgbClr val="000000"/>
                    </a:outerShdw>
                  </a:effectLst>
                  <a:latin typeface="Times" pitchFamily="2" charset="0"/>
                </a:rPr>
                <a:t>X</a:t>
              </a:r>
              <a:r>
                <a:rPr lang="en-US" altLang="en-US" sz="3200" baseline="-25000">
                  <a:solidFill>
                    <a:srgbClr val="FFFFFF"/>
                  </a:solidFill>
                  <a:effectLst>
                    <a:outerShdw blurRad="38100" dist="38100" dir="2700000" algn="tl">
                      <a:srgbClr val="000000"/>
                    </a:outerShdw>
                  </a:effectLst>
                  <a:latin typeface="Times" pitchFamily="2" charset="0"/>
                </a:rPr>
                <a:t>1                    </a:t>
              </a:r>
              <a:r>
                <a:rPr lang="en-US" altLang="en-US" sz="3200" i="1">
                  <a:solidFill>
                    <a:srgbClr val="FFFFFF"/>
                  </a:solidFill>
                  <a:effectLst>
                    <a:outerShdw blurRad="38100" dist="38100" dir="2700000" algn="tl">
                      <a:srgbClr val="000000"/>
                    </a:outerShdw>
                  </a:effectLst>
                  <a:latin typeface="Times" pitchFamily="2" charset="0"/>
                </a:rPr>
                <a:t>X</a:t>
              </a:r>
              <a:r>
                <a:rPr lang="en-US" altLang="en-US" sz="3200" baseline="-25000">
                  <a:solidFill>
                    <a:srgbClr val="FFFFFF"/>
                  </a:solidFill>
                  <a:effectLst>
                    <a:outerShdw blurRad="38100" dist="38100" dir="2700000" algn="tl">
                      <a:srgbClr val="000000"/>
                    </a:outerShdw>
                  </a:effectLst>
                  <a:latin typeface="Times" pitchFamily="2" charset="0"/>
                </a:rPr>
                <a:t>3 </a:t>
              </a:r>
              <a:endParaRPr lang="en-US" altLang="en-US" sz="3200" i="1">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endParaRPr lang="en-US" altLang="en-US" sz="3200" i="1">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baseline="-25000">
                  <a:solidFill>
                    <a:srgbClr val="FFFFFF"/>
                  </a:solidFill>
                  <a:effectLst>
                    <a:outerShdw blurRad="38100" dist="38100" dir="2700000" algn="tl">
                      <a:srgbClr val="000000"/>
                    </a:outerShdw>
                  </a:effectLst>
                  <a:latin typeface="Times" pitchFamily="2" charset="0"/>
                </a:rPr>
                <a:t>             </a:t>
              </a:r>
              <a:r>
                <a:rPr lang="en-US" altLang="en-US" sz="3200" i="1">
                  <a:solidFill>
                    <a:srgbClr val="FFFFFF"/>
                  </a:solidFill>
                  <a:effectLst>
                    <a:outerShdw blurRad="38100" dist="38100" dir="2700000" algn="tl">
                      <a:srgbClr val="000000"/>
                    </a:outerShdw>
                  </a:effectLst>
                  <a:latin typeface="Times" pitchFamily="2" charset="0"/>
                </a:rPr>
                <a:t>X</a:t>
              </a:r>
              <a:r>
                <a:rPr lang="en-US" altLang="en-US" sz="3200" baseline="-25000">
                  <a:solidFill>
                    <a:srgbClr val="FFFFFF"/>
                  </a:solidFill>
                  <a:effectLst>
                    <a:outerShdw blurRad="38100" dist="38100" dir="2700000" algn="tl">
                      <a:srgbClr val="000000"/>
                    </a:outerShdw>
                  </a:effectLst>
                  <a:latin typeface="Times" pitchFamily="2" charset="0"/>
                </a:rPr>
                <a:t>2 </a:t>
              </a:r>
              <a:endParaRPr lang="en-US" altLang="en-US" sz="3200" i="1">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endParaRPr lang="en-US" altLang="en-US" sz="3200" baseline="-25000">
                <a:solidFill>
                  <a:srgbClr val="FFFFFF"/>
                </a:solidFill>
                <a:effectLst>
                  <a:outerShdw blurRad="38100" dist="38100" dir="2700000" algn="tl">
                    <a:srgbClr val="000000"/>
                  </a:outerShdw>
                </a:effectLst>
                <a:latin typeface="Times" pitchFamily="2" charset="0"/>
              </a:endParaRPr>
            </a:p>
            <a:p>
              <a:pPr eaLnBrk="0" fontAlgn="base" hangingPunct="0">
                <a:spcBef>
                  <a:spcPct val="20000"/>
                </a:spcBef>
                <a:spcAft>
                  <a:spcPct val="0"/>
                </a:spcAft>
                <a:buClr>
                  <a:srgbClr val="8CF4EA"/>
                </a:buClr>
                <a:buSzPct val="75000"/>
              </a:pPr>
              <a:r>
                <a:rPr lang="en-US" altLang="en-US" sz="3200" i="1">
                  <a:solidFill>
                    <a:srgbClr val="FFFFFF"/>
                  </a:solidFill>
                  <a:effectLst>
                    <a:outerShdw blurRad="38100" dist="38100" dir="2700000" algn="tl">
                      <a:srgbClr val="000000"/>
                    </a:outerShdw>
                  </a:effectLst>
                  <a:latin typeface="Times" pitchFamily="2" charset="0"/>
                </a:rPr>
                <a:t>         </a:t>
              </a:r>
            </a:p>
            <a:p>
              <a:pPr eaLnBrk="0" fontAlgn="base" hangingPunct="0">
                <a:spcBef>
                  <a:spcPct val="20000"/>
                </a:spcBef>
                <a:spcAft>
                  <a:spcPct val="0"/>
                </a:spcAft>
                <a:buClr>
                  <a:srgbClr val="8CF4EA"/>
                </a:buClr>
                <a:buSzPct val="75000"/>
              </a:pPr>
              <a:r>
                <a:rPr lang="en-US" altLang="en-US" sz="3200" i="1">
                  <a:solidFill>
                    <a:srgbClr val="FFFFFF"/>
                  </a:solidFill>
                  <a:effectLst>
                    <a:outerShdw blurRad="38100" dist="38100" dir="2700000" algn="tl">
                      <a:srgbClr val="000000"/>
                    </a:outerShdw>
                  </a:effectLst>
                  <a:latin typeface="Times" pitchFamily="2" charset="0"/>
                </a:rPr>
                <a:t>         X</a:t>
              </a:r>
              <a:r>
                <a:rPr lang="en-US" altLang="en-US" sz="3200" baseline="-25000">
                  <a:solidFill>
                    <a:srgbClr val="FFFFFF"/>
                  </a:solidFill>
                  <a:effectLst>
                    <a:outerShdw blurRad="38100" dist="38100" dir="2700000" algn="tl">
                      <a:srgbClr val="000000"/>
                    </a:outerShdw>
                  </a:effectLst>
                  <a:latin typeface="Times" pitchFamily="2" charset="0"/>
                </a:rPr>
                <a:t>4</a:t>
              </a:r>
            </a:p>
          </p:txBody>
        </p:sp>
      </p:grpSp>
      <p:sp>
        <p:nvSpPr>
          <p:cNvPr id="2" name="Slide Number Placeholder 1">
            <a:extLst>
              <a:ext uri="{FF2B5EF4-FFF2-40B4-BE49-F238E27FC236}">
                <a16:creationId xmlns:a16="http://schemas.microsoft.com/office/drawing/2014/main" id="{8454A160-0C1B-7840-9FC7-9A9C9F7BE318}"/>
              </a:ext>
            </a:extLst>
          </p:cNvPr>
          <p:cNvSpPr>
            <a:spLocks noGrp="1"/>
          </p:cNvSpPr>
          <p:nvPr>
            <p:ph type="sldNum" sz="quarter" idx="10"/>
          </p:nvPr>
        </p:nvSpPr>
        <p:spPr/>
        <p:txBody>
          <a:bodyPr/>
          <a:lstStyle/>
          <a:p>
            <a:fld id="{6B69CBE1-A7D5-7240-8D99-C0F6CAE01367}" type="slidenum">
              <a:rPr lang="en-US" altLang="en-US" smtClean="0"/>
              <a:pPr/>
              <a:t>40</a:t>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83399"/>
                                        </p:tgtEl>
                                        <p:attrNameLst>
                                          <p:attrName>style.visibility</p:attrName>
                                        </p:attrNameLst>
                                      </p:cBhvr>
                                      <p:to>
                                        <p:strVal val="visible"/>
                                      </p:to>
                                    </p:set>
                                    <p:anim calcmode="lin" valueType="num">
                                      <p:cBhvr additive="base">
                                        <p:cTn id="7" dur="500" fill="hold"/>
                                        <p:tgtEl>
                                          <p:spTgt spid="783399"/>
                                        </p:tgtEl>
                                        <p:attrNameLst>
                                          <p:attrName>ppt_x</p:attrName>
                                        </p:attrNameLst>
                                      </p:cBhvr>
                                      <p:tavLst>
                                        <p:tav tm="0">
                                          <p:val>
                                            <p:strVal val="0-#ppt_w/2"/>
                                          </p:val>
                                        </p:tav>
                                        <p:tav tm="100000">
                                          <p:val>
                                            <p:strVal val="#ppt_x"/>
                                          </p:val>
                                        </p:tav>
                                      </p:tavLst>
                                    </p:anim>
                                    <p:anim calcmode="lin" valueType="num">
                                      <p:cBhvr additive="base">
                                        <p:cTn id="8" dur="500" fill="hold"/>
                                        <p:tgtEl>
                                          <p:spTgt spid="7833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DA9FC927-A0EA-DB6B-3913-8F348D42E552}"/>
              </a:ext>
            </a:extLst>
          </p:cNvPr>
          <p:cNvSpPr>
            <a:spLocks noGrp="1" noChangeArrowheads="1"/>
          </p:cNvSpPr>
          <p:nvPr>
            <p:ph type="title"/>
          </p:nvPr>
        </p:nvSpPr>
        <p:spPr/>
        <p:txBody>
          <a:bodyPr/>
          <a:lstStyle/>
          <a:p>
            <a:pPr>
              <a:defRPr/>
            </a:pPr>
            <a:r>
              <a:rPr lang="en-US" sz="4000" dirty="0">
                <a:cs typeface="+mj-cs"/>
              </a:rPr>
              <a:t>Partial Ancestral Graph represents Markov-Equivalent DAG Models</a:t>
            </a:r>
            <a:endParaRPr lang="en-US" dirty="0">
              <a:cs typeface="+mj-cs"/>
            </a:endParaRPr>
          </a:p>
        </p:txBody>
      </p:sp>
      <p:sp>
        <p:nvSpPr>
          <p:cNvPr id="851971" name="Rectangle 3">
            <a:extLst>
              <a:ext uri="{FF2B5EF4-FFF2-40B4-BE49-F238E27FC236}">
                <a16:creationId xmlns:a16="http://schemas.microsoft.com/office/drawing/2014/main" id="{C4A193ED-50B9-E38D-DF3A-3342FFDFF15A}"/>
              </a:ext>
            </a:extLst>
          </p:cNvPr>
          <p:cNvSpPr>
            <a:spLocks noGrp="1" noChangeArrowheads="1"/>
          </p:cNvSpPr>
          <p:nvPr>
            <p:ph type="body" idx="1"/>
          </p:nvPr>
        </p:nvSpPr>
        <p:spPr/>
        <p:txBody>
          <a:bodyPr/>
          <a:lstStyle/>
          <a:p>
            <a:pPr>
              <a:lnSpc>
                <a:spcPct val="90000"/>
              </a:lnSpc>
            </a:pPr>
            <a:r>
              <a:rPr lang="en-US" altLang="en-US" sz="2800" i="1"/>
              <a:t>A</a:t>
            </a:r>
            <a:r>
              <a:rPr lang="en-US" altLang="en-US" sz="2800"/>
              <a:t> is adjacent to </a:t>
            </a:r>
            <a:r>
              <a:rPr lang="en-US" altLang="en-US" sz="2800" i="1"/>
              <a:t>B</a:t>
            </a:r>
            <a:r>
              <a:rPr lang="en-US" altLang="en-US" sz="2800"/>
              <a:t> iff </a:t>
            </a:r>
            <a:r>
              <a:rPr lang="en-US" altLang="en-US" sz="2800" i="1"/>
              <a:t>A</a:t>
            </a:r>
            <a:r>
              <a:rPr lang="en-US" altLang="en-US" sz="2800"/>
              <a:t> and </a:t>
            </a:r>
            <a:r>
              <a:rPr lang="en-US" altLang="en-US" sz="2800" i="1"/>
              <a:t>B</a:t>
            </a:r>
            <a:r>
              <a:rPr lang="en-US" altLang="en-US" sz="2800"/>
              <a:t> are not d-separated conditional on any subset of the observed variable in any DAG in the </a:t>
            </a:r>
            <a:r>
              <a:rPr lang="en-US" sz="2800" dirty="0">
                <a:cs typeface="+mj-cs"/>
              </a:rPr>
              <a:t>Markov</a:t>
            </a:r>
            <a:r>
              <a:rPr lang="en-US" altLang="en-US" sz="2800"/>
              <a:t>-equivalence class. </a:t>
            </a:r>
            <a:endParaRPr lang="en-US" altLang="en-US" sz="2800" b="1" i="1" baseline="-25000"/>
          </a:p>
          <a:p>
            <a:pPr>
              <a:lnSpc>
                <a:spcPct val="90000"/>
              </a:lnSpc>
            </a:pPr>
            <a:r>
              <a:rPr lang="en-US" altLang="en-US" sz="2800" i="1"/>
              <a:t>A</a:t>
            </a:r>
            <a:r>
              <a:rPr lang="en-US" altLang="en-US" sz="2800"/>
              <a:t> </a:t>
            </a:r>
            <a:r>
              <a:rPr lang="en-US" altLang="en-US" sz="2800">
                <a:sym typeface="Symbol" pitchFamily="2" charset="2"/>
              </a:rPr>
              <a:t> </a:t>
            </a:r>
            <a:r>
              <a:rPr lang="en-US" altLang="en-US" sz="2800" i="1">
                <a:sym typeface="Symbol" pitchFamily="2" charset="2"/>
              </a:rPr>
              <a:t>B</a:t>
            </a:r>
            <a:r>
              <a:rPr lang="en-US" altLang="en-US" sz="2800">
                <a:sym typeface="Symbol" pitchFamily="2" charset="2"/>
              </a:rPr>
              <a:t> iff </a:t>
            </a:r>
            <a:r>
              <a:rPr lang="en-US" altLang="en-US" sz="2800" i="1">
                <a:sym typeface="Symbol" pitchFamily="2" charset="2"/>
              </a:rPr>
              <a:t>A</a:t>
            </a:r>
            <a:r>
              <a:rPr lang="en-US" altLang="en-US" sz="2800">
                <a:sym typeface="Symbol" pitchFamily="2" charset="2"/>
              </a:rPr>
              <a:t> is an ancestor of </a:t>
            </a:r>
            <a:r>
              <a:rPr lang="en-US" altLang="en-US" sz="2800" i="1">
                <a:sym typeface="Symbol" pitchFamily="2" charset="2"/>
              </a:rPr>
              <a:t>B</a:t>
            </a:r>
            <a:r>
              <a:rPr lang="en-US" altLang="en-US" sz="2800">
                <a:sym typeface="Symbol" pitchFamily="2" charset="2"/>
              </a:rPr>
              <a:t> in every </a:t>
            </a:r>
            <a:r>
              <a:rPr lang="en-US" altLang="en-US" sz="2800"/>
              <a:t>DAG in the </a:t>
            </a:r>
            <a:r>
              <a:rPr lang="en-US" sz="2800" dirty="0">
                <a:cs typeface="+mj-cs"/>
              </a:rPr>
              <a:t>Markov</a:t>
            </a:r>
            <a:r>
              <a:rPr lang="en-US" altLang="en-US" sz="2800"/>
              <a:t>-equivalence class</a:t>
            </a:r>
            <a:r>
              <a:rPr lang="en-US" altLang="en-US" sz="2800" i="1"/>
              <a:t>.</a:t>
            </a:r>
          </a:p>
          <a:p>
            <a:pPr>
              <a:lnSpc>
                <a:spcPct val="90000"/>
              </a:lnSpc>
            </a:pPr>
            <a:r>
              <a:rPr lang="en-US" altLang="en-US" sz="2800" i="1"/>
              <a:t>A</a:t>
            </a:r>
            <a:r>
              <a:rPr lang="en-US" altLang="en-US" sz="2800"/>
              <a:t> </a:t>
            </a:r>
            <a:r>
              <a:rPr lang="en-US" altLang="en-US" sz="2800">
                <a:sym typeface="Symbol" pitchFamily="2" charset="2"/>
              </a:rPr>
              <a:t></a:t>
            </a:r>
            <a:r>
              <a:rPr lang="en-US" altLang="en-US" sz="2800" i="1">
                <a:sym typeface="Symbol" pitchFamily="2" charset="2"/>
              </a:rPr>
              <a:t> B</a:t>
            </a:r>
            <a:r>
              <a:rPr lang="en-US" altLang="en-US" sz="2800">
                <a:sym typeface="Symbol" pitchFamily="2" charset="2"/>
              </a:rPr>
              <a:t> iff </a:t>
            </a:r>
            <a:r>
              <a:rPr lang="en-US" altLang="en-US" sz="2800" i="1">
                <a:sym typeface="Symbol" pitchFamily="2" charset="2"/>
              </a:rPr>
              <a:t>A</a:t>
            </a:r>
            <a:r>
              <a:rPr lang="en-US" altLang="en-US" sz="2800">
                <a:sym typeface="Symbol" pitchFamily="2" charset="2"/>
              </a:rPr>
              <a:t> and </a:t>
            </a:r>
            <a:r>
              <a:rPr lang="en-US" altLang="en-US" sz="2800" i="1">
                <a:sym typeface="Symbol" pitchFamily="2" charset="2"/>
              </a:rPr>
              <a:t>B</a:t>
            </a:r>
            <a:r>
              <a:rPr lang="en-US" altLang="en-US" sz="2800">
                <a:sym typeface="Symbol" pitchFamily="2" charset="2"/>
              </a:rPr>
              <a:t> are not ancestors of each other in every </a:t>
            </a:r>
            <a:r>
              <a:rPr lang="en-US" altLang="en-US" sz="2800"/>
              <a:t>DAG in the </a:t>
            </a:r>
            <a:r>
              <a:rPr lang="en-US" sz="2800" dirty="0">
                <a:cs typeface="+mj-cs"/>
              </a:rPr>
              <a:t>Markov</a:t>
            </a:r>
            <a:r>
              <a:rPr lang="en-US" altLang="en-US" sz="2800"/>
              <a:t>-equivalence class.</a:t>
            </a:r>
          </a:p>
          <a:p>
            <a:pPr>
              <a:lnSpc>
                <a:spcPct val="90000"/>
              </a:lnSpc>
            </a:pPr>
            <a:r>
              <a:rPr lang="en-US" altLang="en-US" sz="2800" i="1"/>
              <a:t>A</a:t>
            </a:r>
            <a:r>
              <a:rPr lang="en-US" altLang="en-US" sz="2800"/>
              <a:t> o</a:t>
            </a:r>
            <a:r>
              <a:rPr lang="en-US" altLang="en-US" sz="2800">
                <a:sym typeface="Symbol" pitchFamily="2" charset="2"/>
              </a:rPr>
              <a:t> </a:t>
            </a:r>
            <a:r>
              <a:rPr lang="en-US" altLang="en-US" sz="2800" i="1">
                <a:sym typeface="Symbol" pitchFamily="2" charset="2"/>
              </a:rPr>
              <a:t>B</a:t>
            </a:r>
            <a:r>
              <a:rPr lang="en-US" altLang="en-US" sz="2800">
                <a:sym typeface="Symbol" pitchFamily="2" charset="2"/>
              </a:rPr>
              <a:t> iff </a:t>
            </a:r>
            <a:r>
              <a:rPr lang="en-US" altLang="en-US" sz="2800" i="1">
                <a:sym typeface="Symbol" pitchFamily="2" charset="2"/>
              </a:rPr>
              <a:t>B</a:t>
            </a:r>
            <a:r>
              <a:rPr lang="en-US" altLang="en-US" sz="2800">
                <a:sym typeface="Symbol" pitchFamily="2" charset="2"/>
              </a:rPr>
              <a:t> is not an ancestor of </a:t>
            </a:r>
            <a:r>
              <a:rPr lang="en-US" altLang="en-US" sz="2800" i="1">
                <a:sym typeface="Symbol" pitchFamily="2" charset="2"/>
              </a:rPr>
              <a:t>A</a:t>
            </a:r>
            <a:r>
              <a:rPr lang="en-US" altLang="en-US" sz="2800">
                <a:sym typeface="Symbol" pitchFamily="2" charset="2"/>
              </a:rPr>
              <a:t> in every </a:t>
            </a:r>
            <a:r>
              <a:rPr lang="en-US" altLang="en-US" sz="2800"/>
              <a:t>DAG in the </a:t>
            </a:r>
            <a:r>
              <a:rPr lang="en-US" sz="2800" dirty="0">
                <a:cs typeface="+mj-cs"/>
              </a:rPr>
              <a:t>Markov</a:t>
            </a:r>
            <a:r>
              <a:rPr lang="en-US" altLang="en-US" sz="2800"/>
              <a:t>-equivalence class</a:t>
            </a:r>
            <a:r>
              <a:rPr lang="en-US" altLang="en-US" sz="2800" i="1"/>
              <a:t>.</a:t>
            </a:r>
          </a:p>
          <a:p>
            <a:pPr>
              <a:lnSpc>
                <a:spcPct val="90000"/>
              </a:lnSpc>
            </a:pPr>
            <a:r>
              <a:rPr lang="en-US" altLang="en-US" sz="2800" i="1"/>
              <a:t>A</a:t>
            </a:r>
            <a:r>
              <a:rPr lang="en-US" altLang="en-US" sz="2800"/>
              <a:t> o</a:t>
            </a:r>
            <a:r>
              <a:rPr lang="en-US" altLang="en-US" sz="2800">
                <a:sym typeface="Symbol" pitchFamily="2" charset="2"/>
              </a:rPr>
              <a:t></a:t>
            </a:r>
            <a:r>
              <a:rPr lang="en-US" altLang="en-US" sz="2800"/>
              <a:t>o </a:t>
            </a:r>
            <a:r>
              <a:rPr lang="en-US" altLang="en-US" sz="2800" i="1"/>
              <a:t>B</a:t>
            </a:r>
            <a:r>
              <a:rPr lang="en-US" altLang="en-US" sz="2800"/>
              <a:t> places no restriction on ancestor relations</a:t>
            </a:r>
          </a:p>
        </p:txBody>
      </p:sp>
      <p:sp>
        <p:nvSpPr>
          <p:cNvPr id="2" name="Slide Number Placeholder 1">
            <a:extLst>
              <a:ext uri="{FF2B5EF4-FFF2-40B4-BE49-F238E27FC236}">
                <a16:creationId xmlns:a16="http://schemas.microsoft.com/office/drawing/2014/main" id="{6797B1FC-D9AC-BE4D-ADC8-CD1865695735}"/>
              </a:ext>
            </a:extLst>
          </p:cNvPr>
          <p:cNvSpPr>
            <a:spLocks noGrp="1"/>
          </p:cNvSpPr>
          <p:nvPr>
            <p:ph type="sldNum" sz="quarter" idx="10"/>
          </p:nvPr>
        </p:nvSpPr>
        <p:spPr/>
        <p:txBody>
          <a:bodyPr/>
          <a:lstStyle/>
          <a:p>
            <a:fld id="{6B69CBE1-A7D5-7240-8D99-C0F6CAE01367}" type="slidenum">
              <a:rPr lang="en-US" altLang="en-US" smtClean="0"/>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8325FD5A-C9DA-6E78-5413-5A7770EFF9E4}"/>
              </a:ext>
            </a:extLst>
          </p:cNvPr>
          <p:cNvSpPr>
            <a:spLocks noGrp="1" noChangeArrowheads="1"/>
          </p:cNvSpPr>
          <p:nvPr>
            <p:ph type="title"/>
          </p:nvPr>
        </p:nvSpPr>
        <p:spPr/>
        <p:txBody>
          <a:bodyPr/>
          <a:lstStyle/>
          <a:p>
            <a:r>
              <a:rPr lang="en-US" altLang="en-US"/>
              <a:t>College Plans</a:t>
            </a:r>
          </a:p>
        </p:txBody>
      </p:sp>
      <p:sp>
        <p:nvSpPr>
          <p:cNvPr id="339971" name="Rectangle 3">
            <a:extLst>
              <a:ext uri="{FF2B5EF4-FFF2-40B4-BE49-F238E27FC236}">
                <a16:creationId xmlns:a16="http://schemas.microsoft.com/office/drawing/2014/main" id="{8295625F-7D52-5348-9C4F-562014D96338}"/>
              </a:ext>
            </a:extLst>
          </p:cNvPr>
          <p:cNvSpPr>
            <a:spLocks noGrp="1" noChangeArrowheads="1"/>
          </p:cNvSpPr>
          <p:nvPr>
            <p:ph type="body" idx="1"/>
          </p:nvPr>
        </p:nvSpPr>
        <p:spPr/>
        <p:txBody>
          <a:bodyPr/>
          <a:lstStyle/>
          <a:p>
            <a:pPr>
              <a:lnSpc>
                <a:spcPct val="80000"/>
              </a:lnSpc>
              <a:defRPr/>
            </a:pPr>
            <a:r>
              <a:rPr lang="en-US" altLang="en-US" sz="2800">
                <a:latin typeface="Times" pitchFamily="2" charset="0"/>
              </a:rPr>
              <a:t>Sewell and Shah (1968) studied five variables from a sample of 10,318 Wisconsin high school seniors. </a:t>
            </a:r>
          </a:p>
          <a:p>
            <a:pPr lvl="2">
              <a:lnSpc>
                <a:spcPct val="80000"/>
              </a:lnSpc>
              <a:defRPr/>
            </a:pPr>
            <a:endParaRPr lang="en-US" altLang="en-US" sz="2000">
              <a:latin typeface="Times" pitchFamily="2" charset="0"/>
            </a:endParaRPr>
          </a:p>
          <a:p>
            <a:pPr lvl="1">
              <a:lnSpc>
                <a:spcPct val="80000"/>
              </a:lnSpc>
              <a:defRPr/>
            </a:pPr>
            <a:r>
              <a:rPr lang="en-US" altLang="en-US" sz="2400" i="1">
                <a:effectLst>
                  <a:outerShdw blurRad="38100" dist="38100" dir="2700000" algn="tl">
                    <a:srgbClr val="000000"/>
                  </a:outerShdw>
                </a:effectLst>
                <a:latin typeface="Times" pitchFamily="2" charset="0"/>
              </a:rPr>
              <a:t>SEX</a:t>
            </a:r>
            <a:r>
              <a:rPr lang="en-US" altLang="en-US" sz="2400">
                <a:effectLst>
                  <a:outerShdw blurRad="38100" dist="38100" dir="2700000" algn="tl">
                    <a:srgbClr val="000000"/>
                  </a:outerShdw>
                </a:effectLst>
                <a:latin typeface="Times" pitchFamily="2" charset="0"/>
              </a:rPr>
              <a:t> 				[male = 0, female = 1]</a:t>
            </a:r>
          </a:p>
          <a:p>
            <a:pPr lvl="1">
              <a:lnSpc>
                <a:spcPct val="80000"/>
              </a:lnSpc>
              <a:defRPr/>
            </a:pPr>
            <a:r>
              <a:rPr lang="en-US" altLang="en-US" sz="2400" i="1">
                <a:effectLst>
                  <a:outerShdw blurRad="38100" dist="38100" dir="2700000" algn="tl">
                    <a:srgbClr val="000000"/>
                  </a:outerShdw>
                </a:effectLst>
                <a:latin typeface="Times" pitchFamily="2" charset="0"/>
              </a:rPr>
              <a:t>IQ</a:t>
            </a:r>
            <a:r>
              <a:rPr lang="en-US" altLang="en-US" sz="2400">
                <a:effectLst>
                  <a:outerShdw blurRad="38100" dist="38100" dir="2700000" algn="tl">
                    <a:srgbClr val="000000"/>
                  </a:outerShdw>
                </a:effectLst>
                <a:latin typeface="Times" pitchFamily="2" charset="0"/>
              </a:rPr>
              <a:t> = Intelligence Quotient, 	[lowest = 0, highest = 3] </a:t>
            </a:r>
          </a:p>
          <a:p>
            <a:pPr lvl="1">
              <a:lnSpc>
                <a:spcPct val="80000"/>
              </a:lnSpc>
              <a:defRPr/>
            </a:pPr>
            <a:r>
              <a:rPr lang="en-US" altLang="en-US" sz="2400" i="1">
                <a:effectLst>
                  <a:outerShdw blurRad="38100" dist="38100" dir="2700000" algn="tl">
                    <a:srgbClr val="000000"/>
                  </a:outerShdw>
                </a:effectLst>
                <a:latin typeface="Times" pitchFamily="2" charset="0"/>
              </a:rPr>
              <a:t>CP</a:t>
            </a:r>
            <a:r>
              <a:rPr lang="en-US" altLang="en-US" sz="2400">
                <a:effectLst>
                  <a:outerShdw blurRad="38100" dist="38100" dir="2700000" algn="tl">
                    <a:srgbClr val="000000"/>
                  </a:outerShdw>
                </a:effectLst>
                <a:latin typeface="Times" pitchFamily="2" charset="0"/>
              </a:rPr>
              <a:t> = college plans		[yes = 0, no = 1] </a:t>
            </a:r>
          </a:p>
          <a:p>
            <a:pPr lvl="1">
              <a:lnSpc>
                <a:spcPct val="80000"/>
              </a:lnSpc>
              <a:defRPr/>
            </a:pPr>
            <a:r>
              <a:rPr lang="en-US" altLang="en-US" sz="2400" i="1">
                <a:effectLst>
                  <a:outerShdw blurRad="38100" dist="38100" dir="2700000" algn="tl">
                    <a:srgbClr val="000000"/>
                  </a:outerShdw>
                </a:effectLst>
                <a:latin typeface="Times" pitchFamily="2" charset="0"/>
              </a:rPr>
              <a:t>PE</a:t>
            </a:r>
            <a:r>
              <a:rPr lang="en-US" altLang="en-US" sz="2400">
                <a:effectLst>
                  <a:outerShdw blurRad="38100" dist="38100" dir="2700000" algn="tl">
                    <a:srgbClr val="000000"/>
                  </a:outerShdw>
                </a:effectLst>
                <a:latin typeface="Times" pitchFamily="2" charset="0"/>
              </a:rPr>
              <a:t> = parental encouragement   [low = 0, high = 1]</a:t>
            </a:r>
          </a:p>
          <a:p>
            <a:pPr lvl="1">
              <a:lnSpc>
                <a:spcPct val="80000"/>
              </a:lnSpc>
              <a:defRPr/>
            </a:pPr>
            <a:r>
              <a:rPr lang="en-US" altLang="en-US" sz="2400" i="1">
                <a:effectLst>
                  <a:outerShdw blurRad="38100" dist="38100" dir="2700000" algn="tl">
                    <a:srgbClr val="000000"/>
                  </a:outerShdw>
                </a:effectLst>
                <a:latin typeface="Times" pitchFamily="2" charset="0"/>
              </a:rPr>
              <a:t>SES</a:t>
            </a:r>
            <a:r>
              <a:rPr lang="en-US" altLang="en-US" sz="2400">
                <a:effectLst>
                  <a:outerShdw blurRad="38100" dist="38100" dir="2700000" algn="tl">
                    <a:srgbClr val="000000"/>
                  </a:outerShdw>
                </a:effectLst>
                <a:latin typeface="Times" pitchFamily="2" charset="0"/>
              </a:rPr>
              <a:t> = socioeconomic status	[lowest = 0, highest = 3]</a:t>
            </a:r>
          </a:p>
          <a:p>
            <a:pPr>
              <a:lnSpc>
                <a:spcPct val="80000"/>
              </a:lnSpc>
              <a:defRPr/>
            </a:pPr>
            <a:endParaRPr lang="en-US" altLang="en-US" sz="2800">
              <a:effectLst>
                <a:outerShdw blurRad="38100" dist="38100" dir="2700000" algn="tl">
                  <a:srgbClr val="000000"/>
                </a:outerShdw>
              </a:effectLst>
              <a:latin typeface="Times" pitchFamily="2" charset="0"/>
            </a:endParaRPr>
          </a:p>
          <a:p>
            <a:pPr>
              <a:lnSpc>
                <a:spcPct val="80000"/>
              </a:lnSpc>
              <a:defRPr/>
            </a:pPr>
            <a:endParaRPr lang="en-US" altLang="en-US" sz="2800"/>
          </a:p>
        </p:txBody>
      </p:sp>
      <p:sp>
        <p:nvSpPr>
          <p:cNvPr id="2" name="Slide Number Placeholder 1">
            <a:extLst>
              <a:ext uri="{FF2B5EF4-FFF2-40B4-BE49-F238E27FC236}">
                <a16:creationId xmlns:a16="http://schemas.microsoft.com/office/drawing/2014/main" id="{A949FACB-2365-2344-9E42-88D8B49CFF60}"/>
              </a:ext>
            </a:extLst>
          </p:cNvPr>
          <p:cNvSpPr>
            <a:spLocks noGrp="1"/>
          </p:cNvSpPr>
          <p:nvPr>
            <p:ph type="sldNum" sz="quarter" idx="12"/>
          </p:nvPr>
        </p:nvSpPr>
        <p:spPr/>
        <p:txBody>
          <a:bodyPr/>
          <a:lstStyle/>
          <a:p>
            <a:fld id="{76749A6E-9360-A341-A128-CA2094A18C67}" type="slidenum">
              <a:rPr lang="en-US" altLang="en-US" smtClean="0"/>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2">
            <a:extLst>
              <a:ext uri="{FF2B5EF4-FFF2-40B4-BE49-F238E27FC236}">
                <a16:creationId xmlns:a16="http://schemas.microsoft.com/office/drawing/2014/main" id="{2E81AAF6-A933-F37F-40A0-FCB79609AB4E}"/>
              </a:ext>
            </a:extLst>
          </p:cNvPr>
          <p:cNvSpPr>
            <a:spLocks noGrp="1" noChangeArrowheads="1"/>
          </p:cNvSpPr>
          <p:nvPr>
            <p:ph type="title"/>
          </p:nvPr>
        </p:nvSpPr>
        <p:spPr/>
        <p:txBody>
          <a:bodyPr/>
          <a:lstStyle/>
          <a:p>
            <a:r>
              <a:rPr lang="en-US" altLang="en-US"/>
              <a:t>Mixed Ancestral Graph</a:t>
            </a:r>
          </a:p>
        </p:txBody>
      </p:sp>
      <p:sp>
        <p:nvSpPr>
          <p:cNvPr id="137218" name="Rectangle 3">
            <a:extLst>
              <a:ext uri="{FF2B5EF4-FFF2-40B4-BE49-F238E27FC236}">
                <a16:creationId xmlns:a16="http://schemas.microsoft.com/office/drawing/2014/main" id="{4DA7AEA0-92EB-304D-8DB2-CB31D7AD829F}"/>
              </a:ext>
            </a:extLst>
          </p:cNvPr>
          <p:cNvSpPr>
            <a:spLocks noGrp="1" noChangeArrowheads="1"/>
          </p:cNvSpPr>
          <p:nvPr>
            <p:ph type="body" idx="1"/>
          </p:nvPr>
        </p:nvSpPr>
        <p:spPr/>
        <p:txBody>
          <a:bodyPr/>
          <a:lstStyle/>
          <a:p>
            <a:pPr>
              <a:lnSpc>
                <a:spcPct val="80000"/>
              </a:lnSpc>
              <a:defRPr/>
            </a:pPr>
            <a:r>
              <a:rPr lang="en-US" altLang="en-US" sz="2800" dirty="0">
                <a:latin typeface="+mj-lt"/>
              </a:rPr>
              <a:t>Mixed ancestral models are closed under marginalization.</a:t>
            </a:r>
          </a:p>
          <a:p>
            <a:pPr>
              <a:lnSpc>
                <a:spcPct val="80000"/>
              </a:lnSpc>
              <a:defRPr/>
            </a:pPr>
            <a:r>
              <a:rPr lang="en-US" altLang="en-US" sz="2800" dirty="0">
                <a:latin typeface="+mj-lt"/>
              </a:rPr>
              <a:t>In the linear normal case, the parameterization of a MAG is just a special case of the parameterization of a linear structural equation model. </a:t>
            </a:r>
          </a:p>
          <a:p>
            <a:pPr>
              <a:lnSpc>
                <a:spcPct val="80000"/>
              </a:lnSpc>
              <a:defRPr/>
            </a:pPr>
            <a:r>
              <a:rPr lang="en-US" altLang="en-US" sz="2800" dirty="0">
                <a:latin typeface="+mj-lt"/>
              </a:rPr>
              <a:t>There is a maximum </a:t>
            </a:r>
            <a:r>
              <a:rPr lang="en-US" altLang="en-US" sz="2800" dirty="0" err="1">
                <a:latin typeface="+mj-lt"/>
              </a:rPr>
              <a:t>liklihood</a:t>
            </a:r>
            <a:r>
              <a:rPr lang="en-US" altLang="en-US" sz="2800" dirty="0">
                <a:latin typeface="+mj-lt"/>
              </a:rPr>
              <a:t> estimator of the parameters (</a:t>
            </a:r>
            <a:r>
              <a:rPr lang="en-US" altLang="en-US" sz="2800" dirty="0" err="1">
                <a:latin typeface="+mj-lt"/>
              </a:rPr>
              <a:t>Drton</a:t>
            </a:r>
            <a:r>
              <a:rPr lang="en-US" altLang="en-US" sz="2800" dirty="0">
                <a:latin typeface="+mj-lt"/>
              </a:rPr>
              <a:t>).</a:t>
            </a:r>
          </a:p>
          <a:p>
            <a:pPr>
              <a:lnSpc>
                <a:spcPct val="80000"/>
              </a:lnSpc>
              <a:defRPr/>
            </a:pPr>
            <a:r>
              <a:rPr lang="en-US" altLang="en-US" sz="2800" dirty="0">
                <a:latin typeface="+mj-lt"/>
              </a:rPr>
              <a:t>The BIC score is easy to calculate. </a:t>
            </a:r>
          </a:p>
          <a:p>
            <a:pPr marL="0" indent="0">
              <a:lnSpc>
                <a:spcPct val="80000"/>
              </a:lnSpc>
              <a:buNone/>
              <a:defRPr/>
            </a:pPr>
            <a:r>
              <a:rPr lang="en-US" altLang="en-US" sz="2800" dirty="0">
                <a:latin typeface="+mj-lt"/>
              </a:rPr>
              <a:t> </a:t>
            </a:r>
          </a:p>
        </p:txBody>
      </p:sp>
      <p:sp>
        <p:nvSpPr>
          <p:cNvPr id="2" name="Slide Number Placeholder 1">
            <a:extLst>
              <a:ext uri="{FF2B5EF4-FFF2-40B4-BE49-F238E27FC236}">
                <a16:creationId xmlns:a16="http://schemas.microsoft.com/office/drawing/2014/main" id="{B5214A31-3E17-F443-A4CE-C2979D77F4B2}"/>
              </a:ext>
            </a:extLst>
          </p:cNvPr>
          <p:cNvSpPr>
            <a:spLocks noGrp="1"/>
          </p:cNvSpPr>
          <p:nvPr>
            <p:ph type="sldNum" sz="quarter" idx="12"/>
          </p:nvPr>
        </p:nvSpPr>
        <p:spPr/>
        <p:txBody>
          <a:bodyPr/>
          <a:lstStyle/>
          <a:p>
            <a:fld id="{76749A6E-9360-A341-A128-CA2094A18C67}" type="slidenum">
              <a:rPr lang="en-US" altLang="en-US" smtClean="0"/>
              <a:pPr/>
              <a:t>43</a:t>
            </a:fld>
            <a:endParaRPr lang="en-US"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2">
            <a:extLst>
              <a:ext uri="{FF2B5EF4-FFF2-40B4-BE49-F238E27FC236}">
                <a16:creationId xmlns:a16="http://schemas.microsoft.com/office/drawing/2014/main" id="{DC8B6C11-5E6F-9F6F-7201-08A4B02634A1}"/>
              </a:ext>
            </a:extLst>
          </p:cNvPr>
          <p:cNvSpPr>
            <a:spLocks noGrp="1" noChangeArrowheads="1"/>
          </p:cNvSpPr>
          <p:nvPr>
            <p:ph type="title"/>
          </p:nvPr>
        </p:nvSpPr>
        <p:spPr>
          <a:xfrm>
            <a:off x="2632076" y="482600"/>
            <a:ext cx="7281863" cy="1143000"/>
          </a:xfrm>
        </p:spPr>
        <p:txBody>
          <a:bodyPr/>
          <a:lstStyle/>
          <a:p>
            <a:r>
              <a:rPr lang="en-US" altLang="en-US" sz="4000"/>
              <a:t>Some Markov Equivalent Mixed Ancestral Graphs</a:t>
            </a:r>
          </a:p>
        </p:txBody>
      </p:sp>
      <p:sp>
        <p:nvSpPr>
          <p:cNvPr id="429099" name="Text Box 43">
            <a:extLst>
              <a:ext uri="{FF2B5EF4-FFF2-40B4-BE49-F238E27FC236}">
                <a16:creationId xmlns:a16="http://schemas.microsoft.com/office/drawing/2014/main" id="{051E1579-E095-3743-A127-CB5BF6776783}"/>
              </a:ext>
            </a:extLst>
          </p:cNvPr>
          <p:cNvSpPr txBox="1">
            <a:spLocks noChangeArrowheads="1"/>
          </p:cNvSpPr>
          <p:nvPr/>
        </p:nvSpPr>
        <p:spPr bwMode="auto">
          <a:xfrm>
            <a:off x="2460626" y="1647825"/>
            <a:ext cx="2767013"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7811" name="Line 44">
            <a:extLst>
              <a:ext uri="{FF2B5EF4-FFF2-40B4-BE49-F238E27FC236}">
                <a16:creationId xmlns:a16="http://schemas.microsoft.com/office/drawing/2014/main" id="{53FD17E1-1CD0-9490-F0D4-9D248E930F05}"/>
              </a:ext>
            </a:extLst>
          </p:cNvPr>
          <p:cNvSpPr>
            <a:spLocks noChangeShapeType="1"/>
          </p:cNvSpPr>
          <p:nvPr/>
        </p:nvSpPr>
        <p:spPr bwMode="auto">
          <a:xfrm flipV="1">
            <a:off x="3111501" y="2709863"/>
            <a:ext cx="1573213" cy="4826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12" name="Line 45">
            <a:extLst>
              <a:ext uri="{FF2B5EF4-FFF2-40B4-BE49-F238E27FC236}">
                <a16:creationId xmlns:a16="http://schemas.microsoft.com/office/drawing/2014/main" id="{F4C7C185-9228-4241-E28F-51498A0E09B7}"/>
              </a:ext>
            </a:extLst>
          </p:cNvPr>
          <p:cNvSpPr>
            <a:spLocks noChangeShapeType="1"/>
          </p:cNvSpPr>
          <p:nvPr/>
        </p:nvSpPr>
        <p:spPr bwMode="auto">
          <a:xfrm>
            <a:off x="3954464" y="2568575"/>
            <a:ext cx="619125"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13" name="Line 46">
            <a:extLst>
              <a:ext uri="{FF2B5EF4-FFF2-40B4-BE49-F238E27FC236}">
                <a16:creationId xmlns:a16="http://schemas.microsoft.com/office/drawing/2014/main" id="{730EC665-4D50-57BF-1ECC-127396B11C2E}"/>
              </a:ext>
            </a:extLst>
          </p:cNvPr>
          <p:cNvSpPr>
            <a:spLocks noChangeShapeType="1"/>
          </p:cNvSpPr>
          <p:nvPr/>
        </p:nvSpPr>
        <p:spPr bwMode="auto">
          <a:xfrm>
            <a:off x="2994025" y="2560639"/>
            <a:ext cx="623888"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14" name="Line 47">
            <a:extLst>
              <a:ext uri="{FF2B5EF4-FFF2-40B4-BE49-F238E27FC236}">
                <a16:creationId xmlns:a16="http://schemas.microsoft.com/office/drawing/2014/main" id="{0F47F698-2778-EE40-F3ED-48EDA2FAB19D}"/>
              </a:ext>
            </a:extLst>
          </p:cNvPr>
          <p:cNvSpPr>
            <a:spLocks noChangeShapeType="1"/>
          </p:cNvSpPr>
          <p:nvPr/>
        </p:nvSpPr>
        <p:spPr bwMode="auto">
          <a:xfrm flipV="1">
            <a:off x="3008313" y="2686051"/>
            <a:ext cx="635000" cy="423863"/>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15" name="Freeform 48">
            <a:extLst>
              <a:ext uri="{FF2B5EF4-FFF2-40B4-BE49-F238E27FC236}">
                <a16:creationId xmlns:a16="http://schemas.microsoft.com/office/drawing/2014/main" id="{48997D75-C13B-9FD3-8280-6AEFE27A9C81}"/>
              </a:ext>
            </a:extLst>
          </p:cNvPr>
          <p:cNvSpPr>
            <a:spLocks/>
          </p:cNvSpPr>
          <p:nvPr/>
        </p:nvSpPr>
        <p:spPr bwMode="auto">
          <a:xfrm>
            <a:off x="2836864" y="1982789"/>
            <a:ext cx="1908175" cy="446087"/>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16" name="Text Box 61">
            <a:extLst>
              <a:ext uri="{FF2B5EF4-FFF2-40B4-BE49-F238E27FC236}">
                <a16:creationId xmlns:a16="http://schemas.microsoft.com/office/drawing/2014/main" id="{8CD66F3A-066E-048F-DCA9-8A690D905E57}"/>
              </a:ext>
            </a:extLst>
          </p:cNvPr>
          <p:cNvSpPr txBox="1">
            <a:spLocks noChangeArrowheads="1"/>
          </p:cNvSpPr>
          <p:nvPr/>
        </p:nvSpPr>
        <p:spPr bwMode="auto">
          <a:xfrm>
            <a:off x="2481264" y="5275264"/>
            <a:ext cx="7654925"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400">
                <a:solidFill>
                  <a:srgbClr val="FFFFFF"/>
                </a:solidFill>
                <a:latin typeface="Times New Roman" panose="02020603050405020304" pitchFamily="18" charset="0"/>
                <a:ea typeface="ＭＳ Ｐゴシック" panose="020B0600070205080204" pitchFamily="34" charset="-128"/>
              </a:rPr>
              <a:t>These different MAGs all have the same d-separation relations. </a:t>
            </a:r>
          </a:p>
        </p:txBody>
      </p:sp>
      <p:sp>
        <p:nvSpPr>
          <p:cNvPr id="429124" name="Text Box 68">
            <a:extLst>
              <a:ext uri="{FF2B5EF4-FFF2-40B4-BE49-F238E27FC236}">
                <a16:creationId xmlns:a16="http://schemas.microsoft.com/office/drawing/2014/main" id="{0F9261CA-3062-AB4E-A37C-6C16E1DD8CF1}"/>
              </a:ext>
            </a:extLst>
          </p:cNvPr>
          <p:cNvSpPr txBox="1">
            <a:spLocks noChangeArrowheads="1"/>
          </p:cNvSpPr>
          <p:nvPr/>
        </p:nvSpPr>
        <p:spPr bwMode="auto">
          <a:xfrm>
            <a:off x="5170488" y="1735138"/>
            <a:ext cx="2767012"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7818" name="Line 69">
            <a:extLst>
              <a:ext uri="{FF2B5EF4-FFF2-40B4-BE49-F238E27FC236}">
                <a16:creationId xmlns:a16="http://schemas.microsoft.com/office/drawing/2014/main" id="{CE779523-39AF-9C83-0F42-A0142B2E79C4}"/>
              </a:ext>
            </a:extLst>
          </p:cNvPr>
          <p:cNvSpPr>
            <a:spLocks noChangeShapeType="1"/>
          </p:cNvSpPr>
          <p:nvPr/>
        </p:nvSpPr>
        <p:spPr bwMode="auto">
          <a:xfrm flipV="1">
            <a:off x="5821363" y="2797175"/>
            <a:ext cx="1573212" cy="4826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19" name="Line 70">
            <a:extLst>
              <a:ext uri="{FF2B5EF4-FFF2-40B4-BE49-F238E27FC236}">
                <a16:creationId xmlns:a16="http://schemas.microsoft.com/office/drawing/2014/main" id="{BD1B84D8-553C-32EA-0F92-C38268285EE6}"/>
              </a:ext>
            </a:extLst>
          </p:cNvPr>
          <p:cNvSpPr>
            <a:spLocks noChangeShapeType="1"/>
          </p:cNvSpPr>
          <p:nvPr/>
        </p:nvSpPr>
        <p:spPr bwMode="auto">
          <a:xfrm>
            <a:off x="6664326" y="2655889"/>
            <a:ext cx="6191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0" name="Line 71">
            <a:extLst>
              <a:ext uri="{FF2B5EF4-FFF2-40B4-BE49-F238E27FC236}">
                <a16:creationId xmlns:a16="http://schemas.microsoft.com/office/drawing/2014/main" id="{8F649531-C9AC-572B-E8FF-19348CC66658}"/>
              </a:ext>
            </a:extLst>
          </p:cNvPr>
          <p:cNvSpPr>
            <a:spLocks noChangeShapeType="1"/>
          </p:cNvSpPr>
          <p:nvPr/>
        </p:nvSpPr>
        <p:spPr bwMode="auto">
          <a:xfrm>
            <a:off x="5703889" y="2647950"/>
            <a:ext cx="623887" cy="1588"/>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1" name="Line 72">
            <a:extLst>
              <a:ext uri="{FF2B5EF4-FFF2-40B4-BE49-F238E27FC236}">
                <a16:creationId xmlns:a16="http://schemas.microsoft.com/office/drawing/2014/main" id="{6C26A0FE-F187-C5A3-D707-AF75E90B5A45}"/>
              </a:ext>
            </a:extLst>
          </p:cNvPr>
          <p:cNvSpPr>
            <a:spLocks noChangeShapeType="1"/>
          </p:cNvSpPr>
          <p:nvPr/>
        </p:nvSpPr>
        <p:spPr bwMode="auto">
          <a:xfrm flipV="1">
            <a:off x="5718175" y="2773363"/>
            <a:ext cx="635000" cy="423862"/>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2" name="Freeform 73">
            <a:extLst>
              <a:ext uri="{FF2B5EF4-FFF2-40B4-BE49-F238E27FC236}">
                <a16:creationId xmlns:a16="http://schemas.microsoft.com/office/drawing/2014/main" id="{99ECC17D-EDAF-3ABB-14CC-CDA1078B6665}"/>
              </a:ext>
            </a:extLst>
          </p:cNvPr>
          <p:cNvSpPr>
            <a:spLocks/>
          </p:cNvSpPr>
          <p:nvPr/>
        </p:nvSpPr>
        <p:spPr bwMode="auto">
          <a:xfrm>
            <a:off x="5546726" y="2070100"/>
            <a:ext cx="1908175" cy="446088"/>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triangl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429130" name="Text Box 74">
            <a:extLst>
              <a:ext uri="{FF2B5EF4-FFF2-40B4-BE49-F238E27FC236}">
                <a16:creationId xmlns:a16="http://schemas.microsoft.com/office/drawing/2014/main" id="{BD013FB1-85CF-6B41-A34B-486628AF87EF}"/>
              </a:ext>
            </a:extLst>
          </p:cNvPr>
          <p:cNvSpPr txBox="1">
            <a:spLocks noChangeArrowheads="1"/>
          </p:cNvSpPr>
          <p:nvPr/>
        </p:nvSpPr>
        <p:spPr bwMode="auto">
          <a:xfrm>
            <a:off x="2428876" y="3467100"/>
            <a:ext cx="2767013"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7824" name="Line 75">
            <a:extLst>
              <a:ext uri="{FF2B5EF4-FFF2-40B4-BE49-F238E27FC236}">
                <a16:creationId xmlns:a16="http://schemas.microsoft.com/office/drawing/2014/main" id="{7C4D05CF-B237-22CF-7AFE-F47B1733633B}"/>
              </a:ext>
            </a:extLst>
          </p:cNvPr>
          <p:cNvSpPr>
            <a:spLocks noChangeShapeType="1"/>
          </p:cNvSpPr>
          <p:nvPr/>
        </p:nvSpPr>
        <p:spPr bwMode="auto">
          <a:xfrm flipV="1">
            <a:off x="3079751" y="4529138"/>
            <a:ext cx="1573213" cy="4826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5" name="Line 76">
            <a:extLst>
              <a:ext uri="{FF2B5EF4-FFF2-40B4-BE49-F238E27FC236}">
                <a16:creationId xmlns:a16="http://schemas.microsoft.com/office/drawing/2014/main" id="{CAF6D6F1-9798-BD49-AD15-52236B744361}"/>
              </a:ext>
            </a:extLst>
          </p:cNvPr>
          <p:cNvSpPr>
            <a:spLocks noChangeShapeType="1"/>
          </p:cNvSpPr>
          <p:nvPr/>
        </p:nvSpPr>
        <p:spPr bwMode="auto">
          <a:xfrm>
            <a:off x="3922714" y="4387850"/>
            <a:ext cx="619125" cy="1588"/>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6" name="Line 77">
            <a:extLst>
              <a:ext uri="{FF2B5EF4-FFF2-40B4-BE49-F238E27FC236}">
                <a16:creationId xmlns:a16="http://schemas.microsoft.com/office/drawing/2014/main" id="{A9851DCD-E7EA-D748-984E-8FEEC1634B83}"/>
              </a:ext>
            </a:extLst>
          </p:cNvPr>
          <p:cNvSpPr>
            <a:spLocks noChangeShapeType="1"/>
          </p:cNvSpPr>
          <p:nvPr/>
        </p:nvSpPr>
        <p:spPr bwMode="auto">
          <a:xfrm>
            <a:off x="2962275" y="4379914"/>
            <a:ext cx="623888"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7" name="Line 78">
            <a:extLst>
              <a:ext uri="{FF2B5EF4-FFF2-40B4-BE49-F238E27FC236}">
                <a16:creationId xmlns:a16="http://schemas.microsoft.com/office/drawing/2014/main" id="{02CB8C16-E039-E66F-FE0A-70F74B780B56}"/>
              </a:ext>
            </a:extLst>
          </p:cNvPr>
          <p:cNvSpPr>
            <a:spLocks noChangeShapeType="1"/>
          </p:cNvSpPr>
          <p:nvPr/>
        </p:nvSpPr>
        <p:spPr bwMode="auto">
          <a:xfrm flipV="1">
            <a:off x="2976563" y="4505326"/>
            <a:ext cx="635000" cy="423863"/>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28" name="Freeform 79">
            <a:extLst>
              <a:ext uri="{FF2B5EF4-FFF2-40B4-BE49-F238E27FC236}">
                <a16:creationId xmlns:a16="http://schemas.microsoft.com/office/drawing/2014/main" id="{8E443E3B-2E0F-5972-9628-9312FC84DFDF}"/>
              </a:ext>
            </a:extLst>
          </p:cNvPr>
          <p:cNvSpPr>
            <a:spLocks/>
          </p:cNvSpPr>
          <p:nvPr/>
        </p:nvSpPr>
        <p:spPr bwMode="auto">
          <a:xfrm>
            <a:off x="2805114" y="3802064"/>
            <a:ext cx="1908175" cy="446087"/>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429136" name="Text Box 80">
            <a:extLst>
              <a:ext uri="{FF2B5EF4-FFF2-40B4-BE49-F238E27FC236}">
                <a16:creationId xmlns:a16="http://schemas.microsoft.com/office/drawing/2014/main" id="{811289DC-6E09-9645-A7A5-E95FFF3985FD}"/>
              </a:ext>
            </a:extLst>
          </p:cNvPr>
          <p:cNvSpPr txBox="1">
            <a:spLocks noChangeArrowheads="1"/>
          </p:cNvSpPr>
          <p:nvPr/>
        </p:nvSpPr>
        <p:spPr bwMode="auto">
          <a:xfrm>
            <a:off x="5032376" y="3484563"/>
            <a:ext cx="2767013"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7830" name="Line 81">
            <a:extLst>
              <a:ext uri="{FF2B5EF4-FFF2-40B4-BE49-F238E27FC236}">
                <a16:creationId xmlns:a16="http://schemas.microsoft.com/office/drawing/2014/main" id="{B0E5A220-79E0-9BC5-E601-C945C610264F}"/>
              </a:ext>
            </a:extLst>
          </p:cNvPr>
          <p:cNvSpPr>
            <a:spLocks noChangeShapeType="1"/>
          </p:cNvSpPr>
          <p:nvPr/>
        </p:nvSpPr>
        <p:spPr bwMode="auto">
          <a:xfrm flipV="1">
            <a:off x="5683251" y="4546600"/>
            <a:ext cx="1573213" cy="48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31" name="Line 82">
            <a:extLst>
              <a:ext uri="{FF2B5EF4-FFF2-40B4-BE49-F238E27FC236}">
                <a16:creationId xmlns:a16="http://schemas.microsoft.com/office/drawing/2014/main" id="{DEB40591-0E09-49CD-1997-63D5EC151681}"/>
              </a:ext>
            </a:extLst>
          </p:cNvPr>
          <p:cNvSpPr>
            <a:spLocks noChangeShapeType="1"/>
          </p:cNvSpPr>
          <p:nvPr/>
        </p:nvSpPr>
        <p:spPr bwMode="auto">
          <a:xfrm>
            <a:off x="6526214" y="4405314"/>
            <a:ext cx="6191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32" name="Line 83">
            <a:extLst>
              <a:ext uri="{FF2B5EF4-FFF2-40B4-BE49-F238E27FC236}">
                <a16:creationId xmlns:a16="http://schemas.microsoft.com/office/drawing/2014/main" id="{28EAF76D-55C7-BFFE-C7CF-785551E86235}"/>
              </a:ext>
            </a:extLst>
          </p:cNvPr>
          <p:cNvSpPr>
            <a:spLocks noChangeShapeType="1"/>
          </p:cNvSpPr>
          <p:nvPr/>
        </p:nvSpPr>
        <p:spPr bwMode="auto">
          <a:xfrm>
            <a:off x="5565775" y="4397375"/>
            <a:ext cx="623888"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33" name="Line 84">
            <a:extLst>
              <a:ext uri="{FF2B5EF4-FFF2-40B4-BE49-F238E27FC236}">
                <a16:creationId xmlns:a16="http://schemas.microsoft.com/office/drawing/2014/main" id="{9CABD07B-DAF1-5456-CAC2-E07D1A2195D2}"/>
              </a:ext>
            </a:extLst>
          </p:cNvPr>
          <p:cNvSpPr>
            <a:spLocks noChangeShapeType="1"/>
          </p:cNvSpPr>
          <p:nvPr/>
        </p:nvSpPr>
        <p:spPr bwMode="auto">
          <a:xfrm flipV="1">
            <a:off x="5580063" y="4522788"/>
            <a:ext cx="635000" cy="4238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7834" name="Freeform 85">
            <a:extLst>
              <a:ext uri="{FF2B5EF4-FFF2-40B4-BE49-F238E27FC236}">
                <a16:creationId xmlns:a16="http://schemas.microsoft.com/office/drawing/2014/main" id="{140F2056-CD6D-7F37-058E-0275881F2C7D}"/>
              </a:ext>
            </a:extLst>
          </p:cNvPr>
          <p:cNvSpPr>
            <a:spLocks/>
          </p:cNvSpPr>
          <p:nvPr/>
        </p:nvSpPr>
        <p:spPr bwMode="auto">
          <a:xfrm>
            <a:off x="5408614" y="3819525"/>
            <a:ext cx="1908175" cy="446088"/>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43101801-AD46-7643-AA97-4C9F1E6DC1FB}"/>
              </a:ext>
            </a:extLst>
          </p:cNvPr>
          <p:cNvSpPr>
            <a:spLocks noGrp="1"/>
          </p:cNvSpPr>
          <p:nvPr>
            <p:ph type="sldNum" sz="quarter" idx="12"/>
          </p:nvPr>
        </p:nvSpPr>
        <p:spPr/>
        <p:txBody>
          <a:bodyPr/>
          <a:lstStyle/>
          <a:p>
            <a:fld id="{76749A6E-9360-A341-A128-CA2094A18C67}" type="slidenum">
              <a:rPr lang="en-US" altLang="en-US" smtClean="0"/>
              <a:pPr/>
              <a:t>44</a:t>
            </a:fld>
            <a:endParaRPr lang="en-US"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423D-319F-5EF2-E587-2A38FC16CA1C}"/>
              </a:ext>
            </a:extLst>
          </p:cNvPr>
          <p:cNvSpPr>
            <a:spLocks noGrp="1"/>
          </p:cNvSpPr>
          <p:nvPr>
            <p:ph type="title"/>
          </p:nvPr>
        </p:nvSpPr>
        <p:spPr/>
        <p:txBody>
          <a:bodyPr/>
          <a:lstStyle/>
          <a:p>
            <a:r>
              <a:rPr lang="en-US"/>
              <a:t>Markov Equivalence  of MAGs</a:t>
            </a:r>
          </a:p>
        </p:txBody>
      </p:sp>
      <p:pic>
        <p:nvPicPr>
          <p:cNvPr id="8" name="Content Placeholder 7">
            <a:extLst>
              <a:ext uri="{FF2B5EF4-FFF2-40B4-BE49-F238E27FC236}">
                <a16:creationId xmlns:a16="http://schemas.microsoft.com/office/drawing/2014/main" id="{F9EB755C-565F-0913-DF6F-920E22D62BF5}"/>
              </a:ext>
            </a:extLst>
          </p:cNvPr>
          <p:cNvPicPr>
            <a:picLocks noGrp="1" noChangeAspect="1"/>
          </p:cNvPicPr>
          <p:nvPr>
            <p:ph idx="1"/>
          </p:nvPr>
        </p:nvPicPr>
        <p:blipFill>
          <a:blip r:embed="rId2"/>
          <a:stretch>
            <a:fillRect/>
          </a:stretch>
        </p:blipFill>
        <p:spPr>
          <a:xfrm>
            <a:off x="914400" y="3270784"/>
            <a:ext cx="10363200" cy="1459432"/>
          </a:xfrm>
        </p:spPr>
      </p:pic>
      <p:sp>
        <p:nvSpPr>
          <p:cNvPr id="3" name="Slide Number Placeholder 2">
            <a:extLst>
              <a:ext uri="{FF2B5EF4-FFF2-40B4-BE49-F238E27FC236}">
                <a16:creationId xmlns:a16="http://schemas.microsoft.com/office/drawing/2014/main" id="{1BAC6C32-DFFC-8B4C-B539-0DC80989270A}"/>
              </a:ext>
            </a:extLst>
          </p:cNvPr>
          <p:cNvSpPr>
            <a:spLocks noGrp="1"/>
          </p:cNvSpPr>
          <p:nvPr>
            <p:ph type="sldNum" sz="quarter" idx="12"/>
          </p:nvPr>
        </p:nvSpPr>
        <p:spPr/>
        <p:txBody>
          <a:bodyPr/>
          <a:lstStyle/>
          <a:p>
            <a:fld id="{76749A6E-9360-A341-A128-CA2094A18C67}" type="slidenum">
              <a:rPr lang="en-US" altLang="en-US" smtClean="0"/>
              <a:pPr/>
              <a:t>45</a:t>
            </a:fld>
            <a:endParaRPr lang="en-US" altLang="en-US"/>
          </a:p>
        </p:txBody>
      </p:sp>
    </p:spTree>
    <p:extLst>
      <p:ext uri="{BB962C8B-B14F-4D97-AF65-F5344CB8AC3E}">
        <p14:creationId xmlns:p14="http://schemas.microsoft.com/office/powerpoint/2010/main" val="2344813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4997D53A-D9C3-48A8-312F-5003943D39A8}"/>
              </a:ext>
            </a:extLst>
          </p:cNvPr>
          <p:cNvSpPr>
            <a:spLocks noGrp="1" noChangeArrowheads="1"/>
          </p:cNvSpPr>
          <p:nvPr>
            <p:ph type="title"/>
          </p:nvPr>
        </p:nvSpPr>
        <p:spPr/>
        <p:txBody>
          <a:bodyPr/>
          <a:lstStyle/>
          <a:p>
            <a:pPr>
              <a:defRPr/>
            </a:pPr>
            <a:r>
              <a:rPr lang="en-US">
                <a:cs typeface="+mj-cs"/>
              </a:rPr>
              <a:t>Partial Ancestral Graphs</a:t>
            </a:r>
          </a:p>
        </p:txBody>
      </p:sp>
      <p:sp>
        <p:nvSpPr>
          <p:cNvPr id="90115" name="Text Box 3">
            <a:extLst>
              <a:ext uri="{FF2B5EF4-FFF2-40B4-BE49-F238E27FC236}">
                <a16:creationId xmlns:a16="http://schemas.microsoft.com/office/drawing/2014/main" id="{859E338A-1F15-284A-E7AC-16D5AC85CDE1}"/>
              </a:ext>
            </a:extLst>
          </p:cNvPr>
          <p:cNvSpPr txBox="1">
            <a:spLocks noChangeArrowheads="1"/>
          </p:cNvSpPr>
          <p:nvPr/>
        </p:nvSpPr>
        <p:spPr bwMode="auto">
          <a:xfrm>
            <a:off x="2197101" y="2384425"/>
            <a:ext cx="14001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X</a:t>
            </a:r>
            <a:r>
              <a:rPr lang="en-US" altLang="en-US" baseline="-25000">
                <a:solidFill>
                  <a:srgbClr val="FFFFFF"/>
                </a:solidFill>
                <a:latin typeface="Times New Roman" panose="02020603050405020304" pitchFamily="18" charset="0"/>
              </a:rPr>
              <a:t>1</a:t>
            </a: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3</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2</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4</a:t>
            </a:r>
          </a:p>
        </p:txBody>
      </p:sp>
      <p:sp>
        <p:nvSpPr>
          <p:cNvPr id="90116" name="Line 4">
            <a:extLst>
              <a:ext uri="{FF2B5EF4-FFF2-40B4-BE49-F238E27FC236}">
                <a16:creationId xmlns:a16="http://schemas.microsoft.com/office/drawing/2014/main" id="{1D3F1DC5-DCB7-CE63-46F1-562B828EA149}"/>
              </a:ext>
            </a:extLst>
          </p:cNvPr>
          <p:cNvSpPr>
            <a:spLocks noChangeShapeType="1"/>
          </p:cNvSpPr>
          <p:nvPr/>
        </p:nvSpPr>
        <p:spPr bwMode="auto">
          <a:xfrm>
            <a:off x="2393951" y="2813051"/>
            <a:ext cx="358775" cy="739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17" name="Line 5">
            <a:extLst>
              <a:ext uri="{FF2B5EF4-FFF2-40B4-BE49-F238E27FC236}">
                <a16:creationId xmlns:a16="http://schemas.microsoft.com/office/drawing/2014/main" id="{770C2B83-A11C-E50D-88F0-59D23FCF6F1D}"/>
              </a:ext>
            </a:extLst>
          </p:cNvPr>
          <p:cNvSpPr>
            <a:spLocks noChangeShapeType="1"/>
          </p:cNvSpPr>
          <p:nvPr/>
        </p:nvSpPr>
        <p:spPr bwMode="auto">
          <a:xfrm flipH="1">
            <a:off x="2938463" y="2824163"/>
            <a:ext cx="392112" cy="7286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18" name="Line 6">
            <a:extLst>
              <a:ext uri="{FF2B5EF4-FFF2-40B4-BE49-F238E27FC236}">
                <a16:creationId xmlns:a16="http://schemas.microsoft.com/office/drawing/2014/main" id="{BA66294F-6CFF-FACB-04A6-BDD9382ADAB8}"/>
              </a:ext>
            </a:extLst>
          </p:cNvPr>
          <p:cNvSpPr>
            <a:spLocks noChangeShapeType="1"/>
          </p:cNvSpPr>
          <p:nvPr/>
        </p:nvSpPr>
        <p:spPr bwMode="auto">
          <a:xfrm>
            <a:off x="2844800" y="3935414"/>
            <a:ext cx="0" cy="636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19" name="Text Box 7">
            <a:extLst>
              <a:ext uri="{FF2B5EF4-FFF2-40B4-BE49-F238E27FC236}">
                <a16:creationId xmlns:a16="http://schemas.microsoft.com/office/drawing/2014/main" id="{485A613F-56C2-080D-9D2F-1B9C3DD765A1}"/>
              </a:ext>
            </a:extLst>
          </p:cNvPr>
          <p:cNvSpPr txBox="1">
            <a:spLocks noChangeArrowheads="1"/>
          </p:cNvSpPr>
          <p:nvPr/>
        </p:nvSpPr>
        <p:spPr bwMode="auto">
          <a:xfrm>
            <a:off x="3768726" y="2392363"/>
            <a:ext cx="14001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X</a:t>
            </a:r>
            <a:r>
              <a:rPr lang="en-US" altLang="en-US" baseline="-25000">
                <a:solidFill>
                  <a:srgbClr val="FFFFFF"/>
                </a:solidFill>
                <a:latin typeface="Times New Roman" panose="02020603050405020304" pitchFamily="18" charset="0"/>
              </a:rPr>
              <a:t>1</a:t>
            </a: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3</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2</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4</a:t>
            </a:r>
          </a:p>
        </p:txBody>
      </p:sp>
      <p:sp>
        <p:nvSpPr>
          <p:cNvPr id="90120" name="Line 8">
            <a:extLst>
              <a:ext uri="{FF2B5EF4-FFF2-40B4-BE49-F238E27FC236}">
                <a16:creationId xmlns:a16="http://schemas.microsoft.com/office/drawing/2014/main" id="{9BA525DD-0896-E99F-2C1C-EDB1BA3563F0}"/>
              </a:ext>
            </a:extLst>
          </p:cNvPr>
          <p:cNvSpPr>
            <a:spLocks noChangeShapeType="1"/>
          </p:cNvSpPr>
          <p:nvPr/>
        </p:nvSpPr>
        <p:spPr bwMode="auto">
          <a:xfrm>
            <a:off x="3965576" y="2820989"/>
            <a:ext cx="358775" cy="7397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21" name="Line 9">
            <a:extLst>
              <a:ext uri="{FF2B5EF4-FFF2-40B4-BE49-F238E27FC236}">
                <a16:creationId xmlns:a16="http://schemas.microsoft.com/office/drawing/2014/main" id="{C4F5FD24-66B1-9E1A-DCC3-AEB736920818}"/>
              </a:ext>
            </a:extLst>
          </p:cNvPr>
          <p:cNvSpPr>
            <a:spLocks noChangeShapeType="1"/>
          </p:cNvSpPr>
          <p:nvPr/>
        </p:nvSpPr>
        <p:spPr bwMode="auto">
          <a:xfrm flipH="1">
            <a:off x="4510088" y="2832101"/>
            <a:ext cx="392112" cy="7286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22" name="Line 10">
            <a:extLst>
              <a:ext uri="{FF2B5EF4-FFF2-40B4-BE49-F238E27FC236}">
                <a16:creationId xmlns:a16="http://schemas.microsoft.com/office/drawing/2014/main" id="{77F57954-62C5-C433-90FC-06DFA82384C7}"/>
              </a:ext>
            </a:extLst>
          </p:cNvPr>
          <p:cNvSpPr>
            <a:spLocks noChangeShapeType="1"/>
          </p:cNvSpPr>
          <p:nvPr/>
        </p:nvSpPr>
        <p:spPr bwMode="auto">
          <a:xfrm>
            <a:off x="4416425" y="3943350"/>
            <a:ext cx="0" cy="636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23" name="Text Box 11">
            <a:extLst>
              <a:ext uri="{FF2B5EF4-FFF2-40B4-BE49-F238E27FC236}">
                <a16:creationId xmlns:a16="http://schemas.microsoft.com/office/drawing/2014/main" id="{BA6A5C3A-BA2F-95F4-A1D7-9BDAAA29C03E}"/>
              </a:ext>
            </a:extLst>
          </p:cNvPr>
          <p:cNvSpPr txBox="1">
            <a:spLocks noChangeArrowheads="1"/>
          </p:cNvSpPr>
          <p:nvPr/>
        </p:nvSpPr>
        <p:spPr bwMode="auto">
          <a:xfrm>
            <a:off x="8880476" y="5318125"/>
            <a:ext cx="159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a:solidFill>
                  <a:srgbClr val="FFFFFF"/>
                </a:solidFill>
                <a:latin typeface="Times New Roman" panose="02020603050405020304" pitchFamily="18" charset="0"/>
              </a:rPr>
              <a:t>PAG(</a:t>
            </a:r>
            <a:r>
              <a:rPr lang="en-US" altLang="en-US" i="1">
                <a:solidFill>
                  <a:srgbClr val="FFFFFF"/>
                </a:solidFill>
                <a:latin typeface="Times New Roman" panose="02020603050405020304" pitchFamily="18" charset="0"/>
              </a:rPr>
              <a:t>G</a:t>
            </a:r>
            <a:r>
              <a:rPr lang="en-US" altLang="en-US" baseline="-25000">
                <a:solidFill>
                  <a:srgbClr val="FFFFFF"/>
                </a:solidFill>
                <a:latin typeface="Times New Roman" panose="02020603050405020304" pitchFamily="18" charset="0"/>
              </a:rPr>
              <a:t>2</a:t>
            </a:r>
            <a:r>
              <a:rPr lang="en-US" altLang="en-US">
                <a:solidFill>
                  <a:srgbClr val="FFFFFF"/>
                </a:solidFill>
                <a:latin typeface="Times New Roman" panose="02020603050405020304" pitchFamily="18" charset="0"/>
              </a:rPr>
              <a:t>)</a:t>
            </a:r>
          </a:p>
        </p:txBody>
      </p:sp>
      <p:sp>
        <p:nvSpPr>
          <p:cNvPr id="90124" name="Text Box 12">
            <a:extLst>
              <a:ext uri="{FF2B5EF4-FFF2-40B4-BE49-F238E27FC236}">
                <a16:creationId xmlns:a16="http://schemas.microsoft.com/office/drawing/2014/main" id="{17EA9989-E88B-1BD2-BB5C-15933D55C89D}"/>
              </a:ext>
            </a:extLst>
          </p:cNvPr>
          <p:cNvSpPr txBox="1">
            <a:spLocks noChangeArrowheads="1"/>
          </p:cNvSpPr>
          <p:nvPr/>
        </p:nvSpPr>
        <p:spPr bwMode="auto">
          <a:xfrm>
            <a:off x="8647113" y="2384425"/>
            <a:ext cx="17907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1</a:t>
            </a: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3</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2</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4</a:t>
            </a:r>
          </a:p>
        </p:txBody>
      </p:sp>
      <p:sp>
        <p:nvSpPr>
          <p:cNvPr id="90125" name="Line 13">
            <a:extLst>
              <a:ext uri="{FF2B5EF4-FFF2-40B4-BE49-F238E27FC236}">
                <a16:creationId xmlns:a16="http://schemas.microsoft.com/office/drawing/2014/main" id="{6D48FB68-0990-13BF-44B0-FF3B61749F3C}"/>
              </a:ext>
            </a:extLst>
          </p:cNvPr>
          <p:cNvSpPr>
            <a:spLocks noChangeShapeType="1"/>
          </p:cNvSpPr>
          <p:nvPr/>
        </p:nvSpPr>
        <p:spPr bwMode="auto">
          <a:xfrm>
            <a:off x="8982076" y="2928939"/>
            <a:ext cx="220663" cy="6238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26" name="Line 14">
            <a:extLst>
              <a:ext uri="{FF2B5EF4-FFF2-40B4-BE49-F238E27FC236}">
                <a16:creationId xmlns:a16="http://schemas.microsoft.com/office/drawing/2014/main" id="{D63A12EC-B60F-BFA9-43D3-99CB92470FAA}"/>
              </a:ext>
            </a:extLst>
          </p:cNvPr>
          <p:cNvSpPr>
            <a:spLocks noChangeShapeType="1"/>
          </p:cNvSpPr>
          <p:nvPr/>
        </p:nvSpPr>
        <p:spPr bwMode="auto">
          <a:xfrm flipH="1">
            <a:off x="9388476" y="2940051"/>
            <a:ext cx="334963" cy="612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27" name="Line 15">
            <a:extLst>
              <a:ext uri="{FF2B5EF4-FFF2-40B4-BE49-F238E27FC236}">
                <a16:creationId xmlns:a16="http://schemas.microsoft.com/office/drawing/2014/main" id="{B479EA38-EFE7-2E66-37BF-3FC2B1B8C6AA}"/>
              </a:ext>
            </a:extLst>
          </p:cNvPr>
          <p:cNvSpPr>
            <a:spLocks noChangeShapeType="1"/>
          </p:cNvSpPr>
          <p:nvPr/>
        </p:nvSpPr>
        <p:spPr bwMode="auto">
          <a:xfrm>
            <a:off x="9294813" y="3935414"/>
            <a:ext cx="0" cy="636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28" name="Text Box 16">
            <a:extLst>
              <a:ext uri="{FF2B5EF4-FFF2-40B4-BE49-F238E27FC236}">
                <a16:creationId xmlns:a16="http://schemas.microsoft.com/office/drawing/2014/main" id="{E6E30684-1D01-9788-D0B0-9E7DEC859B22}"/>
              </a:ext>
            </a:extLst>
          </p:cNvPr>
          <p:cNvSpPr txBox="1">
            <a:spLocks noChangeArrowheads="1"/>
          </p:cNvSpPr>
          <p:nvPr/>
        </p:nvSpPr>
        <p:spPr bwMode="auto">
          <a:xfrm>
            <a:off x="9583738" y="2662238"/>
            <a:ext cx="334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a:solidFill>
                  <a:srgbClr val="FFFFFF"/>
                </a:solidFill>
                <a:latin typeface="Times New Roman" panose="02020603050405020304" pitchFamily="18" charset="0"/>
              </a:rPr>
              <a:t>o</a:t>
            </a:r>
          </a:p>
        </p:txBody>
      </p:sp>
      <p:sp>
        <p:nvSpPr>
          <p:cNvPr id="90129" name="Text Box 17">
            <a:extLst>
              <a:ext uri="{FF2B5EF4-FFF2-40B4-BE49-F238E27FC236}">
                <a16:creationId xmlns:a16="http://schemas.microsoft.com/office/drawing/2014/main" id="{7A937508-D661-442A-29F3-5502874EAC95}"/>
              </a:ext>
            </a:extLst>
          </p:cNvPr>
          <p:cNvSpPr txBox="1">
            <a:spLocks noChangeArrowheads="1"/>
          </p:cNvSpPr>
          <p:nvPr/>
        </p:nvSpPr>
        <p:spPr bwMode="auto">
          <a:xfrm>
            <a:off x="8807451" y="2593975"/>
            <a:ext cx="334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a:solidFill>
                  <a:srgbClr val="FFFFFF"/>
                </a:solidFill>
                <a:latin typeface="Times New Roman" panose="02020603050405020304" pitchFamily="18" charset="0"/>
              </a:rPr>
              <a:t>o</a:t>
            </a:r>
          </a:p>
        </p:txBody>
      </p:sp>
      <p:sp>
        <p:nvSpPr>
          <p:cNvPr id="90130" name="Line 18">
            <a:extLst>
              <a:ext uri="{FF2B5EF4-FFF2-40B4-BE49-F238E27FC236}">
                <a16:creationId xmlns:a16="http://schemas.microsoft.com/office/drawing/2014/main" id="{B0A8F3CF-9A73-ECA5-B87A-74B92A736764}"/>
              </a:ext>
            </a:extLst>
          </p:cNvPr>
          <p:cNvSpPr>
            <a:spLocks noChangeShapeType="1"/>
          </p:cNvSpPr>
          <p:nvPr/>
        </p:nvSpPr>
        <p:spPr bwMode="auto">
          <a:xfrm>
            <a:off x="8769350" y="2890839"/>
            <a:ext cx="357188" cy="19129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1" name="Line 19">
            <a:extLst>
              <a:ext uri="{FF2B5EF4-FFF2-40B4-BE49-F238E27FC236}">
                <a16:creationId xmlns:a16="http://schemas.microsoft.com/office/drawing/2014/main" id="{22A1147F-AC2F-E61D-DA4A-CAEA72D2F184}"/>
              </a:ext>
            </a:extLst>
          </p:cNvPr>
          <p:cNvSpPr>
            <a:spLocks noChangeShapeType="1"/>
          </p:cNvSpPr>
          <p:nvPr/>
        </p:nvSpPr>
        <p:spPr bwMode="auto">
          <a:xfrm>
            <a:off x="2289175" y="2908300"/>
            <a:ext cx="388938" cy="17081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2" name="Line 20">
            <a:extLst>
              <a:ext uri="{FF2B5EF4-FFF2-40B4-BE49-F238E27FC236}">
                <a16:creationId xmlns:a16="http://schemas.microsoft.com/office/drawing/2014/main" id="{2DEE66B9-8991-2DDF-77B8-1C878E2579A7}"/>
              </a:ext>
            </a:extLst>
          </p:cNvPr>
          <p:cNvSpPr>
            <a:spLocks noChangeShapeType="1"/>
          </p:cNvSpPr>
          <p:nvPr/>
        </p:nvSpPr>
        <p:spPr bwMode="auto">
          <a:xfrm>
            <a:off x="3894139" y="2938463"/>
            <a:ext cx="388937" cy="17081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3" name="Text Box 21">
            <a:extLst>
              <a:ext uri="{FF2B5EF4-FFF2-40B4-BE49-F238E27FC236}">
                <a16:creationId xmlns:a16="http://schemas.microsoft.com/office/drawing/2014/main" id="{3446BB87-A1E6-4481-DAA6-46D43884330A}"/>
              </a:ext>
            </a:extLst>
          </p:cNvPr>
          <p:cNvSpPr txBox="1">
            <a:spLocks noChangeArrowheads="1"/>
          </p:cNvSpPr>
          <p:nvPr/>
        </p:nvSpPr>
        <p:spPr bwMode="auto">
          <a:xfrm>
            <a:off x="5283201" y="2438400"/>
            <a:ext cx="14001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X</a:t>
            </a:r>
            <a:r>
              <a:rPr lang="en-US" altLang="en-US" baseline="-25000">
                <a:solidFill>
                  <a:srgbClr val="FFFFFF"/>
                </a:solidFill>
                <a:latin typeface="Times New Roman" panose="02020603050405020304" pitchFamily="18" charset="0"/>
              </a:rPr>
              <a:t>1</a:t>
            </a: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3</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2</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4</a:t>
            </a:r>
          </a:p>
        </p:txBody>
      </p:sp>
      <p:sp>
        <p:nvSpPr>
          <p:cNvPr id="90134" name="Line 22">
            <a:extLst>
              <a:ext uri="{FF2B5EF4-FFF2-40B4-BE49-F238E27FC236}">
                <a16:creationId xmlns:a16="http://schemas.microsoft.com/office/drawing/2014/main" id="{B4DF6823-CD4F-74E9-E6E7-B98E15BED251}"/>
              </a:ext>
            </a:extLst>
          </p:cNvPr>
          <p:cNvSpPr>
            <a:spLocks noChangeShapeType="1"/>
          </p:cNvSpPr>
          <p:nvPr/>
        </p:nvSpPr>
        <p:spPr bwMode="auto">
          <a:xfrm>
            <a:off x="5480051" y="2867026"/>
            <a:ext cx="358775" cy="7397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5" name="Line 23">
            <a:extLst>
              <a:ext uri="{FF2B5EF4-FFF2-40B4-BE49-F238E27FC236}">
                <a16:creationId xmlns:a16="http://schemas.microsoft.com/office/drawing/2014/main" id="{E3D79EA7-3B56-348B-288E-C7446286DB24}"/>
              </a:ext>
            </a:extLst>
          </p:cNvPr>
          <p:cNvSpPr>
            <a:spLocks noChangeShapeType="1"/>
          </p:cNvSpPr>
          <p:nvPr/>
        </p:nvSpPr>
        <p:spPr bwMode="auto">
          <a:xfrm flipH="1">
            <a:off x="6024563" y="2878138"/>
            <a:ext cx="392112" cy="728662"/>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6" name="Line 24">
            <a:extLst>
              <a:ext uri="{FF2B5EF4-FFF2-40B4-BE49-F238E27FC236}">
                <a16:creationId xmlns:a16="http://schemas.microsoft.com/office/drawing/2014/main" id="{3D1DC23F-77E1-CD5E-7170-48C5FBD0F83F}"/>
              </a:ext>
            </a:extLst>
          </p:cNvPr>
          <p:cNvSpPr>
            <a:spLocks noChangeShapeType="1"/>
          </p:cNvSpPr>
          <p:nvPr/>
        </p:nvSpPr>
        <p:spPr bwMode="auto">
          <a:xfrm>
            <a:off x="5930900" y="3989389"/>
            <a:ext cx="0" cy="636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7" name="Line 25">
            <a:extLst>
              <a:ext uri="{FF2B5EF4-FFF2-40B4-BE49-F238E27FC236}">
                <a16:creationId xmlns:a16="http://schemas.microsoft.com/office/drawing/2014/main" id="{F07C0794-6D23-530B-BE2C-9BDAA8F99E8A}"/>
              </a:ext>
            </a:extLst>
          </p:cNvPr>
          <p:cNvSpPr>
            <a:spLocks noChangeShapeType="1"/>
          </p:cNvSpPr>
          <p:nvPr/>
        </p:nvSpPr>
        <p:spPr bwMode="auto">
          <a:xfrm>
            <a:off x="5408614" y="2984500"/>
            <a:ext cx="388937" cy="17081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38" name="Text Box 26">
            <a:extLst>
              <a:ext uri="{FF2B5EF4-FFF2-40B4-BE49-F238E27FC236}">
                <a16:creationId xmlns:a16="http://schemas.microsoft.com/office/drawing/2014/main" id="{1CE34616-381B-691C-5F83-ECFF17DFFB1D}"/>
              </a:ext>
            </a:extLst>
          </p:cNvPr>
          <p:cNvSpPr txBox="1">
            <a:spLocks noChangeArrowheads="1"/>
          </p:cNvSpPr>
          <p:nvPr/>
        </p:nvSpPr>
        <p:spPr bwMode="auto">
          <a:xfrm>
            <a:off x="6827839" y="2392363"/>
            <a:ext cx="14001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Symbol" pitchFamily="2" charset="2"/>
                <a:ea typeface="ＭＳ Ｐゴシック" panose="020B0600070205080204" pitchFamily="34" charset="-128"/>
              </a:defRPr>
            </a:lvl1pPr>
            <a:lvl2pPr marL="742950" indent="-285750">
              <a:defRPr sz="2400">
                <a:solidFill>
                  <a:schemeClr val="tx1"/>
                </a:solidFill>
                <a:latin typeface="Symbol" pitchFamily="2" charset="2"/>
                <a:ea typeface="ＭＳ Ｐゴシック" panose="020B0600070205080204" pitchFamily="34" charset="-128"/>
              </a:defRPr>
            </a:lvl2pPr>
            <a:lvl3pPr marL="1143000" indent="-228600">
              <a:defRPr sz="2400">
                <a:solidFill>
                  <a:schemeClr val="tx1"/>
                </a:solidFill>
                <a:latin typeface="Symbol" pitchFamily="2" charset="2"/>
                <a:ea typeface="ＭＳ Ｐゴシック" panose="020B0600070205080204" pitchFamily="34" charset="-128"/>
              </a:defRPr>
            </a:lvl3pPr>
            <a:lvl4pPr marL="1600200" indent="-228600">
              <a:defRPr sz="2400">
                <a:solidFill>
                  <a:schemeClr val="tx1"/>
                </a:solidFill>
                <a:latin typeface="Symbol" pitchFamily="2" charset="2"/>
                <a:ea typeface="ＭＳ Ｐゴシック" panose="020B0600070205080204" pitchFamily="34" charset="-128"/>
              </a:defRPr>
            </a:lvl4pPr>
            <a:lvl5pPr marL="2057400" indent="-228600">
              <a:defRPr sz="2400">
                <a:solidFill>
                  <a:schemeClr val="tx1"/>
                </a:solidFill>
                <a:latin typeface="Symbol" pitchFamily="2" charset="2"/>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Symbol" pitchFamily="2" charset="2"/>
                <a:ea typeface="ＭＳ Ｐゴシック" panose="020B0600070205080204" pitchFamily="34" charset="-128"/>
              </a:defRPr>
            </a:lvl9pPr>
          </a:lstStyle>
          <a:p>
            <a:pPr fontAlgn="base">
              <a:spcBef>
                <a:spcPct val="50000"/>
              </a:spcBef>
              <a:spcAft>
                <a:spcPct val="0"/>
              </a:spcAft>
            </a:pPr>
            <a:r>
              <a:rPr lang="en-US" altLang="en-US" i="1">
                <a:solidFill>
                  <a:srgbClr val="FFFFFF"/>
                </a:solidFill>
                <a:latin typeface="Times New Roman" panose="02020603050405020304" pitchFamily="18" charset="0"/>
              </a:rPr>
              <a:t>X</a:t>
            </a:r>
            <a:r>
              <a:rPr lang="en-US" altLang="en-US" baseline="-25000">
                <a:solidFill>
                  <a:srgbClr val="FFFFFF"/>
                </a:solidFill>
                <a:latin typeface="Times New Roman" panose="02020603050405020304" pitchFamily="18" charset="0"/>
              </a:rPr>
              <a:t>1</a:t>
            </a: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3</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2</a:t>
            </a:r>
            <a:endParaRPr lang="en-US" altLang="en-US" i="1">
              <a:solidFill>
                <a:srgbClr val="FFFFFF"/>
              </a:solidFill>
              <a:latin typeface="Times New Roman" panose="02020603050405020304" pitchFamily="18" charset="0"/>
            </a:endParaRPr>
          </a:p>
          <a:p>
            <a:pPr fontAlgn="base">
              <a:spcBef>
                <a:spcPct val="50000"/>
              </a:spcBef>
              <a:spcAft>
                <a:spcPct val="0"/>
              </a:spcAft>
            </a:pPr>
            <a:endParaRPr lang="en-US" altLang="en-US" i="1">
              <a:solidFill>
                <a:srgbClr val="FFFFFF"/>
              </a:solidFill>
              <a:latin typeface="Times New Roman" panose="02020603050405020304" pitchFamily="18" charset="0"/>
            </a:endParaRPr>
          </a:p>
          <a:p>
            <a:pPr fontAlgn="base">
              <a:spcBef>
                <a:spcPct val="50000"/>
              </a:spcBef>
              <a:spcAft>
                <a:spcPct val="0"/>
              </a:spcAft>
            </a:pPr>
            <a:r>
              <a:rPr lang="en-US" altLang="en-US" i="1">
                <a:solidFill>
                  <a:srgbClr val="FFFFFF"/>
                </a:solidFill>
                <a:latin typeface="Times New Roman" panose="02020603050405020304" pitchFamily="18" charset="0"/>
              </a:rPr>
              <a:t>      X</a:t>
            </a:r>
            <a:r>
              <a:rPr lang="en-US" altLang="en-US" baseline="-25000">
                <a:solidFill>
                  <a:srgbClr val="FFFFFF"/>
                </a:solidFill>
                <a:latin typeface="Times New Roman" panose="02020603050405020304" pitchFamily="18" charset="0"/>
              </a:rPr>
              <a:t>4</a:t>
            </a:r>
          </a:p>
        </p:txBody>
      </p:sp>
      <p:sp>
        <p:nvSpPr>
          <p:cNvPr id="90139" name="Line 27">
            <a:extLst>
              <a:ext uri="{FF2B5EF4-FFF2-40B4-BE49-F238E27FC236}">
                <a16:creationId xmlns:a16="http://schemas.microsoft.com/office/drawing/2014/main" id="{DB1D6A80-C608-99BB-6FDB-6A5040263A04}"/>
              </a:ext>
            </a:extLst>
          </p:cNvPr>
          <p:cNvSpPr>
            <a:spLocks noChangeShapeType="1"/>
          </p:cNvSpPr>
          <p:nvPr/>
        </p:nvSpPr>
        <p:spPr bwMode="auto">
          <a:xfrm>
            <a:off x="7024689" y="2820989"/>
            <a:ext cx="358775" cy="739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40" name="Line 28">
            <a:extLst>
              <a:ext uri="{FF2B5EF4-FFF2-40B4-BE49-F238E27FC236}">
                <a16:creationId xmlns:a16="http://schemas.microsoft.com/office/drawing/2014/main" id="{19CEE1A4-F9EE-1C8A-847B-5D9EDF3E00A8}"/>
              </a:ext>
            </a:extLst>
          </p:cNvPr>
          <p:cNvSpPr>
            <a:spLocks noChangeShapeType="1"/>
          </p:cNvSpPr>
          <p:nvPr/>
        </p:nvSpPr>
        <p:spPr bwMode="auto">
          <a:xfrm flipH="1">
            <a:off x="7569201" y="2832101"/>
            <a:ext cx="392113" cy="728663"/>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41" name="Line 29">
            <a:extLst>
              <a:ext uri="{FF2B5EF4-FFF2-40B4-BE49-F238E27FC236}">
                <a16:creationId xmlns:a16="http://schemas.microsoft.com/office/drawing/2014/main" id="{3B5DCD62-6310-E4F5-4F88-A2E42AF0DA21}"/>
              </a:ext>
            </a:extLst>
          </p:cNvPr>
          <p:cNvSpPr>
            <a:spLocks noChangeShapeType="1"/>
          </p:cNvSpPr>
          <p:nvPr/>
        </p:nvSpPr>
        <p:spPr bwMode="auto">
          <a:xfrm>
            <a:off x="7475538" y="3943350"/>
            <a:ext cx="0" cy="636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90142" name="Line 30">
            <a:extLst>
              <a:ext uri="{FF2B5EF4-FFF2-40B4-BE49-F238E27FC236}">
                <a16:creationId xmlns:a16="http://schemas.microsoft.com/office/drawing/2014/main" id="{A8B0A69E-F788-EE50-128D-A2957254149B}"/>
              </a:ext>
            </a:extLst>
          </p:cNvPr>
          <p:cNvSpPr>
            <a:spLocks noChangeShapeType="1"/>
          </p:cNvSpPr>
          <p:nvPr/>
        </p:nvSpPr>
        <p:spPr bwMode="auto">
          <a:xfrm>
            <a:off x="6953250" y="2938463"/>
            <a:ext cx="388938" cy="17081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3B2236A3-FB47-5B45-B6EF-78FD06D2D3F0}"/>
              </a:ext>
            </a:extLst>
          </p:cNvPr>
          <p:cNvSpPr>
            <a:spLocks noGrp="1"/>
          </p:cNvSpPr>
          <p:nvPr>
            <p:ph type="sldNum" sz="quarter" idx="12"/>
          </p:nvPr>
        </p:nvSpPr>
        <p:spPr/>
        <p:txBody>
          <a:bodyPr/>
          <a:lstStyle/>
          <a:p>
            <a:fld id="{76749A6E-9360-A341-A128-CA2094A18C67}" type="slidenum">
              <a:rPr lang="en-US" altLang="en-US" smtClean="0"/>
              <a:pPr/>
              <a:t>46</a:t>
            </a:fld>
            <a:endParaRPr lang="en-US" altLang="en-US"/>
          </a:p>
        </p:txBody>
      </p:sp>
    </p:spTree>
    <p:extLst>
      <p:ext uri="{BB962C8B-B14F-4D97-AF65-F5344CB8AC3E}">
        <p14:creationId xmlns:p14="http://schemas.microsoft.com/office/powerpoint/2010/main" val="3171135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a:extLst>
              <a:ext uri="{FF2B5EF4-FFF2-40B4-BE49-F238E27FC236}">
                <a16:creationId xmlns:a16="http://schemas.microsoft.com/office/drawing/2014/main" id="{F9C3F6D8-9996-5771-D69E-46EF816E5D58}"/>
              </a:ext>
            </a:extLst>
          </p:cNvPr>
          <p:cNvSpPr>
            <a:spLocks noGrp="1" noChangeArrowheads="1"/>
          </p:cNvSpPr>
          <p:nvPr>
            <p:ph type="title"/>
          </p:nvPr>
        </p:nvSpPr>
        <p:spPr/>
        <p:txBody>
          <a:bodyPr/>
          <a:lstStyle/>
          <a:p>
            <a:pPr>
              <a:defRPr/>
            </a:pPr>
            <a:r>
              <a:rPr lang="en-US">
                <a:cs typeface="+mj-cs"/>
              </a:rPr>
              <a:t>Partial Ancestral Graph</a:t>
            </a:r>
          </a:p>
        </p:txBody>
      </p:sp>
      <p:sp>
        <p:nvSpPr>
          <p:cNvPr id="708611" name="Rectangle 3">
            <a:extLst>
              <a:ext uri="{FF2B5EF4-FFF2-40B4-BE49-F238E27FC236}">
                <a16:creationId xmlns:a16="http://schemas.microsoft.com/office/drawing/2014/main" id="{13E7D531-2785-52B8-B396-4617635877F8}"/>
              </a:ext>
            </a:extLst>
          </p:cNvPr>
          <p:cNvSpPr>
            <a:spLocks noGrp="1" noChangeArrowheads="1"/>
          </p:cNvSpPr>
          <p:nvPr>
            <p:ph type="body" idx="1"/>
          </p:nvPr>
        </p:nvSpPr>
        <p:spPr/>
        <p:txBody>
          <a:bodyPr/>
          <a:lstStyle/>
          <a:p>
            <a:r>
              <a:rPr lang="en-US" altLang="en-US"/>
              <a:t>Partial Ancestral Graph represents </a:t>
            </a:r>
          </a:p>
          <a:p>
            <a:pPr lvl="1"/>
            <a:r>
              <a:rPr lang="en-US" altLang="en-US"/>
              <a:t>Ancestor features common to </a:t>
            </a:r>
            <a:r>
              <a:rPr lang="en-US" altLang="en-US" i="1"/>
              <a:t>I</a:t>
            </a:r>
            <a:r>
              <a:rPr lang="en-US" altLang="en-US"/>
              <a:t>-equivalence(</a:t>
            </a:r>
            <a:r>
              <a:rPr lang="en-US" altLang="en-US" i="1"/>
              <a:t>G</a:t>
            </a:r>
            <a:r>
              <a:rPr lang="en-US" altLang="en-US"/>
              <a:t>)[</a:t>
            </a:r>
            <a:r>
              <a:rPr lang="en-US" altLang="en-US" b="1" baseline="-25000"/>
              <a:t>L</a:t>
            </a:r>
          </a:p>
          <a:p>
            <a:pPr lvl="1"/>
            <a:r>
              <a:rPr lang="en-US" altLang="en-US"/>
              <a:t>Marginal independence model</a:t>
            </a:r>
          </a:p>
          <a:p>
            <a:r>
              <a:rPr lang="en-US" altLang="en-US"/>
              <a:t>Can be parameterized by turning it into a mixed ancestral graph</a:t>
            </a:r>
          </a:p>
          <a:p>
            <a:r>
              <a:rPr lang="en-US" altLang="en-US"/>
              <a:t>Can be scored and evaulated in usual ways</a:t>
            </a:r>
          </a:p>
        </p:txBody>
      </p:sp>
      <p:sp>
        <p:nvSpPr>
          <p:cNvPr id="2" name="Slide Number Placeholder 1">
            <a:extLst>
              <a:ext uri="{FF2B5EF4-FFF2-40B4-BE49-F238E27FC236}">
                <a16:creationId xmlns:a16="http://schemas.microsoft.com/office/drawing/2014/main" id="{980A69A0-EA3D-E545-9990-ACF688089F98}"/>
              </a:ext>
            </a:extLst>
          </p:cNvPr>
          <p:cNvSpPr>
            <a:spLocks noGrp="1"/>
          </p:cNvSpPr>
          <p:nvPr>
            <p:ph type="sldNum" sz="quarter" idx="12"/>
          </p:nvPr>
        </p:nvSpPr>
        <p:spPr/>
        <p:txBody>
          <a:bodyPr/>
          <a:lstStyle/>
          <a:p>
            <a:fld id="{76749A6E-9360-A341-A128-CA2094A18C67}" type="slidenum">
              <a:rPr lang="en-US" altLang="en-US" smtClean="0"/>
              <a:pPr/>
              <a:t>47</a:t>
            </a:fld>
            <a:endParaRPr lang="en-US" altLang="en-US"/>
          </a:p>
        </p:txBody>
      </p:sp>
    </p:spTree>
    <p:extLst>
      <p:ext uri="{BB962C8B-B14F-4D97-AF65-F5344CB8AC3E}">
        <p14:creationId xmlns:p14="http://schemas.microsoft.com/office/powerpoint/2010/main" val="3802160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2">
            <a:extLst>
              <a:ext uri="{FF2B5EF4-FFF2-40B4-BE49-F238E27FC236}">
                <a16:creationId xmlns:a16="http://schemas.microsoft.com/office/drawing/2014/main" id="{7772FDCE-85D3-3BAE-23B1-219970FA97EF}"/>
              </a:ext>
            </a:extLst>
          </p:cNvPr>
          <p:cNvSpPr>
            <a:spLocks noGrp="1" noChangeArrowheads="1"/>
          </p:cNvSpPr>
          <p:nvPr>
            <p:ph type="title"/>
          </p:nvPr>
        </p:nvSpPr>
        <p:spPr>
          <a:xfrm>
            <a:off x="2632076" y="482600"/>
            <a:ext cx="7281863" cy="1143000"/>
          </a:xfrm>
        </p:spPr>
        <p:txBody>
          <a:bodyPr/>
          <a:lstStyle/>
          <a:p>
            <a:r>
              <a:rPr lang="en-US" altLang="en-US" sz="4000"/>
              <a:t>Partial Ancestral Graphs</a:t>
            </a:r>
          </a:p>
        </p:txBody>
      </p:sp>
      <p:sp>
        <p:nvSpPr>
          <p:cNvPr id="432131" name="Text Box 3">
            <a:extLst>
              <a:ext uri="{FF2B5EF4-FFF2-40B4-BE49-F238E27FC236}">
                <a16:creationId xmlns:a16="http://schemas.microsoft.com/office/drawing/2014/main" id="{6BCAE0DD-A844-344A-9C0E-4E385C7824B4}"/>
              </a:ext>
            </a:extLst>
          </p:cNvPr>
          <p:cNvSpPr txBox="1">
            <a:spLocks noChangeArrowheads="1"/>
          </p:cNvSpPr>
          <p:nvPr/>
        </p:nvSpPr>
        <p:spPr bwMode="auto">
          <a:xfrm>
            <a:off x="1760538" y="1703388"/>
            <a:ext cx="2767012"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9859" name="Line 4">
            <a:extLst>
              <a:ext uri="{FF2B5EF4-FFF2-40B4-BE49-F238E27FC236}">
                <a16:creationId xmlns:a16="http://schemas.microsoft.com/office/drawing/2014/main" id="{79A74F9F-796F-21AD-CA59-04B3FDF652E1}"/>
              </a:ext>
            </a:extLst>
          </p:cNvPr>
          <p:cNvSpPr>
            <a:spLocks noChangeShapeType="1"/>
          </p:cNvSpPr>
          <p:nvPr/>
        </p:nvSpPr>
        <p:spPr bwMode="auto">
          <a:xfrm flipV="1">
            <a:off x="2411413" y="2765425"/>
            <a:ext cx="1573212" cy="4826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0" name="Line 5">
            <a:extLst>
              <a:ext uri="{FF2B5EF4-FFF2-40B4-BE49-F238E27FC236}">
                <a16:creationId xmlns:a16="http://schemas.microsoft.com/office/drawing/2014/main" id="{9790D6C3-4EBF-589F-04FC-6101AE92C036}"/>
              </a:ext>
            </a:extLst>
          </p:cNvPr>
          <p:cNvSpPr>
            <a:spLocks noChangeShapeType="1"/>
          </p:cNvSpPr>
          <p:nvPr/>
        </p:nvSpPr>
        <p:spPr bwMode="auto">
          <a:xfrm>
            <a:off x="3254376" y="2624139"/>
            <a:ext cx="6191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1" name="Line 6">
            <a:extLst>
              <a:ext uri="{FF2B5EF4-FFF2-40B4-BE49-F238E27FC236}">
                <a16:creationId xmlns:a16="http://schemas.microsoft.com/office/drawing/2014/main" id="{C7E3B91C-63DC-10D8-BDEB-55E9B954BE0C}"/>
              </a:ext>
            </a:extLst>
          </p:cNvPr>
          <p:cNvSpPr>
            <a:spLocks noChangeShapeType="1"/>
          </p:cNvSpPr>
          <p:nvPr/>
        </p:nvSpPr>
        <p:spPr bwMode="auto">
          <a:xfrm>
            <a:off x="2293939" y="2616200"/>
            <a:ext cx="623887"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2" name="Line 7">
            <a:extLst>
              <a:ext uri="{FF2B5EF4-FFF2-40B4-BE49-F238E27FC236}">
                <a16:creationId xmlns:a16="http://schemas.microsoft.com/office/drawing/2014/main" id="{DCDDC991-A3A1-9A14-D4F3-BC610A94186A}"/>
              </a:ext>
            </a:extLst>
          </p:cNvPr>
          <p:cNvSpPr>
            <a:spLocks noChangeShapeType="1"/>
          </p:cNvSpPr>
          <p:nvPr/>
        </p:nvSpPr>
        <p:spPr bwMode="auto">
          <a:xfrm flipV="1">
            <a:off x="2308225" y="2741613"/>
            <a:ext cx="635000" cy="423862"/>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3" name="Freeform 8">
            <a:extLst>
              <a:ext uri="{FF2B5EF4-FFF2-40B4-BE49-F238E27FC236}">
                <a16:creationId xmlns:a16="http://schemas.microsoft.com/office/drawing/2014/main" id="{C5D40AA0-6BF1-2B46-47B5-6948B8574288}"/>
              </a:ext>
            </a:extLst>
          </p:cNvPr>
          <p:cNvSpPr>
            <a:spLocks/>
          </p:cNvSpPr>
          <p:nvPr/>
        </p:nvSpPr>
        <p:spPr bwMode="auto">
          <a:xfrm>
            <a:off x="2136776" y="2038350"/>
            <a:ext cx="1908175" cy="446088"/>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4" name="Text Box 9">
            <a:extLst>
              <a:ext uri="{FF2B5EF4-FFF2-40B4-BE49-F238E27FC236}">
                <a16:creationId xmlns:a16="http://schemas.microsoft.com/office/drawing/2014/main" id="{BE2AB3BA-7AAC-7B5E-4F27-A4EC43C35609}"/>
              </a:ext>
            </a:extLst>
          </p:cNvPr>
          <p:cNvSpPr txBox="1">
            <a:spLocks noChangeArrowheads="1"/>
          </p:cNvSpPr>
          <p:nvPr/>
        </p:nvSpPr>
        <p:spPr bwMode="auto">
          <a:xfrm>
            <a:off x="6853238" y="4705350"/>
            <a:ext cx="35496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400">
                <a:solidFill>
                  <a:srgbClr val="FFFFFF"/>
                </a:solidFill>
                <a:latin typeface="Times New Roman" panose="02020603050405020304" pitchFamily="18" charset="0"/>
                <a:ea typeface="ＭＳ Ｐゴシック" panose="020B0600070205080204" pitchFamily="34" charset="-128"/>
              </a:rPr>
              <a:t>Partial Ancestral Graph</a:t>
            </a:r>
          </a:p>
        </p:txBody>
      </p:sp>
      <p:sp>
        <p:nvSpPr>
          <p:cNvPr id="432138" name="Text Box 10">
            <a:extLst>
              <a:ext uri="{FF2B5EF4-FFF2-40B4-BE49-F238E27FC236}">
                <a16:creationId xmlns:a16="http://schemas.microsoft.com/office/drawing/2014/main" id="{3702138C-3AE0-C149-A047-10C217499706}"/>
              </a:ext>
            </a:extLst>
          </p:cNvPr>
          <p:cNvSpPr txBox="1">
            <a:spLocks noChangeArrowheads="1"/>
          </p:cNvSpPr>
          <p:nvPr/>
        </p:nvSpPr>
        <p:spPr bwMode="auto">
          <a:xfrm>
            <a:off x="4470401" y="1800225"/>
            <a:ext cx="2767013"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9866" name="Line 11">
            <a:extLst>
              <a:ext uri="{FF2B5EF4-FFF2-40B4-BE49-F238E27FC236}">
                <a16:creationId xmlns:a16="http://schemas.microsoft.com/office/drawing/2014/main" id="{A1B103FD-E281-4EE8-5FA6-25BE883C5FC8}"/>
              </a:ext>
            </a:extLst>
          </p:cNvPr>
          <p:cNvSpPr>
            <a:spLocks noChangeShapeType="1"/>
          </p:cNvSpPr>
          <p:nvPr/>
        </p:nvSpPr>
        <p:spPr bwMode="auto">
          <a:xfrm flipV="1">
            <a:off x="5121276" y="2852738"/>
            <a:ext cx="1573213" cy="4826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7" name="Line 12">
            <a:extLst>
              <a:ext uri="{FF2B5EF4-FFF2-40B4-BE49-F238E27FC236}">
                <a16:creationId xmlns:a16="http://schemas.microsoft.com/office/drawing/2014/main" id="{21C5BE04-E2EF-946C-9E37-6CE75531D953}"/>
              </a:ext>
            </a:extLst>
          </p:cNvPr>
          <p:cNvSpPr>
            <a:spLocks noChangeShapeType="1"/>
          </p:cNvSpPr>
          <p:nvPr/>
        </p:nvSpPr>
        <p:spPr bwMode="auto">
          <a:xfrm>
            <a:off x="5964239" y="2711450"/>
            <a:ext cx="619125"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8" name="Line 13">
            <a:extLst>
              <a:ext uri="{FF2B5EF4-FFF2-40B4-BE49-F238E27FC236}">
                <a16:creationId xmlns:a16="http://schemas.microsoft.com/office/drawing/2014/main" id="{0F88204C-58D5-16DC-DC3A-BF895E1AD9F6}"/>
              </a:ext>
            </a:extLst>
          </p:cNvPr>
          <p:cNvSpPr>
            <a:spLocks noChangeShapeType="1"/>
          </p:cNvSpPr>
          <p:nvPr/>
        </p:nvSpPr>
        <p:spPr bwMode="auto">
          <a:xfrm>
            <a:off x="5003800" y="2703514"/>
            <a:ext cx="623888" cy="1587"/>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69" name="Line 14">
            <a:extLst>
              <a:ext uri="{FF2B5EF4-FFF2-40B4-BE49-F238E27FC236}">
                <a16:creationId xmlns:a16="http://schemas.microsoft.com/office/drawing/2014/main" id="{BB1715E2-EF70-AB46-6326-C5AD71948A5F}"/>
              </a:ext>
            </a:extLst>
          </p:cNvPr>
          <p:cNvSpPr>
            <a:spLocks noChangeShapeType="1"/>
          </p:cNvSpPr>
          <p:nvPr/>
        </p:nvSpPr>
        <p:spPr bwMode="auto">
          <a:xfrm flipV="1">
            <a:off x="5018088" y="2828926"/>
            <a:ext cx="635000" cy="423863"/>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70" name="Freeform 15">
            <a:extLst>
              <a:ext uri="{FF2B5EF4-FFF2-40B4-BE49-F238E27FC236}">
                <a16:creationId xmlns:a16="http://schemas.microsoft.com/office/drawing/2014/main" id="{B58C1E8E-4477-A736-254F-3230E464CECD}"/>
              </a:ext>
            </a:extLst>
          </p:cNvPr>
          <p:cNvSpPr>
            <a:spLocks/>
          </p:cNvSpPr>
          <p:nvPr/>
        </p:nvSpPr>
        <p:spPr bwMode="auto">
          <a:xfrm>
            <a:off x="4846639" y="2125664"/>
            <a:ext cx="1908175" cy="446087"/>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triangl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432144" name="Text Box 16">
            <a:extLst>
              <a:ext uri="{FF2B5EF4-FFF2-40B4-BE49-F238E27FC236}">
                <a16:creationId xmlns:a16="http://schemas.microsoft.com/office/drawing/2014/main" id="{E04DDC66-8D59-1C4C-A13A-7228EEA2147E}"/>
              </a:ext>
            </a:extLst>
          </p:cNvPr>
          <p:cNvSpPr txBox="1">
            <a:spLocks noChangeArrowheads="1"/>
          </p:cNvSpPr>
          <p:nvPr/>
        </p:nvSpPr>
        <p:spPr bwMode="auto">
          <a:xfrm>
            <a:off x="1728788" y="3532188"/>
            <a:ext cx="2767012"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9872" name="Line 17">
            <a:extLst>
              <a:ext uri="{FF2B5EF4-FFF2-40B4-BE49-F238E27FC236}">
                <a16:creationId xmlns:a16="http://schemas.microsoft.com/office/drawing/2014/main" id="{71305658-6902-4BCF-C265-449693CF06F8}"/>
              </a:ext>
            </a:extLst>
          </p:cNvPr>
          <p:cNvSpPr>
            <a:spLocks noChangeShapeType="1"/>
          </p:cNvSpPr>
          <p:nvPr/>
        </p:nvSpPr>
        <p:spPr bwMode="auto">
          <a:xfrm flipV="1">
            <a:off x="2379663" y="4584700"/>
            <a:ext cx="1573212" cy="4826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73" name="Line 18">
            <a:extLst>
              <a:ext uri="{FF2B5EF4-FFF2-40B4-BE49-F238E27FC236}">
                <a16:creationId xmlns:a16="http://schemas.microsoft.com/office/drawing/2014/main" id="{68DCB6AD-45F9-2611-220E-20ADE3323494}"/>
              </a:ext>
            </a:extLst>
          </p:cNvPr>
          <p:cNvSpPr>
            <a:spLocks noChangeShapeType="1"/>
          </p:cNvSpPr>
          <p:nvPr/>
        </p:nvSpPr>
        <p:spPr bwMode="auto">
          <a:xfrm>
            <a:off x="3222626" y="4443414"/>
            <a:ext cx="619125" cy="1587"/>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74" name="Line 19">
            <a:extLst>
              <a:ext uri="{FF2B5EF4-FFF2-40B4-BE49-F238E27FC236}">
                <a16:creationId xmlns:a16="http://schemas.microsoft.com/office/drawing/2014/main" id="{A04E2110-27F4-12F2-08E0-DC8E0EE7909C}"/>
              </a:ext>
            </a:extLst>
          </p:cNvPr>
          <p:cNvSpPr>
            <a:spLocks noChangeShapeType="1"/>
          </p:cNvSpPr>
          <p:nvPr/>
        </p:nvSpPr>
        <p:spPr bwMode="auto">
          <a:xfrm>
            <a:off x="2262189" y="4435475"/>
            <a:ext cx="623887"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75" name="Line 20">
            <a:extLst>
              <a:ext uri="{FF2B5EF4-FFF2-40B4-BE49-F238E27FC236}">
                <a16:creationId xmlns:a16="http://schemas.microsoft.com/office/drawing/2014/main" id="{73E20FF0-8E78-C672-65AB-032E37166F17}"/>
              </a:ext>
            </a:extLst>
          </p:cNvPr>
          <p:cNvSpPr>
            <a:spLocks noChangeShapeType="1"/>
          </p:cNvSpPr>
          <p:nvPr/>
        </p:nvSpPr>
        <p:spPr bwMode="auto">
          <a:xfrm flipV="1">
            <a:off x="2276475" y="4560888"/>
            <a:ext cx="635000" cy="423862"/>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76" name="Freeform 21">
            <a:extLst>
              <a:ext uri="{FF2B5EF4-FFF2-40B4-BE49-F238E27FC236}">
                <a16:creationId xmlns:a16="http://schemas.microsoft.com/office/drawing/2014/main" id="{8EF29FF1-2B28-3705-27F1-CF1DBA2EA1A9}"/>
              </a:ext>
            </a:extLst>
          </p:cNvPr>
          <p:cNvSpPr>
            <a:spLocks/>
          </p:cNvSpPr>
          <p:nvPr/>
        </p:nvSpPr>
        <p:spPr bwMode="auto">
          <a:xfrm>
            <a:off x="2105026" y="3857625"/>
            <a:ext cx="1908175" cy="446088"/>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432150" name="Text Box 22">
            <a:extLst>
              <a:ext uri="{FF2B5EF4-FFF2-40B4-BE49-F238E27FC236}">
                <a16:creationId xmlns:a16="http://schemas.microsoft.com/office/drawing/2014/main" id="{B375388B-F4C4-5544-A589-A0E6F936D06F}"/>
              </a:ext>
            </a:extLst>
          </p:cNvPr>
          <p:cNvSpPr txBox="1">
            <a:spLocks noChangeArrowheads="1"/>
          </p:cNvSpPr>
          <p:nvPr/>
        </p:nvSpPr>
        <p:spPr bwMode="auto">
          <a:xfrm>
            <a:off x="4332288" y="3540125"/>
            <a:ext cx="2767012"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SEX                  PE                 CP</a:t>
            </a: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sz="1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49878" name="Line 23">
            <a:extLst>
              <a:ext uri="{FF2B5EF4-FFF2-40B4-BE49-F238E27FC236}">
                <a16:creationId xmlns:a16="http://schemas.microsoft.com/office/drawing/2014/main" id="{0ECDFEEE-8752-9978-C7F6-B925BE5D1569}"/>
              </a:ext>
            </a:extLst>
          </p:cNvPr>
          <p:cNvSpPr>
            <a:spLocks noChangeShapeType="1"/>
          </p:cNvSpPr>
          <p:nvPr/>
        </p:nvSpPr>
        <p:spPr bwMode="auto">
          <a:xfrm flipV="1">
            <a:off x="4983163" y="4602163"/>
            <a:ext cx="1573212" cy="48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79" name="Line 24">
            <a:extLst>
              <a:ext uri="{FF2B5EF4-FFF2-40B4-BE49-F238E27FC236}">
                <a16:creationId xmlns:a16="http://schemas.microsoft.com/office/drawing/2014/main" id="{F8B8310D-ACCF-1549-6080-9800392173F9}"/>
              </a:ext>
            </a:extLst>
          </p:cNvPr>
          <p:cNvSpPr>
            <a:spLocks noChangeShapeType="1"/>
          </p:cNvSpPr>
          <p:nvPr/>
        </p:nvSpPr>
        <p:spPr bwMode="auto">
          <a:xfrm>
            <a:off x="5826126" y="4460875"/>
            <a:ext cx="619125"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0" name="Line 25">
            <a:extLst>
              <a:ext uri="{FF2B5EF4-FFF2-40B4-BE49-F238E27FC236}">
                <a16:creationId xmlns:a16="http://schemas.microsoft.com/office/drawing/2014/main" id="{D23C1852-30BE-E5C4-38C5-346D4CC46BA1}"/>
              </a:ext>
            </a:extLst>
          </p:cNvPr>
          <p:cNvSpPr>
            <a:spLocks noChangeShapeType="1"/>
          </p:cNvSpPr>
          <p:nvPr/>
        </p:nvSpPr>
        <p:spPr bwMode="auto">
          <a:xfrm>
            <a:off x="4865689" y="4452939"/>
            <a:ext cx="62388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1" name="Line 26">
            <a:extLst>
              <a:ext uri="{FF2B5EF4-FFF2-40B4-BE49-F238E27FC236}">
                <a16:creationId xmlns:a16="http://schemas.microsoft.com/office/drawing/2014/main" id="{E2F346E0-01F1-1387-2381-4CB6CF5A6F9B}"/>
              </a:ext>
            </a:extLst>
          </p:cNvPr>
          <p:cNvSpPr>
            <a:spLocks noChangeShapeType="1"/>
          </p:cNvSpPr>
          <p:nvPr/>
        </p:nvSpPr>
        <p:spPr bwMode="auto">
          <a:xfrm flipV="1">
            <a:off x="4879975" y="4578351"/>
            <a:ext cx="635000" cy="4238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2" name="Freeform 27">
            <a:extLst>
              <a:ext uri="{FF2B5EF4-FFF2-40B4-BE49-F238E27FC236}">
                <a16:creationId xmlns:a16="http://schemas.microsoft.com/office/drawing/2014/main" id="{AC046C33-58DE-2F21-418E-941FF65970C5}"/>
              </a:ext>
            </a:extLst>
          </p:cNvPr>
          <p:cNvSpPr>
            <a:spLocks/>
          </p:cNvSpPr>
          <p:nvPr/>
        </p:nvSpPr>
        <p:spPr bwMode="auto">
          <a:xfrm>
            <a:off x="4708526" y="3875089"/>
            <a:ext cx="1908175" cy="446087"/>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432166" name="Text Box 38">
            <a:extLst>
              <a:ext uri="{FF2B5EF4-FFF2-40B4-BE49-F238E27FC236}">
                <a16:creationId xmlns:a16="http://schemas.microsoft.com/office/drawing/2014/main" id="{52897705-ED30-E14C-8751-4F69BC697AF2}"/>
              </a:ext>
            </a:extLst>
          </p:cNvPr>
          <p:cNvSpPr txBox="1">
            <a:spLocks noChangeArrowheads="1"/>
          </p:cNvSpPr>
          <p:nvPr/>
        </p:nvSpPr>
        <p:spPr bwMode="auto">
          <a:xfrm>
            <a:off x="6542089" y="2176464"/>
            <a:ext cx="3659187"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SEX                  PE                 CP</a:t>
            </a:r>
          </a:p>
          <a:p>
            <a:pPr eaLnBrk="0" fontAlgn="base" hangingPunct="0">
              <a:spcBef>
                <a:spcPct val="0"/>
              </a:spcBef>
              <a:spcAft>
                <a:spcPct val="0"/>
              </a:spcAft>
              <a:defRPr/>
            </a:pPr>
            <a:endParaRPr lang="en-US" altLang="en-US" sz="2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endParaRPr lang="en-US" altLang="en-US" sz="2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	</a:t>
            </a:r>
          </a:p>
        </p:txBody>
      </p:sp>
      <p:sp>
        <p:nvSpPr>
          <p:cNvPr id="249884" name="Line 39">
            <a:extLst>
              <a:ext uri="{FF2B5EF4-FFF2-40B4-BE49-F238E27FC236}">
                <a16:creationId xmlns:a16="http://schemas.microsoft.com/office/drawing/2014/main" id="{B294E299-BF41-35D5-8D4F-90F4E121F02A}"/>
              </a:ext>
            </a:extLst>
          </p:cNvPr>
          <p:cNvSpPr>
            <a:spLocks noChangeShapeType="1"/>
          </p:cNvSpPr>
          <p:nvPr/>
        </p:nvSpPr>
        <p:spPr bwMode="auto">
          <a:xfrm flipV="1">
            <a:off x="7459664" y="3668714"/>
            <a:ext cx="2179637" cy="7905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5" name="Line 40">
            <a:extLst>
              <a:ext uri="{FF2B5EF4-FFF2-40B4-BE49-F238E27FC236}">
                <a16:creationId xmlns:a16="http://schemas.microsoft.com/office/drawing/2014/main" id="{B1AAB1A7-A2EC-6D69-32AB-1ADC8B237FB8}"/>
              </a:ext>
            </a:extLst>
          </p:cNvPr>
          <p:cNvSpPr>
            <a:spLocks noChangeShapeType="1"/>
          </p:cNvSpPr>
          <p:nvPr/>
        </p:nvSpPr>
        <p:spPr bwMode="auto">
          <a:xfrm>
            <a:off x="8823326" y="3502025"/>
            <a:ext cx="652463"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6" name="Line 41">
            <a:extLst>
              <a:ext uri="{FF2B5EF4-FFF2-40B4-BE49-F238E27FC236}">
                <a16:creationId xmlns:a16="http://schemas.microsoft.com/office/drawing/2014/main" id="{55714634-09FB-1CF3-67C6-7C72C21E1DE6}"/>
              </a:ext>
            </a:extLst>
          </p:cNvPr>
          <p:cNvSpPr>
            <a:spLocks noChangeShapeType="1"/>
          </p:cNvSpPr>
          <p:nvPr/>
        </p:nvSpPr>
        <p:spPr bwMode="auto">
          <a:xfrm>
            <a:off x="7643814" y="3492500"/>
            <a:ext cx="631825"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7" name="Line 42">
            <a:extLst>
              <a:ext uri="{FF2B5EF4-FFF2-40B4-BE49-F238E27FC236}">
                <a16:creationId xmlns:a16="http://schemas.microsoft.com/office/drawing/2014/main" id="{D2CC6089-0E39-3A19-B983-2AB051CC611D}"/>
              </a:ext>
            </a:extLst>
          </p:cNvPr>
          <p:cNvSpPr>
            <a:spLocks noChangeShapeType="1"/>
          </p:cNvSpPr>
          <p:nvPr/>
        </p:nvSpPr>
        <p:spPr bwMode="auto">
          <a:xfrm flipV="1">
            <a:off x="7366001" y="3656014"/>
            <a:ext cx="942975" cy="6302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8" name="Freeform 43">
            <a:extLst>
              <a:ext uri="{FF2B5EF4-FFF2-40B4-BE49-F238E27FC236}">
                <a16:creationId xmlns:a16="http://schemas.microsoft.com/office/drawing/2014/main" id="{3A83BBC2-1202-A8F5-CB88-777B4C71AD86}"/>
              </a:ext>
            </a:extLst>
          </p:cNvPr>
          <p:cNvSpPr>
            <a:spLocks/>
          </p:cNvSpPr>
          <p:nvPr/>
        </p:nvSpPr>
        <p:spPr bwMode="auto">
          <a:xfrm>
            <a:off x="7243763" y="2535239"/>
            <a:ext cx="2559050" cy="801687"/>
          </a:xfrm>
          <a:custGeom>
            <a:avLst/>
            <a:gdLst>
              <a:gd name="T0" fmla="*/ 0 w 1589"/>
              <a:gd name="T1" fmla="*/ 2147483646 h 383"/>
              <a:gd name="T2" fmla="*/ 2147483646 w 1589"/>
              <a:gd name="T3" fmla="*/ 2147483646 h 383"/>
              <a:gd name="T4" fmla="*/ 2147483646 w 1589"/>
              <a:gd name="T5" fmla="*/ 2147483646 h 383"/>
              <a:gd name="T6" fmla="*/ 2147483646 w 1589"/>
              <a:gd name="T7" fmla="*/ 2147483646 h 383"/>
              <a:gd name="T8" fmla="*/ 2147483646 w 1589"/>
              <a:gd name="T9" fmla="*/ 2147483646 h 383"/>
              <a:gd name="T10" fmla="*/ 2147483646 w 1589"/>
              <a:gd name="T11" fmla="*/ 2147483646 h 383"/>
              <a:gd name="T12" fmla="*/ 2147483646 w 1589"/>
              <a:gd name="T13" fmla="*/ 214748364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89" h="383">
                <a:moveTo>
                  <a:pt x="0" y="348"/>
                </a:moveTo>
                <a:cubicBezTo>
                  <a:pt x="30" y="288"/>
                  <a:pt x="60" y="228"/>
                  <a:pt x="151" y="174"/>
                </a:cubicBezTo>
                <a:cubicBezTo>
                  <a:pt x="242" y="120"/>
                  <a:pt x="418" y="46"/>
                  <a:pt x="545" y="23"/>
                </a:cubicBezTo>
                <a:cubicBezTo>
                  <a:pt x="672" y="0"/>
                  <a:pt x="829" y="29"/>
                  <a:pt x="911" y="35"/>
                </a:cubicBezTo>
                <a:cubicBezTo>
                  <a:pt x="993" y="41"/>
                  <a:pt x="962" y="36"/>
                  <a:pt x="1038" y="58"/>
                </a:cubicBezTo>
                <a:cubicBezTo>
                  <a:pt x="1114" y="80"/>
                  <a:pt x="1277" y="114"/>
                  <a:pt x="1369" y="168"/>
                </a:cubicBezTo>
                <a:cubicBezTo>
                  <a:pt x="1461" y="222"/>
                  <a:pt x="1552" y="347"/>
                  <a:pt x="1589" y="38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49889" name="Text Box 44">
            <a:extLst>
              <a:ext uri="{FF2B5EF4-FFF2-40B4-BE49-F238E27FC236}">
                <a16:creationId xmlns:a16="http://schemas.microsoft.com/office/drawing/2014/main" id="{4DB40348-3C84-7EE1-9F0F-B3C3622B1DBD}"/>
              </a:ext>
            </a:extLst>
          </p:cNvPr>
          <p:cNvSpPr txBox="1">
            <a:spLocks noChangeArrowheads="1"/>
          </p:cNvSpPr>
          <p:nvPr/>
        </p:nvSpPr>
        <p:spPr bwMode="auto">
          <a:xfrm>
            <a:off x="7072313" y="3017838"/>
            <a:ext cx="368300" cy="36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1800">
                <a:solidFill>
                  <a:srgbClr val="FFFFFF"/>
                </a:solidFill>
                <a:latin typeface="Times New Roman" panose="02020603050405020304" pitchFamily="18" charset="0"/>
                <a:ea typeface="ＭＳ Ｐゴシック" panose="020B0600070205080204" pitchFamily="34" charset="-128"/>
              </a:rPr>
              <a:t>o</a:t>
            </a:r>
            <a:endParaRPr lang="en-US" altLang="en-US" sz="2400">
              <a:solidFill>
                <a:srgbClr val="FFFFFF"/>
              </a:solidFill>
              <a:latin typeface="Times New Roman" panose="02020603050405020304" pitchFamily="18" charset="0"/>
              <a:ea typeface="ＭＳ Ｐゴシック" panose="020B0600070205080204" pitchFamily="34" charset="-128"/>
            </a:endParaRPr>
          </a:p>
        </p:txBody>
      </p:sp>
      <p:sp>
        <p:nvSpPr>
          <p:cNvPr id="249890" name="Text Box 45">
            <a:extLst>
              <a:ext uri="{FF2B5EF4-FFF2-40B4-BE49-F238E27FC236}">
                <a16:creationId xmlns:a16="http://schemas.microsoft.com/office/drawing/2014/main" id="{999188CA-CCAF-D32A-D613-565F00014A2E}"/>
              </a:ext>
            </a:extLst>
          </p:cNvPr>
          <p:cNvSpPr txBox="1">
            <a:spLocks noChangeArrowheads="1"/>
          </p:cNvSpPr>
          <p:nvPr/>
        </p:nvSpPr>
        <p:spPr bwMode="auto">
          <a:xfrm>
            <a:off x="7454900" y="3308351"/>
            <a:ext cx="3683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1800">
                <a:solidFill>
                  <a:srgbClr val="FFFFFF"/>
                </a:solidFill>
                <a:latin typeface="Times New Roman" panose="02020603050405020304" pitchFamily="18" charset="0"/>
                <a:ea typeface="ＭＳ Ｐゴシック" panose="020B0600070205080204" pitchFamily="34" charset="-128"/>
              </a:rPr>
              <a:t>o</a:t>
            </a:r>
            <a:endParaRPr lang="en-US" altLang="en-US" sz="2400">
              <a:solidFill>
                <a:srgbClr val="FFFFFF"/>
              </a:solidFill>
              <a:latin typeface="Times New Roman" panose="02020603050405020304" pitchFamily="18" charset="0"/>
              <a:ea typeface="ＭＳ Ｐゴシック" panose="020B0600070205080204" pitchFamily="34" charset="-128"/>
            </a:endParaRPr>
          </a:p>
        </p:txBody>
      </p:sp>
      <p:sp>
        <p:nvSpPr>
          <p:cNvPr id="249891" name="Text Box 46">
            <a:extLst>
              <a:ext uri="{FF2B5EF4-FFF2-40B4-BE49-F238E27FC236}">
                <a16:creationId xmlns:a16="http://schemas.microsoft.com/office/drawing/2014/main" id="{B44CBECD-7DED-4760-998D-2A1057C2C7F6}"/>
              </a:ext>
            </a:extLst>
          </p:cNvPr>
          <p:cNvSpPr txBox="1">
            <a:spLocks noChangeArrowheads="1"/>
          </p:cNvSpPr>
          <p:nvPr/>
        </p:nvSpPr>
        <p:spPr bwMode="auto">
          <a:xfrm>
            <a:off x="7265988" y="4308476"/>
            <a:ext cx="3683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1800">
                <a:solidFill>
                  <a:srgbClr val="FFFFFF"/>
                </a:solidFill>
                <a:latin typeface="Times New Roman" panose="02020603050405020304" pitchFamily="18" charset="0"/>
                <a:ea typeface="ＭＳ Ｐゴシック" panose="020B0600070205080204" pitchFamily="34" charset="-128"/>
              </a:rPr>
              <a:t>o</a:t>
            </a:r>
            <a:endParaRPr lang="en-US" altLang="en-US" sz="2400">
              <a:solidFill>
                <a:srgbClr val="FFFFFF"/>
              </a:solidFill>
              <a:latin typeface="Times New Roman" panose="02020603050405020304" pitchFamily="18" charset="0"/>
              <a:ea typeface="ＭＳ Ｐゴシック" panose="020B0600070205080204" pitchFamily="34" charset="-128"/>
            </a:endParaRPr>
          </a:p>
        </p:txBody>
      </p:sp>
      <p:sp>
        <p:nvSpPr>
          <p:cNvPr id="249892" name="Text Box 47">
            <a:extLst>
              <a:ext uri="{FF2B5EF4-FFF2-40B4-BE49-F238E27FC236}">
                <a16:creationId xmlns:a16="http://schemas.microsoft.com/office/drawing/2014/main" id="{C25BA17B-76CE-248A-CDFC-6EF47BD0FA5B}"/>
              </a:ext>
            </a:extLst>
          </p:cNvPr>
          <p:cNvSpPr txBox="1">
            <a:spLocks noChangeArrowheads="1"/>
          </p:cNvSpPr>
          <p:nvPr/>
        </p:nvSpPr>
        <p:spPr bwMode="auto">
          <a:xfrm>
            <a:off x="7188200" y="4119563"/>
            <a:ext cx="368300" cy="36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1800">
                <a:solidFill>
                  <a:srgbClr val="FFFFFF"/>
                </a:solidFill>
                <a:latin typeface="Times New Roman" panose="02020603050405020304" pitchFamily="18" charset="0"/>
                <a:ea typeface="ＭＳ Ｐゴシック" panose="020B0600070205080204" pitchFamily="34" charset="-128"/>
              </a:rPr>
              <a:t>o</a:t>
            </a:r>
            <a:endParaRPr lang="en-US" altLang="en-US" sz="2400">
              <a:solidFill>
                <a:srgbClr val="FFFFFF"/>
              </a:solidFill>
              <a:latin typeface="Times New Roman" panose="02020603050405020304" pitchFamily="18" charset="0"/>
              <a:ea typeface="ＭＳ Ｐゴシック" panose="020B0600070205080204" pitchFamily="34" charset="-128"/>
            </a:endParaRPr>
          </a:p>
        </p:txBody>
      </p:sp>
      <p:sp>
        <p:nvSpPr>
          <p:cNvPr id="249893" name="Text Box 48">
            <a:extLst>
              <a:ext uri="{FF2B5EF4-FFF2-40B4-BE49-F238E27FC236}">
                <a16:creationId xmlns:a16="http://schemas.microsoft.com/office/drawing/2014/main" id="{5D08C9BB-0009-517B-C748-336B8B6728DE}"/>
              </a:ext>
            </a:extLst>
          </p:cNvPr>
          <p:cNvSpPr txBox="1">
            <a:spLocks noChangeArrowheads="1"/>
          </p:cNvSpPr>
          <p:nvPr/>
        </p:nvSpPr>
        <p:spPr bwMode="auto">
          <a:xfrm>
            <a:off x="8601075" y="3295651"/>
            <a:ext cx="3683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1800">
                <a:solidFill>
                  <a:srgbClr val="FFFFFF"/>
                </a:solidFill>
                <a:latin typeface="Times New Roman" panose="02020603050405020304" pitchFamily="18" charset="0"/>
                <a:ea typeface="ＭＳ Ｐゴシック" panose="020B0600070205080204" pitchFamily="34" charset="-128"/>
              </a:rPr>
              <a:t>o</a:t>
            </a:r>
            <a:endParaRPr lang="en-US" altLang="en-US" sz="2400">
              <a:solidFill>
                <a:srgbClr val="FFFFFF"/>
              </a:solidFill>
              <a:latin typeface="Times New Roman" panose="02020603050405020304" pitchFamily="18" charset="0"/>
              <a:ea typeface="ＭＳ Ｐゴシック" panose="020B0600070205080204" pitchFamily="34" charset="-128"/>
            </a:endParaRPr>
          </a:p>
        </p:txBody>
      </p:sp>
      <p:sp>
        <p:nvSpPr>
          <p:cNvPr id="249894" name="Text Box 49">
            <a:extLst>
              <a:ext uri="{FF2B5EF4-FFF2-40B4-BE49-F238E27FC236}">
                <a16:creationId xmlns:a16="http://schemas.microsoft.com/office/drawing/2014/main" id="{2A472324-ECC6-FC1E-D9B2-F4B43B6C72B1}"/>
              </a:ext>
            </a:extLst>
          </p:cNvPr>
          <p:cNvSpPr txBox="1">
            <a:spLocks noChangeArrowheads="1"/>
          </p:cNvSpPr>
          <p:nvPr/>
        </p:nvSpPr>
        <p:spPr bwMode="auto">
          <a:xfrm>
            <a:off x="9350375" y="3311526"/>
            <a:ext cx="3683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1800">
                <a:solidFill>
                  <a:srgbClr val="FFFFFF"/>
                </a:solidFill>
                <a:latin typeface="Times New Roman" panose="02020603050405020304" pitchFamily="18" charset="0"/>
                <a:ea typeface="ＭＳ Ｐゴシック" panose="020B0600070205080204" pitchFamily="34" charset="-128"/>
              </a:rPr>
              <a:t>o</a:t>
            </a:r>
            <a:endParaRPr lang="en-US" altLang="en-US" sz="2400">
              <a:solidFill>
                <a:srgbClr val="FFFFFF"/>
              </a:solidFill>
              <a:latin typeface="Times New Roman" panose="02020603050405020304" pitchFamily="18" charset="0"/>
              <a:ea typeface="ＭＳ Ｐゴシック" panose="020B0600070205080204" pitchFamily="34" charset="-128"/>
            </a:endParaRPr>
          </a:p>
        </p:txBody>
      </p:sp>
      <p:sp>
        <p:nvSpPr>
          <p:cNvPr id="2" name="Slide Number Placeholder 1">
            <a:extLst>
              <a:ext uri="{FF2B5EF4-FFF2-40B4-BE49-F238E27FC236}">
                <a16:creationId xmlns:a16="http://schemas.microsoft.com/office/drawing/2014/main" id="{8E9884A7-129C-0F4C-8650-A651AC669989}"/>
              </a:ext>
            </a:extLst>
          </p:cNvPr>
          <p:cNvSpPr>
            <a:spLocks noGrp="1"/>
          </p:cNvSpPr>
          <p:nvPr>
            <p:ph type="sldNum" sz="quarter" idx="12"/>
          </p:nvPr>
        </p:nvSpPr>
        <p:spPr/>
        <p:txBody>
          <a:bodyPr/>
          <a:lstStyle/>
          <a:p>
            <a:fld id="{76749A6E-9360-A341-A128-CA2094A18C67}" type="slidenum">
              <a:rPr lang="en-US" altLang="en-US" smtClean="0"/>
              <a:pPr/>
              <a:t>48</a:t>
            </a:fld>
            <a:endParaRPr lang="en-US"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DA9FC927-A0EA-DB6B-3913-8F348D42E552}"/>
              </a:ext>
            </a:extLst>
          </p:cNvPr>
          <p:cNvSpPr>
            <a:spLocks noGrp="1" noChangeArrowheads="1"/>
          </p:cNvSpPr>
          <p:nvPr>
            <p:ph type="title"/>
          </p:nvPr>
        </p:nvSpPr>
        <p:spPr/>
        <p:txBody>
          <a:bodyPr/>
          <a:lstStyle/>
          <a:p>
            <a:pPr>
              <a:defRPr/>
            </a:pPr>
            <a:r>
              <a:rPr lang="en-US" sz="4000" dirty="0"/>
              <a:t>Partial Ancestral Graph represents I-Equivalent DAG Models</a:t>
            </a:r>
            <a:endParaRPr lang="en-US" dirty="0">
              <a:cs typeface="+mj-cs"/>
            </a:endParaRPr>
          </a:p>
        </p:txBody>
      </p:sp>
      <p:sp>
        <p:nvSpPr>
          <p:cNvPr id="851971" name="Rectangle 3">
            <a:extLst>
              <a:ext uri="{FF2B5EF4-FFF2-40B4-BE49-F238E27FC236}">
                <a16:creationId xmlns:a16="http://schemas.microsoft.com/office/drawing/2014/main" id="{C4A193ED-50B9-E38D-DF3A-3342FFDFF15A}"/>
              </a:ext>
            </a:extLst>
          </p:cNvPr>
          <p:cNvSpPr>
            <a:spLocks noGrp="1" noChangeArrowheads="1"/>
          </p:cNvSpPr>
          <p:nvPr>
            <p:ph type="body" idx="1"/>
          </p:nvPr>
        </p:nvSpPr>
        <p:spPr/>
        <p:txBody>
          <a:bodyPr/>
          <a:lstStyle/>
          <a:p>
            <a:pPr>
              <a:lnSpc>
                <a:spcPct val="90000"/>
              </a:lnSpc>
            </a:pPr>
            <a:r>
              <a:rPr lang="en-US" altLang="en-US" sz="2800" i="1"/>
              <a:t>A</a:t>
            </a:r>
            <a:r>
              <a:rPr lang="en-US" altLang="en-US" sz="2800"/>
              <a:t> is adjacent to </a:t>
            </a:r>
            <a:r>
              <a:rPr lang="en-US" altLang="en-US" sz="2800" i="1"/>
              <a:t>B</a:t>
            </a:r>
            <a:r>
              <a:rPr lang="en-US" altLang="en-US" sz="2800"/>
              <a:t> iff </a:t>
            </a:r>
            <a:r>
              <a:rPr lang="en-US" altLang="en-US" sz="2800" i="1"/>
              <a:t>A</a:t>
            </a:r>
            <a:r>
              <a:rPr lang="en-US" altLang="en-US" sz="2800"/>
              <a:t> and </a:t>
            </a:r>
            <a:r>
              <a:rPr lang="en-US" altLang="en-US" sz="2800" i="1"/>
              <a:t>B</a:t>
            </a:r>
            <a:r>
              <a:rPr lang="en-US" altLang="en-US" sz="2800"/>
              <a:t> are not d-separated conditional on any subset of the observed variable in any DAG in the I-equivalence class. </a:t>
            </a:r>
            <a:endParaRPr lang="en-US" altLang="en-US" sz="2800" b="1" i="1" baseline="-25000"/>
          </a:p>
          <a:p>
            <a:pPr>
              <a:lnSpc>
                <a:spcPct val="90000"/>
              </a:lnSpc>
            </a:pPr>
            <a:r>
              <a:rPr lang="en-US" altLang="en-US" sz="2800" i="1"/>
              <a:t>A</a:t>
            </a:r>
            <a:r>
              <a:rPr lang="en-US" altLang="en-US" sz="2800"/>
              <a:t> </a:t>
            </a:r>
            <a:r>
              <a:rPr lang="en-US" altLang="en-US" sz="2800">
                <a:sym typeface="Symbol" pitchFamily="2" charset="2"/>
              </a:rPr>
              <a:t> </a:t>
            </a:r>
            <a:r>
              <a:rPr lang="en-US" altLang="en-US" sz="2800" i="1">
                <a:sym typeface="Symbol" pitchFamily="2" charset="2"/>
              </a:rPr>
              <a:t>B</a:t>
            </a:r>
            <a:r>
              <a:rPr lang="en-US" altLang="en-US" sz="2800">
                <a:sym typeface="Symbol" pitchFamily="2" charset="2"/>
              </a:rPr>
              <a:t> iff </a:t>
            </a:r>
            <a:r>
              <a:rPr lang="en-US" altLang="en-US" sz="2800" i="1">
                <a:sym typeface="Symbol" pitchFamily="2" charset="2"/>
              </a:rPr>
              <a:t>A</a:t>
            </a:r>
            <a:r>
              <a:rPr lang="en-US" altLang="en-US" sz="2800">
                <a:sym typeface="Symbol" pitchFamily="2" charset="2"/>
              </a:rPr>
              <a:t> is an ancestor of </a:t>
            </a:r>
            <a:r>
              <a:rPr lang="en-US" altLang="en-US" sz="2800" i="1">
                <a:sym typeface="Symbol" pitchFamily="2" charset="2"/>
              </a:rPr>
              <a:t>B</a:t>
            </a:r>
            <a:r>
              <a:rPr lang="en-US" altLang="en-US" sz="2800">
                <a:sym typeface="Symbol" pitchFamily="2" charset="2"/>
              </a:rPr>
              <a:t> in every </a:t>
            </a:r>
            <a:r>
              <a:rPr lang="en-US" altLang="en-US" sz="2800"/>
              <a:t>DAG in the I-equivalence class</a:t>
            </a:r>
            <a:r>
              <a:rPr lang="en-US" altLang="en-US" sz="2800" i="1"/>
              <a:t>.</a:t>
            </a:r>
          </a:p>
          <a:p>
            <a:pPr>
              <a:lnSpc>
                <a:spcPct val="90000"/>
              </a:lnSpc>
            </a:pPr>
            <a:r>
              <a:rPr lang="en-US" altLang="en-US" sz="2800" i="1"/>
              <a:t>A</a:t>
            </a:r>
            <a:r>
              <a:rPr lang="en-US" altLang="en-US" sz="2800"/>
              <a:t> </a:t>
            </a:r>
            <a:r>
              <a:rPr lang="en-US" altLang="en-US" sz="2800">
                <a:sym typeface="Symbol" pitchFamily="2" charset="2"/>
              </a:rPr>
              <a:t></a:t>
            </a:r>
            <a:r>
              <a:rPr lang="en-US" altLang="en-US" sz="2800" i="1">
                <a:sym typeface="Symbol" pitchFamily="2" charset="2"/>
              </a:rPr>
              <a:t> B</a:t>
            </a:r>
            <a:r>
              <a:rPr lang="en-US" altLang="en-US" sz="2800">
                <a:sym typeface="Symbol" pitchFamily="2" charset="2"/>
              </a:rPr>
              <a:t> iff </a:t>
            </a:r>
            <a:r>
              <a:rPr lang="en-US" altLang="en-US" sz="2800" i="1">
                <a:sym typeface="Symbol" pitchFamily="2" charset="2"/>
              </a:rPr>
              <a:t>A</a:t>
            </a:r>
            <a:r>
              <a:rPr lang="en-US" altLang="en-US" sz="2800">
                <a:sym typeface="Symbol" pitchFamily="2" charset="2"/>
              </a:rPr>
              <a:t> and </a:t>
            </a:r>
            <a:r>
              <a:rPr lang="en-US" altLang="en-US" sz="2800" i="1">
                <a:sym typeface="Symbol" pitchFamily="2" charset="2"/>
              </a:rPr>
              <a:t>B</a:t>
            </a:r>
            <a:r>
              <a:rPr lang="en-US" altLang="en-US" sz="2800">
                <a:sym typeface="Symbol" pitchFamily="2" charset="2"/>
              </a:rPr>
              <a:t> are not ancestors of each other in every </a:t>
            </a:r>
            <a:r>
              <a:rPr lang="en-US" altLang="en-US" sz="2800"/>
              <a:t>DAG in the I-equivalence class.</a:t>
            </a:r>
          </a:p>
          <a:p>
            <a:pPr>
              <a:lnSpc>
                <a:spcPct val="90000"/>
              </a:lnSpc>
            </a:pPr>
            <a:r>
              <a:rPr lang="en-US" altLang="en-US" sz="2800" i="1"/>
              <a:t>A</a:t>
            </a:r>
            <a:r>
              <a:rPr lang="en-US" altLang="en-US" sz="2800"/>
              <a:t> o</a:t>
            </a:r>
            <a:r>
              <a:rPr lang="en-US" altLang="en-US" sz="2800">
                <a:sym typeface="Symbol" pitchFamily="2" charset="2"/>
              </a:rPr>
              <a:t> </a:t>
            </a:r>
            <a:r>
              <a:rPr lang="en-US" altLang="en-US" sz="2800" i="1">
                <a:sym typeface="Symbol" pitchFamily="2" charset="2"/>
              </a:rPr>
              <a:t>B</a:t>
            </a:r>
            <a:r>
              <a:rPr lang="en-US" altLang="en-US" sz="2800">
                <a:sym typeface="Symbol" pitchFamily="2" charset="2"/>
              </a:rPr>
              <a:t> iff </a:t>
            </a:r>
            <a:r>
              <a:rPr lang="en-US" altLang="en-US" sz="2800" i="1">
                <a:sym typeface="Symbol" pitchFamily="2" charset="2"/>
              </a:rPr>
              <a:t>B</a:t>
            </a:r>
            <a:r>
              <a:rPr lang="en-US" altLang="en-US" sz="2800">
                <a:sym typeface="Symbol" pitchFamily="2" charset="2"/>
              </a:rPr>
              <a:t> is not an ancestor of </a:t>
            </a:r>
            <a:r>
              <a:rPr lang="en-US" altLang="en-US" sz="2800" i="1">
                <a:sym typeface="Symbol" pitchFamily="2" charset="2"/>
              </a:rPr>
              <a:t>A</a:t>
            </a:r>
            <a:r>
              <a:rPr lang="en-US" altLang="en-US" sz="2800">
                <a:sym typeface="Symbol" pitchFamily="2" charset="2"/>
              </a:rPr>
              <a:t> in every </a:t>
            </a:r>
            <a:r>
              <a:rPr lang="en-US" altLang="en-US" sz="2800"/>
              <a:t>DAG in the I-equivalence class</a:t>
            </a:r>
            <a:r>
              <a:rPr lang="en-US" altLang="en-US" sz="2800" i="1"/>
              <a:t>.</a:t>
            </a:r>
          </a:p>
          <a:p>
            <a:pPr>
              <a:lnSpc>
                <a:spcPct val="90000"/>
              </a:lnSpc>
            </a:pPr>
            <a:r>
              <a:rPr lang="en-US" altLang="en-US" sz="2800" i="1"/>
              <a:t>A</a:t>
            </a:r>
            <a:r>
              <a:rPr lang="en-US" altLang="en-US" sz="2800"/>
              <a:t> o</a:t>
            </a:r>
            <a:r>
              <a:rPr lang="en-US" altLang="en-US" sz="2800">
                <a:sym typeface="Symbol" pitchFamily="2" charset="2"/>
              </a:rPr>
              <a:t></a:t>
            </a:r>
            <a:r>
              <a:rPr lang="en-US" altLang="en-US" sz="2800"/>
              <a:t>o </a:t>
            </a:r>
            <a:r>
              <a:rPr lang="en-US" altLang="en-US" sz="2800" i="1"/>
              <a:t>B</a:t>
            </a:r>
            <a:r>
              <a:rPr lang="en-US" altLang="en-US" sz="2800"/>
              <a:t> places no restriction on ancestor relations</a:t>
            </a:r>
          </a:p>
        </p:txBody>
      </p:sp>
      <p:sp>
        <p:nvSpPr>
          <p:cNvPr id="2" name="Slide Number Placeholder 1">
            <a:extLst>
              <a:ext uri="{FF2B5EF4-FFF2-40B4-BE49-F238E27FC236}">
                <a16:creationId xmlns:a16="http://schemas.microsoft.com/office/drawing/2014/main" id="{C27344CD-1654-7C48-93C1-D71DE758FC2D}"/>
              </a:ext>
            </a:extLst>
          </p:cNvPr>
          <p:cNvSpPr>
            <a:spLocks noGrp="1"/>
          </p:cNvSpPr>
          <p:nvPr>
            <p:ph type="sldNum" sz="quarter" idx="12"/>
          </p:nvPr>
        </p:nvSpPr>
        <p:spPr/>
        <p:txBody>
          <a:bodyPr/>
          <a:lstStyle/>
          <a:p>
            <a:fld id="{76749A6E-9360-A341-A128-CA2094A18C67}" type="slidenum">
              <a:rPr lang="en-US" altLang="en-US" smtClean="0"/>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BA1E-7B09-284A-0C6C-F5017BDC0030}"/>
              </a:ext>
            </a:extLst>
          </p:cNvPr>
          <p:cNvSpPr>
            <a:spLocks noGrp="1"/>
          </p:cNvSpPr>
          <p:nvPr>
            <p:ph type="title"/>
          </p:nvPr>
        </p:nvSpPr>
        <p:spPr/>
        <p:txBody>
          <a:bodyPr/>
          <a:lstStyle/>
          <a:p>
            <a:r>
              <a:rPr lang="en-US"/>
              <a:t>Non-local Orientation Rules</a:t>
            </a:r>
          </a:p>
        </p:txBody>
      </p:sp>
      <p:pic>
        <p:nvPicPr>
          <p:cNvPr id="8" name="Content Placeholder 7">
            <a:extLst>
              <a:ext uri="{FF2B5EF4-FFF2-40B4-BE49-F238E27FC236}">
                <a16:creationId xmlns:a16="http://schemas.microsoft.com/office/drawing/2014/main" id="{3C3445C6-138D-8606-F1B8-C8C3D812C959}"/>
              </a:ext>
            </a:extLst>
          </p:cNvPr>
          <p:cNvPicPr>
            <a:picLocks noGrp="1" noChangeAspect="1"/>
          </p:cNvPicPr>
          <p:nvPr>
            <p:ph idx="1"/>
          </p:nvPr>
        </p:nvPicPr>
        <p:blipFill>
          <a:blip r:embed="rId2"/>
          <a:stretch>
            <a:fillRect/>
          </a:stretch>
        </p:blipFill>
        <p:spPr>
          <a:xfrm>
            <a:off x="914400" y="3209880"/>
            <a:ext cx="10363200" cy="1581239"/>
          </a:xfrm>
        </p:spPr>
      </p:pic>
      <p:pic>
        <p:nvPicPr>
          <p:cNvPr id="9" name="Content Placeholder 7">
            <a:extLst>
              <a:ext uri="{FF2B5EF4-FFF2-40B4-BE49-F238E27FC236}">
                <a16:creationId xmlns:a16="http://schemas.microsoft.com/office/drawing/2014/main" id="{C53E9A7F-E9B3-4E63-A8E9-99C743A5A22A}"/>
              </a:ext>
            </a:extLst>
          </p:cNvPr>
          <p:cNvPicPr>
            <a:picLocks noChangeAspect="1"/>
          </p:cNvPicPr>
          <p:nvPr/>
        </p:nvPicPr>
        <p:blipFill>
          <a:blip r:embed="rId3"/>
          <a:stretch>
            <a:fillRect/>
          </a:stretch>
        </p:blipFill>
        <p:spPr bwMode="auto">
          <a:xfrm>
            <a:off x="3203121" y="1730374"/>
            <a:ext cx="5321300" cy="147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a:extLst>
              <a:ext uri="{FF2B5EF4-FFF2-40B4-BE49-F238E27FC236}">
                <a16:creationId xmlns:a16="http://schemas.microsoft.com/office/drawing/2014/main" id="{C0EA7BB2-EA95-C840-961A-7B8A8AC13D24}"/>
              </a:ext>
            </a:extLst>
          </p:cNvPr>
          <p:cNvSpPr>
            <a:spLocks noGrp="1"/>
          </p:cNvSpPr>
          <p:nvPr>
            <p:ph type="sldNum" sz="quarter" idx="12"/>
          </p:nvPr>
        </p:nvSpPr>
        <p:spPr/>
        <p:txBody>
          <a:bodyPr/>
          <a:lstStyle/>
          <a:p>
            <a:fld id="{76749A6E-9360-A341-A128-CA2094A18C67}" type="slidenum">
              <a:rPr lang="en-US" altLang="en-US" smtClean="0"/>
              <a:pPr/>
              <a:t>50</a:t>
            </a:fld>
            <a:endParaRPr lang="en-US" altLang="en-US"/>
          </a:p>
        </p:txBody>
      </p:sp>
    </p:spTree>
    <p:extLst>
      <p:ext uri="{BB962C8B-B14F-4D97-AF65-F5344CB8AC3E}">
        <p14:creationId xmlns:p14="http://schemas.microsoft.com/office/powerpoint/2010/main" val="3477511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F85AA-ED49-2692-E2FA-98812DE17D84}"/>
              </a:ext>
            </a:extLst>
          </p:cNvPr>
          <p:cNvSpPr>
            <a:spLocks noGrp="1"/>
          </p:cNvSpPr>
          <p:nvPr>
            <p:ph type="title"/>
          </p:nvPr>
        </p:nvSpPr>
        <p:spPr/>
        <p:txBody>
          <a:bodyPr/>
          <a:lstStyle/>
          <a:p>
            <a:r>
              <a:rPr lang="en-US"/>
              <a:t>FCI</a:t>
            </a:r>
          </a:p>
        </p:txBody>
      </p:sp>
      <p:pic>
        <p:nvPicPr>
          <p:cNvPr id="8" name="Content Placeholder 7">
            <a:extLst>
              <a:ext uri="{FF2B5EF4-FFF2-40B4-BE49-F238E27FC236}">
                <a16:creationId xmlns:a16="http://schemas.microsoft.com/office/drawing/2014/main" id="{0CC979B9-47DE-AF11-AE64-8BC77E8A40FA}"/>
              </a:ext>
            </a:extLst>
          </p:cNvPr>
          <p:cNvPicPr>
            <a:picLocks noGrp="1" noChangeAspect="1"/>
          </p:cNvPicPr>
          <p:nvPr>
            <p:ph idx="1"/>
          </p:nvPr>
        </p:nvPicPr>
        <p:blipFill>
          <a:blip r:embed="rId2"/>
          <a:stretch>
            <a:fillRect/>
          </a:stretch>
        </p:blipFill>
        <p:spPr>
          <a:xfrm>
            <a:off x="914400" y="2893690"/>
            <a:ext cx="10363200" cy="2213619"/>
          </a:xfrm>
        </p:spPr>
      </p:pic>
      <p:pic>
        <p:nvPicPr>
          <p:cNvPr id="9" name="Content Placeholder 10">
            <a:extLst>
              <a:ext uri="{FF2B5EF4-FFF2-40B4-BE49-F238E27FC236}">
                <a16:creationId xmlns:a16="http://schemas.microsoft.com/office/drawing/2014/main" id="{96C4846A-7D1A-6468-8B9C-5E85D7BF64C6}"/>
              </a:ext>
            </a:extLst>
          </p:cNvPr>
          <p:cNvPicPr>
            <a:picLocks noChangeAspect="1"/>
          </p:cNvPicPr>
          <p:nvPr/>
        </p:nvPicPr>
        <p:blipFill>
          <a:blip r:embed="rId3"/>
          <a:stretch>
            <a:fillRect/>
          </a:stretch>
        </p:blipFill>
        <p:spPr bwMode="auto">
          <a:xfrm>
            <a:off x="914400" y="5107309"/>
            <a:ext cx="103632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a:extLst>
              <a:ext uri="{FF2B5EF4-FFF2-40B4-BE49-F238E27FC236}">
                <a16:creationId xmlns:a16="http://schemas.microsoft.com/office/drawing/2014/main" id="{A7CA43D8-A863-0541-BA65-FD3A899F5741}"/>
              </a:ext>
            </a:extLst>
          </p:cNvPr>
          <p:cNvSpPr>
            <a:spLocks noGrp="1"/>
          </p:cNvSpPr>
          <p:nvPr>
            <p:ph type="sldNum" sz="quarter" idx="12"/>
          </p:nvPr>
        </p:nvSpPr>
        <p:spPr/>
        <p:txBody>
          <a:bodyPr/>
          <a:lstStyle/>
          <a:p>
            <a:fld id="{76749A6E-9360-A341-A128-CA2094A18C67}" type="slidenum">
              <a:rPr lang="en-US" altLang="en-US" smtClean="0"/>
              <a:pPr/>
              <a:t>51</a:t>
            </a:fld>
            <a:endParaRPr lang="en-US" altLang="en-US"/>
          </a:p>
        </p:txBody>
      </p:sp>
    </p:spTree>
    <p:extLst>
      <p:ext uri="{BB962C8B-B14F-4D97-AF65-F5344CB8AC3E}">
        <p14:creationId xmlns:p14="http://schemas.microsoft.com/office/powerpoint/2010/main" val="3267384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2">
            <a:extLst>
              <a:ext uri="{FF2B5EF4-FFF2-40B4-BE49-F238E27FC236}">
                <a16:creationId xmlns:a16="http://schemas.microsoft.com/office/drawing/2014/main" id="{6744FAF6-CC73-EF7F-31C2-BCF00019901D}"/>
              </a:ext>
            </a:extLst>
          </p:cNvPr>
          <p:cNvSpPr>
            <a:spLocks noGrp="1" noChangeArrowheads="1"/>
          </p:cNvSpPr>
          <p:nvPr>
            <p:ph type="title"/>
          </p:nvPr>
        </p:nvSpPr>
        <p:spPr/>
        <p:txBody>
          <a:bodyPr/>
          <a:lstStyle/>
          <a:p>
            <a:r>
              <a:rPr lang="en-US" altLang="en-US"/>
              <a:t>FCI Algorithm</a:t>
            </a:r>
          </a:p>
        </p:txBody>
      </p:sp>
      <p:sp>
        <p:nvSpPr>
          <p:cNvPr id="147458" name="Rectangle 3">
            <a:extLst>
              <a:ext uri="{FF2B5EF4-FFF2-40B4-BE49-F238E27FC236}">
                <a16:creationId xmlns:a16="http://schemas.microsoft.com/office/drawing/2014/main" id="{32F34FB7-503D-6A44-8E3B-EBE4C8C65BAB}"/>
              </a:ext>
            </a:extLst>
          </p:cNvPr>
          <p:cNvSpPr>
            <a:spLocks noGrp="1" noChangeArrowheads="1"/>
          </p:cNvSpPr>
          <p:nvPr>
            <p:ph type="body" idx="1"/>
          </p:nvPr>
        </p:nvSpPr>
        <p:spPr>
          <a:xfrm>
            <a:off x="1295399" y="1720850"/>
            <a:ext cx="8739249" cy="4549775"/>
          </a:xfrm>
        </p:spPr>
        <p:txBody>
          <a:bodyPr/>
          <a:lstStyle/>
          <a:p>
            <a:pPr>
              <a:defRPr/>
            </a:pPr>
            <a:r>
              <a:rPr lang="en-US" altLang="en-US" sz="1800" dirty="0">
                <a:latin typeface="+mj-lt"/>
              </a:rPr>
              <a:t>In the large sample limit, with probability 1, the output is a PAG that represents the true graph over</a:t>
            </a:r>
            <a:r>
              <a:rPr lang="en-US" altLang="en-US" sz="1800" b="1" dirty="0">
                <a:latin typeface="+mj-lt"/>
              </a:rPr>
              <a:t> O</a:t>
            </a:r>
            <a:endParaRPr lang="en-US" altLang="en-US" sz="1800" dirty="0">
              <a:latin typeface="+mj-lt"/>
            </a:endParaRPr>
          </a:p>
          <a:p>
            <a:pPr>
              <a:defRPr/>
            </a:pPr>
            <a:r>
              <a:rPr lang="en-US" altLang="en-US" sz="1800" dirty="0">
                <a:latin typeface="+mj-lt"/>
              </a:rPr>
              <a:t>If the algorithm needs to test high order conditional independence relations then</a:t>
            </a:r>
          </a:p>
          <a:p>
            <a:pPr lvl="1">
              <a:defRPr/>
            </a:pPr>
            <a:r>
              <a:rPr lang="en-US" altLang="en-US" sz="1600" dirty="0">
                <a:latin typeface="+mj-lt"/>
              </a:rPr>
              <a:t>Time consuming  - worst case number of conditional independence tests (complete PAG)</a:t>
            </a:r>
          </a:p>
          <a:p>
            <a:pPr lvl="1">
              <a:defRPr/>
            </a:pPr>
            <a:endParaRPr lang="en-US" altLang="en-US" sz="1600" dirty="0">
              <a:latin typeface="+mj-lt"/>
            </a:endParaRPr>
          </a:p>
          <a:p>
            <a:pPr lvl="1">
              <a:defRPr/>
            </a:pPr>
            <a:endParaRPr lang="en-US" altLang="en-US" sz="1600" dirty="0">
              <a:latin typeface="+mj-lt"/>
            </a:endParaRPr>
          </a:p>
          <a:p>
            <a:pPr lvl="1">
              <a:defRPr/>
            </a:pPr>
            <a:endParaRPr lang="en-US" altLang="en-US" sz="1600" dirty="0">
              <a:latin typeface="+mj-lt"/>
            </a:endParaRPr>
          </a:p>
          <a:p>
            <a:pPr lvl="1">
              <a:defRPr/>
            </a:pPr>
            <a:r>
              <a:rPr lang="en-US" altLang="en-US" sz="1600" dirty="0">
                <a:latin typeface="+mj-lt"/>
              </a:rPr>
              <a:t>Unreliable (low power of tests)</a:t>
            </a:r>
          </a:p>
          <a:p>
            <a:pPr lvl="1">
              <a:defRPr/>
            </a:pPr>
            <a:r>
              <a:rPr lang="en-US" altLang="en-US" sz="1600" dirty="0">
                <a:latin typeface="+mj-lt"/>
              </a:rPr>
              <a:t>Modified versions can halt at any given order of conditional independence test, at the cost of more “Can’t tell” answers. </a:t>
            </a:r>
          </a:p>
          <a:p>
            <a:pPr>
              <a:defRPr/>
            </a:pPr>
            <a:r>
              <a:rPr lang="en-US" altLang="en-US" sz="1800" dirty="0">
                <a:latin typeface="+mj-lt"/>
              </a:rPr>
              <a:t>Not useful information when each pair of variables have common hidden cause.</a:t>
            </a:r>
          </a:p>
          <a:p>
            <a:pPr>
              <a:defRPr/>
            </a:pPr>
            <a:r>
              <a:rPr lang="en-US" altLang="en-US" sz="1800" dirty="0">
                <a:latin typeface="+mj-lt"/>
              </a:rPr>
              <a:t>There is a provably correct score-based search, but it outputs “can’t tell” in most cases</a:t>
            </a:r>
          </a:p>
        </p:txBody>
      </p:sp>
      <p:graphicFrame>
        <p:nvGraphicFramePr>
          <p:cNvPr id="256003" name="Object 4">
            <a:extLst>
              <a:ext uri="{FF2B5EF4-FFF2-40B4-BE49-F238E27FC236}">
                <a16:creationId xmlns:a16="http://schemas.microsoft.com/office/drawing/2014/main" id="{8BDCF6F0-7448-7869-6E1E-21D731BFBF9F}"/>
              </a:ext>
            </a:extLst>
          </p:cNvPr>
          <p:cNvGraphicFramePr>
            <a:graphicFrameLocks noChangeAspect="1"/>
          </p:cNvGraphicFramePr>
          <p:nvPr/>
        </p:nvGraphicFramePr>
        <p:xfrm>
          <a:off x="2719387" y="2853481"/>
          <a:ext cx="1470025" cy="892175"/>
        </p:xfrm>
        <a:graphic>
          <a:graphicData uri="http://schemas.openxmlformats.org/presentationml/2006/ole">
            <mc:AlternateContent xmlns:mc="http://schemas.openxmlformats.org/markup-compatibility/2006">
              <mc:Choice xmlns:v="urn:schemas-microsoft-com:vml" Requires="v">
                <p:oleObj spid="_x0000_s5123" name="Equation" r:id="rId4" imgW="8382000" imgH="5080000" progId="Equation.DSMT4">
                  <p:embed/>
                </p:oleObj>
              </mc:Choice>
              <mc:Fallback>
                <p:oleObj name="Equation" r:id="rId4" imgW="8382000" imgH="5080000" progId="Equation.DSMT4">
                  <p:embed/>
                  <p:pic>
                    <p:nvPicPr>
                      <p:cNvPr id="256003" name="Object 4">
                        <a:extLst>
                          <a:ext uri="{FF2B5EF4-FFF2-40B4-BE49-F238E27FC236}">
                            <a16:creationId xmlns:a16="http://schemas.microsoft.com/office/drawing/2014/main" id="{8BDCF6F0-7448-7869-6E1E-21D731BFBF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9387" y="2853481"/>
                        <a:ext cx="1470025"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AF7B47B9-1453-0842-AB01-741E9C2E41BF}"/>
              </a:ext>
            </a:extLst>
          </p:cNvPr>
          <p:cNvSpPr>
            <a:spLocks noGrp="1"/>
          </p:cNvSpPr>
          <p:nvPr>
            <p:ph type="sldNum" sz="quarter" idx="12"/>
          </p:nvPr>
        </p:nvSpPr>
        <p:spPr/>
        <p:txBody>
          <a:bodyPr/>
          <a:lstStyle/>
          <a:p>
            <a:fld id="{76749A6E-9360-A341-A128-CA2094A18C67}" type="slidenum">
              <a:rPr lang="en-US" altLang="en-US" smtClean="0"/>
              <a:pPr/>
              <a:t>52</a:t>
            </a:fld>
            <a:endParaRPr lang="en-US" altLang="en-US"/>
          </a:p>
        </p:txBody>
      </p:sp>
    </p:spTree>
    <p:extLst>
      <p:ext uri="{BB962C8B-B14F-4D97-AF65-F5344CB8AC3E}">
        <p14:creationId xmlns:p14="http://schemas.microsoft.com/office/powerpoint/2010/main" val="12526781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Content Placeholder 2">
            <a:extLst>
              <a:ext uri="{FF2B5EF4-FFF2-40B4-BE49-F238E27FC236}">
                <a16:creationId xmlns:a16="http://schemas.microsoft.com/office/drawing/2014/main" id="{4EBD3BC5-E71A-2C4D-B3B1-AE24BCAF8911}"/>
              </a:ext>
            </a:extLst>
          </p:cNvPr>
          <p:cNvSpPr>
            <a:spLocks noGrp="1" noChangeArrowheads="1"/>
          </p:cNvSpPr>
          <p:nvPr>
            <p:ph type="body" sz="half" idx="1"/>
          </p:nvPr>
        </p:nvSpPr>
        <p:spPr>
          <a:xfrm>
            <a:off x="1335881" y="2015067"/>
            <a:ext cx="9520238" cy="4114800"/>
          </a:xfrm>
        </p:spPr>
        <p:txBody>
          <a:bodyPr>
            <a:normAutofit fontScale="92500" lnSpcReduction="10000"/>
          </a:bodyPr>
          <a:lstStyle/>
          <a:p>
            <a:pPr marL="651875" indent="-428625">
              <a:spcBef>
                <a:spcPts val="0"/>
              </a:spcBef>
              <a:buClr>
                <a:schemeClr val="tx1"/>
              </a:buClr>
              <a:buFont typeface="Arial" panose="020B0604020202020204" pitchFamily="34" charset="0"/>
              <a:buChar char="•"/>
              <a:defRPr sz="3300">
                <a:latin typeface="Baskerville"/>
                <a:ea typeface="Baskerville"/>
                <a:cs typeface="Baskerville"/>
                <a:sym typeface="Baskerville"/>
              </a:defRPr>
            </a:pPr>
            <a:r>
              <a:rPr lang="en-US" sz="3600" dirty="0">
                <a:effectLst/>
                <a:latin typeface="Times New Roman" panose="02020603050405020304" pitchFamily="18" charset="0"/>
                <a:cs typeface="Times New Roman" panose="02020603050405020304" pitchFamily="18" charset="0"/>
              </a:rPr>
              <a:t>FCI provides asymptotically correct results even if there are latent confounders and selection bias and missing values (</a:t>
            </a:r>
            <a:r>
              <a:rPr lang="en-US" sz="3600" dirty="0" err="1">
                <a:effectLst/>
                <a:latin typeface="Times New Roman" panose="02020603050405020304" pitchFamily="18" charset="0"/>
                <a:cs typeface="Times New Roman" panose="02020603050405020304" pitchFamily="18" charset="0"/>
              </a:rPr>
              <a:t>Spirtes</a:t>
            </a:r>
            <a:r>
              <a:rPr lang="en-US" sz="3600" dirty="0">
                <a:effectLst/>
                <a:latin typeface="Times New Roman" panose="02020603050405020304" pitchFamily="18" charset="0"/>
                <a:cs typeface="Times New Roman" panose="02020603050405020304" pitchFamily="18" charset="0"/>
              </a:rPr>
              <a:t> et al., 1993)</a:t>
            </a:r>
          </a:p>
          <a:p>
            <a:pPr marL="651875" indent="-428625">
              <a:spcBef>
                <a:spcPts val="0"/>
              </a:spcBef>
              <a:buClr>
                <a:schemeClr val="tx1"/>
              </a:buClr>
              <a:buFont typeface="Arial" panose="020B0604020202020204" pitchFamily="34" charset="0"/>
              <a:buChar char="•"/>
              <a:defRPr sz="3300">
                <a:latin typeface="Baskerville"/>
                <a:ea typeface="Baskerville"/>
                <a:cs typeface="Baskerville"/>
                <a:sym typeface="Baskerville"/>
              </a:defRPr>
            </a:pPr>
            <a:r>
              <a:rPr lang="en-US" sz="3600" dirty="0">
                <a:effectLst/>
                <a:latin typeface="Times New Roman" panose="02020603050405020304" pitchFamily="18" charset="0"/>
                <a:cs typeface="Times New Roman" panose="02020603050405020304" pitchFamily="18" charset="0"/>
              </a:rPr>
              <a:t>Output is an (infinite) Markov equivlence class of DAGs that may contain latent variables – less informative than PC. </a:t>
            </a:r>
          </a:p>
          <a:p>
            <a:pPr marL="651875" indent="-428625">
              <a:spcBef>
                <a:spcPts val="0"/>
              </a:spcBef>
              <a:buClr>
                <a:schemeClr val="tx1"/>
              </a:buClr>
              <a:buFont typeface="Arial" panose="020B0604020202020204" pitchFamily="34" charset="0"/>
              <a:buChar char="•"/>
              <a:defRPr sz="3300">
                <a:latin typeface="Baskerville"/>
                <a:ea typeface="Baskerville"/>
                <a:cs typeface="Baskerville"/>
                <a:sym typeface="Baskerville"/>
              </a:defRPr>
            </a:pPr>
            <a:r>
              <a:rPr lang="en-US" sz="3600" dirty="0">
                <a:effectLst/>
                <a:latin typeface="Times New Roman" panose="02020603050405020304" pitchFamily="18" charset="0"/>
                <a:cs typeface="Times New Roman" panose="02020603050405020304" pitchFamily="18" charset="0"/>
              </a:rPr>
              <a:t>Relies on causal Markov condition + faithfulness assumption</a:t>
            </a:r>
          </a:p>
          <a:p>
            <a:pPr marL="651875" indent="-428625">
              <a:spcBef>
                <a:spcPts val="0"/>
              </a:spcBef>
              <a:buClr>
                <a:schemeClr val="tx1"/>
              </a:buClr>
              <a:buFont typeface="Arial" panose="020B0604020202020204" pitchFamily="34" charset="0"/>
              <a:buChar char="•"/>
              <a:defRPr sz="3300">
                <a:latin typeface="Baskerville"/>
                <a:ea typeface="Baskerville"/>
                <a:cs typeface="Baskerville"/>
                <a:sym typeface="Baskerville"/>
              </a:defRPr>
            </a:pPr>
            <a:r>
              <a:rPr lang="en-US" sz="3600" dirty="0">
                <a:effectLst/>
                <a:latin typeface="Times New Roman" panose="02020603050405020304" pitchFamily="18" charset="0"/>
                <a:cs typeface="Times New Roman" panose="02020603050405020304" pitchFamily="18" charset="0"/>
              </a:rPr>
              <a:t>Removal of adjacencies and orientations are no longer completely local – slower than PC. </a:t>
            </a:r>
          </a:p>
        </p:txBody>
      </p:sp>
      <p:sp>
        <p:nvSpPr>
          <p:cNvPr id="195585" name="Title 1">
            <a:extLst>
              <a:ext uri="{FF2B5EF4-FFF2-40B4-BE49-F238E27FC236}">
                <a16:creationId xmlns:a16="http://schemas.microsoft.com/office/drawing/2014/main" id="{2CA46F53-4125-8F0F-67BF-00E2C28F8D31}"/>
              </a:ext>
            </a:extLst>
          </p:cNvPr>
          <p:cNvSpPr>
            <a:spLocks noGrp="1" noChangeArrowheads="1"/>
          </p:cNvSpPr>
          <p:nvPr>
            <p:ph type="title"/>
          </p:nvPr>
        </p:nvSpPr>
        <p:spPr>
          <a:xfrm>
            <a:off x="2209800" y="533400"/>
            <a:ext cx="8178800" cy="990600"/>
          </a:xfrm>
        </p:spPr>
        <p:txBody>
          <a:bodyPr>
            <a:normAutofit/>
          </a:bodyPr>
          <a:lstStyle/>
          <a:p>
            <a:r>
              <a:rPr lang="en-US" altLang="en-US" sz="5400">
                <a:latin typeface="Times New Roman" panose="02020603050405020304" pitchFamily="18" charset="0"/>
                <a:cs typeface="Times New Roman" panose="02020603050405020304" pitchFamily="18" charset="0"/>
              </a:rPr>
              <a:t>Properties of FCI</a:t>
            </a:r>
          </a:p>
        </p:txBody>
      </p:sp>
      <p:sp>
        <p:nvSpPr>
          <p:cNvPr id="2" name="Slide Number Placeholder 1">
            <a:extLst>
              <a:ext uri="{FF2B5EF4-FFF2-40B4-BE49-F238E27FC236}">
                <a16:creationId xmlns:a16="http://schemas.microsoft.com/office/drawing/2014/main" id="{FAB80512-4575-A140-A7EC-5E75F51B5DFE}"/>
              </a:ext>
            </a:extLst>
          </p:cNvPr>
          <p:cNvSpPr>
            <a:spLocks noGrp="1"/>
          </p:cNvSpPr>
          <p:nvPr>
            <p:ph type="sldNum" sz="quarter" idx="12"/>
          </p:nvPr>
        </p:nvSpPr>
        <p:spPr/>
        <p:txBody>
          <a:bodyPr/>
          <a:lstStyle/>
          <a:p>
            <a:fld id="{76749A6E-9360-A341-A128-CA2094A18C67}" type="slidenum">
              <a:rPr lang="en-US" altLang="en-US" smtClean="0"/>
              <a:pPr/>
              <a:t>53</a:t>
            </a:fld>
            <a:endParaRPr lang="en-US" altLang="en-US"/>
          </a:p>
        </p:txBody>
      </p:sp>
    </p:spTree>
    <p:extLst>
      <p:ext uri="{BB962C8B-B14F-4D97-AF65-F5344CB8AC3E}">
        <p14:creationId xmlns:p14="http://schemas.microsoft.com/office/powerpoint/2010/main" val="1894937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2">
            <a:extLst>
              <a:ext uri="{FF2B5EF4-FFF2-40B4-BE49-F238E27FC236}">
                <a16:creationId xmlns:a16="http://schemas.microsoft.com/office/drawing/2014/main" id="{917139B5-53CF-FAA9-F873-F556F9213FCF}"/>
              </a:ext>
            </a:extLst>
          </p:cNvPr>
          <p:cNvSpPr>
            <a:spLocks noGrp="1" noChangeArrowheads="1"/>
          </p:cNvSpPr>
          <p:nvPr>
            <p:ph type="title"/>
          </p:nvPr>
        </p:nvSpPr>
        <p:spPr/>
        <p:txBody>
          <a:bodyPr/>
          <a:lstStyle/>
          <a:p>
            <a:r>
              <a:rPr lang="en-US" altLang="en-US"/>
              <a:t>Output for College Plans </a:t>
            </a:r>
          </a:p>
        </p:txBody>
      </p:sp>
      <p:sp>
        <p:nvSpPr>
          <p:cNvPr id="174094" name="Text Box 14">
            <a:extLst>
              <a:ext uri="{FF2B5EF4-FFF2-40B4-BE49-F238E27FC236}">
                <a16:creationId xmlns:a16="http://schemas.microsoft.com/office/drawing/2014/main" id="{3AA2698B-6009-6547-B06E-5431028780ED}"/>
              </a:ext>
            </a:extLst>
          </p:cNvPr>
          <p:cNvSpPr txBox="1">
            <a:spLocks noChangeArrowheads="1"/>
          </p:cNvSpPr>
          <p:nvPr/>
        </p:nvSpPr>
        <p:spPr bwMode="auto">
          <a:xfrm>
            <a:off x="2205039" y="1585913"/>
            <a:ext cx="4791075"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SES</a:t>
            </a:r>
          </a:p>
          <a:p>
            <a:pPr eaLnBrk="0" fontAlgn="base" hangingPunct="0">
              <a:spcBef>
                <a:spcPct val="0"/>
              </a:spcBef>
              <a:spcAft>
                <a:spcPct val="0"/>
              </a:spcAft>
              <a:defRPr/>
            </a:pP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SEX                      PE                     CP</a:t>
            </a:r>
          </a:p>
          <a:p>
            <a:pPr eaLnBrk="0" fontAlgn="base" hangingPunct="0">
              <a:spcBef>
                <a:spcPct val="0"/>
              </a:spcBef>
              <a:spcAft>
                <a:spcPct val="0"/>
              </a:spcAft>
              <a:defRPr/>
            </a:pPr>
            <a:endParaRPr lang="en-US" altLang="en-US" sz="2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endParaRPr lang="en-US" altLang="en-US" sz="2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58051" name="Line 15">
            <a:extLst>
              <a:ext uri="{FF2B5EF4-FFF2-40B4-BE49-F238E27FC236}">
                <a16:creationId xmlns:a16="http://schemas.microsoft.com/office/drawing/2014/main" id="{7B8DE180-71D6-E3B1-E782-438A02882636}"/>
              </a:ext>
            </a:extLst>
          </p:cNvPr>
          <p:cNvSpPr>
            <a:spLocks noChangeShapeType="1"/>
          </p:cNvSpPr>
          <p:nvPr/>
        </p:nvSpPr>
        <p:spPr bwMode="auto">
          <a:xfrm flipV="1">
            <a:off x="3057525" y="3097213"/>
            <a:ext cx="2840038" cy="1033462"/>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52" name="Line 16">
            <a:extLst>
              <a:ext uri="{FF2B5EF4-FFF2-40B4-BE49-F238E27FC236}">
                <a16:creationId xmlns:a16="http://schemas.microsoft.com/office/drawing/2014/main" id="{6818C0BA-B402-E396-94B3-8F67D12BC0C1}"/>
              </a:ext>
            </a:extLst>
          </p:cNvPr>
          <p:cNvSpPr>
            <a:spLocks noChangeShapeType="1"/>
          </p:cNvSpPr>
          <p:nvPr/>
        </p:nvSpPr>
        <p:spPr bwMode="auto">
          <a:xfrm>
            <a:off x="4667251" y="2974975"/>
            <a:ext cx="10969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53" name="Line 17">
            <a:extLst>
              <a:ext uri="{FF2B5EF4-FFF2-40B4-BE49-F238E27FC236}">
                <a16:creationId xmlns:a16="http://schemas.microsoft.com/office/drawing/2014/main" id="{17B13D9B-67C9-13CD-14A1-D046EEA37B3A}"/>
              </a:ext>
            </a:extLst>
          </p:cNvPr>
          <p:cNvSpPr>
            <a:spLocks noChangeShapeType="1"/>
          </p:cNvSpPr>
          <p:nvPr/>
        </p:nvSpPr>
        <p:spPr bwMode="auto">
          <a:xfrm>
            <a:off x="3049588" y="3003550"/>
            <a:ext cx="11049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54" name="Line 19">
            <a:extLst>
              <a:ext uri="{FF2B5EF4-FFF2-40B4-BE49-F238E27FC236}">
                <a16:creationId xmlns:a16="http://schemas.microsoft.com/office/drawing/2014/main" id="{1248FF2D-2562-1E15-0812-CC41B67197C0}"/>
              </a:ext>
            </a:extLst>
          </p:cNvPr>
          <p:cNvSpPr>
            <a:spLocks noChangeShapeType="1"/>
          </p:cNvSpPr>
          <p:nvPr/>
        </p:nvSpPr>
        <p:spPr bwMode="auto">
          <a:xfrm>
            <a:off x="3152775" y="1847851"/>
            <a:ext cx="2668588" cy="1025525"/>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55" name="Line 20">
            <a:extLst>
              <a:ext uri="{FF2B5EF4-FFF2-40B4-BE49-F238E27FC236}">
                <a16:creationId xmlns:a16="http://schemas.microsoft.com/office/drawing/2014/main" id="{D89911EE-79B8-AC47-7CB2-A84724A0A20B}"/>
              </a:ext>
            </a:extLst>
          </p:cNvPr>
          <p:cNvSpPr>
            <a:spLocks noChangeShapeType="1"/>
          </p:cNvSpPr>
          <p:nvPr/>
        </p:nvSpPr>
        <p:spPr bwMode="auto">
          <a:xfrm>
            <a:off x="3033713" y="1930400"/>
            <a:ext cx="1401762" cy="896938"/>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56" name="Line 23">
            <a:extLst>
              <a:ext uri="{FF2B5EF4-FFF2-40B4-BE49-F238E27FC236}">
                <a16:creationId xmlns:a16="http://schemas.microsoft.com/office/drawing/2014/main" id="{B7732C7E-92D3-E391-51C1-05268C458F45}"/>
              </a:ext>
            </a:extLst>
          </p:cNvPr>
          <p:cNvSpPr>
            <a:spLocks noChangeShapeType="1"/>
          </p:cNvSpPr>
          <p:nvPr/>
        </p:nvSpPr>
        <p:spPr bwMode="auto">
          <a:xfrm flipV="1">
            <a:off x="2927350" y="3194051"/>
            <a:ext cx="1403350" cy="847725"/>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57" name="Text Box 26">
            <a:extLst>
              <a:ext uri="{FF2B5EF4-FFF2-40B4-BE49-F238E27FC236}">
                <a16:creationId xmlns:a16="http://schemas.microsoft.com/office/drawing/2014/main" id="{11DA2BB9-6DBE-2182-582C-63579EB6A9B1}"/>
              </a:ext>
            </a:extLst>
          </p:cNvPr>
          <p:cNvSpPr txBox="1">
            <a:spLocks noChangeArrowheads="1"/>
          </p:cNvSpPr>
          <p:nvPr/>
        </p:nvSpPr>
        <p:spPr bwMode="auto">
          <a:xfrm>
            <a:off x="2193926" y="1704976"/>
            <a:ext cx="404813"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000">
                <a:solidFill>
                  <a:srgbClr val="FFFFFF"/>
                </a:solidFill>
                <a:latin typeface="Times New Roman" panose="02020603050405020304" pitchFamily="18" charset="0"/>
                <a:ea typeface="ＭＳ Ｐゴシック" panose="020B0600070205080204" pitchFamily="34" charset="-128"/>
              </a:rPr>
              <a:t>o</a:t>
            </a:r>
          </a:p>
        </p:txBody>
      </p:sp>
      <p:sp>
        <p:nvSpPr>
          <p:cNvPr id="258058" name="Text Box 27">
            <a:extLst>
              <a:ext uri="{FF2B5EF4-FFF2-40B4-BE49-F238E27FC236}">
                <a16:creationId xmlns:a16="http://schemas.microsoft.com/office/drawing/2014/main" id="{34B2B295-D423-9CB1-7519-7575AF929318}"/>
              </a:ext>
            </a:extLst>
          </p:cNvPr>
          <p:cNvSpPr txBox="1">
            <a:spLocks noChangeArrowheads="1"/>
          </p:cNvSpPr>
          <p:nvPr/>
        </p:nvSpPr>
        <p:spPr bwMode="auto">
          <a:xfrm>
            <a:off x="2346326" y="3927476"/>
            <a:ext cx="404813"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000">
                <a:solidFill>
                  <a:srgbClr val="FFFFFF"/>
                </a:solidFill>
                <a:latin typeface="Times New Roman" panose="02020603050405020304" pitchFamily="18" charset="0"/>
                <a:ea typeface="ＭＳ Ｐゴシック" panose="020B0600070205080204" pitchFamily="34" charset="-128"/>
              </a:rPr>
              <a:t>o</a:t>
            </a:r>
          </a:p>
        </p:txBody>
      </p:sp>
      <p:sp>
        <p:nvSpPr>
          <p:cNvPr id="174117" name="Text Box 37">
            <a:extLst>
              <a:ext uri="{FF2B5EF4-FFF2-40B4-BE49-F238E27FC236}">
                <a16:creationId xmlns:a16="http://schemas.microsoft.com/office/drawing/2014/main" id="{9A9AEAEE-99C7-A14F-87EE-0A2C3CABD861}"/>
              </a:ext>
            </a:extLst>
          </p:cNvPr>
          <p:cNvSpPr txBox="1">
            <a:spLocks noChangeArrowheads="1"/>
          </p:cNvSpPr>
          <p:nvPr/>
        </p:nvSpPr>
        <p:spPr bwMode="auto">
          <a:xfrm>
            <a:off x="6502401" y="1484313"/>
            <a:ext cx="4056063"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0" fontAlgn="base" hangingPunct="0">
              <a:spcBef>
                <a:spcPct val="0"/>
              </a:spcBef>
              <a:spcAft>
                <a:spcPct val="0"/>
              </a:spcAft>
              <a:defRPr/>
            </a:pPr>
            <a:r>
              <a:rPr lang="en-US" altLang="en-US" sz="2400" i="1">
                <a:solidFill>
                  <a:srgbClr val="FFFFFF"/>
                </a:solidFill>
                <a:latin typeface="Times" pitchFamily="2" charset="0"/>
                <a:ea typeface="ＭＳ Ｐゴシック" panose="020B0600070205080204" pitchFamily="34" charset="-128"/>
              </a:rPr>
              <a:t>   </a:t>
            </a: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SES</a:t>
            </a:r>
          </a:p>
          <a:p>
            <a:pPr eaLnBrk="0" fontAlgn="base" hangingPunct="0">
              <a:spcBef>
                <a:spcPct val="0"/>
              </a:spcBef>
              <a:spcAft>
                <a:spcPct val="0"/>
              </a:spcAft>
              <a:defRPr/>
            </a:pPr>
            <a:endPar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SEX                      PE                     CP</a:t>
            </a:r>
          </a:p>
          <a:p>
            <a:pPr eaLnBrk="0" fontAlgn="base" hangingPunct="0">
              <a:spcBef>
                <a:spcPct val="0"/>
              </a:spcBef>
              <a:spcAft>
                <a:spcPct val="0"/>
              </a:spcAft>
              <a:defRPr/>
            </a:pPr>
            <a:endParaRPr lang="en-US" altLang="en-US" sz="2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a:t>
            </a:r>
          </a:p>
          <a:p>
            <a:pPr eaLnBrk="0" fontAlgn="base" hangingPunct="0">
              <a:spcBef>
                <a:spcPct val="0"/>
              </a:spcBef>
              <a:spcAft>
                <a:spcPct val="0"/>
              </a:spcAft>
              <a:defRPr/>
            </a:pPr>
            <a:endParaRPr lang="en-US" altLang="en-US" sz="2400"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endParaRPr>
          </a:p>
          <a:p>
            <a:pPr eaLnBrk="0" fontAlgn="base" hangingPunct="0">
              <a:spcBef>
                <a:spcPct val="0"/>
              </a:spcBef>
              <a:spcAft>
                <a:spcPct val="0"/>
              </a:spcAft>
              <a:defRPr/>
            </a:pPr>
            <a:r>
              <a:rPr lang="en-US" altLang="en-US" i="1">
                <a:solidFill>
                  <a:srgbClr val="FFFFFF"/>
                </a:solidFill>
                <a:effectLst>
                  <a:outerShdw blurRad="38100" dist="38100" dir="2700000" algn="tl">
                    <a:srgbClr val="000000"/>
                  </a:outerShdw>
                </a:effectLst>
                <a:latin typeface="Times" pitchFamily="2" charset="0"/>
                <a:ea typeface="ＭＳ Ｐゴシック" panose="020B0600070205080204" pitchFamily="34" charset="-128"/>
              </a:rPr>
              <a:t>     IQ</a:t>
            </a:r>
          </a:p>
        </p:txBody>
      </p:sp>
      <p:sp>
        <p:nvSpPr>
          <p:cNvPr id="258060" name="Line 38">
            <a:extLst>
              <a:ext uri="{FF2B5EF4-FFF2-40B4-BE49-F238E27FC236}">
                <a16:creationId xmlns:a16="http://schemas.microsoft.com/office/drawing/2014/main" id="{F6FFD030-8AB2-A207-5FBC-BE919E6791AE}"/>
              </a:ext>
            </a:extLst>
          </p:cNvPr>
          <p:cNvSpPr>
            <a:spLocks noChangeShapeType="1"/>
          </p:cNvSpPr>
          <p:nvPr/>
        </p:nvSpPr>
        <p:spPr bwMode="auto">
          <a:xfrm flipV="1">
            <a:off x="7354889" y="2995613"/>
            <a:ext cx="2840037" cy="10334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1" name="Line 39">
            <a:extLst>
              <a:ext uri="{FF2B5EF4-FFF2-40B4-BE49-F238E27FC236}">
                <a16:creationId xmlns:a16="http://schemas.microsoft.com/office/drawing/2014/main" id="{7CD62A75-5539-9120-6571-E0F6400CE132}"/>
              </a:ext>
            </a:extLst>
          </p:cNvPr>
          <p:cNvSpPr>
            <a:spLocks noChangeShapeType="1"/>
          </p:cNvSpPr>
          <p:nvPr/>
        </p:nvSpPr>
        <p:spPr bwMode="auto">
          <a:xfrm>
            <a:off x="8964613" y="2873375"/>
            <a:ext cx="109696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2" name="Line 41">
            <a:extLst>
              <a:ext uri="{FF2B5EF4-FFF2-40B4-BE49-F238E27FC236}">
                <a16:creationId xmlns:a16="http://schemas.microsoft.com/office/drawing/2014/main" id="{9553E932-A94E-4F8D-5473-22F257FF815E}"/>
              </a:ext>
            </a:extLst>
          </p:cNvPr>
          <p:cNvSpPr>
            <a:spLocks noChangeShapeType="1"/>
          </p:cNvSpPr>
          <p:nvPr/>
        </p:nvSpPr>
        <p:spPr bwMode="auto">
          <a:xfrm>
            <a:off x="7450139" y="1736726"/>
            <a:ext cx="2668587" cy="10255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3" name="Line 42">
            <a:extLst>
              <a:ext uri="{FF2B5EF4-FFF2-40B4-BE49-F238E27FC236}">
                <a16:creationId xmlns:a16="http://schemas.microsoft.com/office/drawing/2014/main" id="{00005B7F-D31E-47C6-7045-679E21B5CEB9}"/>
              </a:ext>
            </a:extLst>
          </p:cNvPr>
          <p:cNvSpPr>
            <a:spLocks noChangeShapeType="1"/>
          </p:cNvSpPr>
          <p:nvPr/>
        </p:nvSpPr>
        <p:spPr bwMode="auto">
          <a:xfrm>
            <a:off x="7331076" y="1819275"/>
            <a:ext cx="1401763" cy="8969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4" name="Line 43">
            <a:extLst>
              <a:ext uri="{FF2B5EF4-FFF2-40B4-BE49-F238E27FC236}">
                <a16:creationId xmlns:a16="http://schemas.microsoft.com/office/drawing/2014/main" id="{7836DC47-0A6B-0B58-1F2F-8A7E64441738}"/>
              </a:ext>
            </a:extLst>
          </p:cNvPr>
          <p:cNvSpPr>
            <a:spLocks noChangeShapeType="1"/>
          </p:cNvSpPr>
          <p:nvPr/>
        </p:nvSpPr>
        <p:spPr bwMode="auto">
          <a:xfrm flipV="1">
            <a:off x="7224713" y="3082926"/>
            <a:ext cx="1403350" cy="8477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5" name="Text Box 44">
            <a:extLst>
              <a:ext uri="{FF2B5EF4-FFF2-40B4-BE49-F238E27FC236}">
                <a16:creationId xmlns:a16="http://schemas.microsoft.com/office/drawing/2014/main" id="{21DE51F8-8BD0-ED98-999F-C87BEF988CDC}"/>
              </a:ext>
            </a:extLst>
          </p:cNvPr>
          <p:cNvSpPr txBox="1">
            <a:spLocks noChangeArrowheads="1"/>
          </p:cNvSpPr>
          <p:nvPr/>
        </p:nvSpPr>
        <p:spPr bwMode="auto">
          <a:xfrm>
            <a:off x="6491288" y="1603376"/>
            <a:ext cx="404812"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000">
                <a:solidFill>
                  <a:srgbClr val="FFFFFF"/>
                </a:solidFill>
                <a:latin typeface="Times New Roman" panose="02020603050405020304" pitchFamily="18" charset="0"/>
                <a:ea typeface="ＭＳ Ｐゴシック" panose="020B0600070205080204" pitchFamily="34" charset="-128"/>
              </a:rPr>
              <a:t>o</a:t>
            </a:r>
          </a:p>
        </p:txBody>
      </p:sp>
      <p:sp>
        <p:nvSpPr>
          <p:cNvPr id="258066" name="Text Box 45">
            <a:extLst>
              <a:ext uri="{FF2B5EF4-FFF2-40B4-BE49-F238E27FC236}">
                <a16:creationId xmlns:a16="http://schemas.microsoft.com/office/drawing/2014/main" id="{B56F5285-22A1-BAED-4BC0-0ACC8E35223A}"/>
              </a:ext>
            </a:extLst>
          </p:cNvPr>
          <p:cNvSpPr txBox="1">
            <a:spLocks noChangeArrowheads="1"/>
          </p:cNvSpPr>
          <p:nvPr/>
        </p:nvSpPr>
        <p:spPr bwMode="auto">
          <a:xfrm>
            <a:off x="6643688" y="3825876"/>
            <a:ext cx="404812"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000">
                <a:solidFill>
                  <a:srgbClr val="FFFFFF"/>
                </a:solidFill>
                <a:latin typeface="Times New Roman" panose="02020603050405020304" pitchFamily="18" charset="0"/>
                <a:ea typeface="ＭＳ Ｐゴシック" panose="020B0600070205080204" pitchFamily="34" charset="-128"/>
              </a:rPr>
              <a:t>o</a:t>
            </a:r>
          </a:p>
        </p:txBody>
      </p:sp>
      <p:sp>
        <p:nvSpPr>
          <p:cNvPr id="258067" name="Line 49">
            <a:extLst>
              <a:ext uri="{FF2B5EF4-FFF2-40B4-BE49-F238E27FC236}">
                <a16:creationId xmlns:a16="http://schemas.microsoft.com/office/drawing/2014/main" id="{6FD9806A-235E-C152-85E0-AFE309FB8A7A}"/>
              </a:ext>
            </a:extLst>
          </p:cNvPr>
          <p:cNvSpPr>
            <a:spLocks noChangeShapeType="1"/>
          </p:cNvSpPr>
          <p:nvPr/>
        </p:nvSpPr>
        <p:spPr bwMode="auto">
          <a:xfrm>
            <a:off x="6659563" y="1878013"/>
            <a:ext cx="138112" cy="20875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8" name="Line 50">
            <a:extLst>
              <a:ext uri="{FF2B5EF4-FFF2-40B4-BE49-F238E27FC236}">
                <a16:creationId xmlns:a16="http://schemas.microsoft.com/office/drawing/2014/main" id="{74E394AB-62CD-BB36-DCC8-9FD7A4AF8B02}"/>
              </a:ext>
            </a:extLst>
          </p:cNvPr>
          <p:cNvSpPr>
            <a:spLocks noChangeShapeType="1"/>
          </p:cNvSpPr>
          <p:nvPr/>
        </p:nvSpPr>
        <p:spPr bwMode="auto">
          <a:xfrm>
            <a:off x="2357438" y="2003426"/>
            <a:ext cx="138112" cy="20875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Times New Roman" panose="02020603050405020304" pitchFamily="18" charset="0"/>
              <a:ea typeface="ＭＳ Ｐゴシック" panose="020B0600070205080204" pitchFamily="34" charset="-128"/>
            </a:endParaRPr>
          </a:p>
        </p:txBody>
      </p:sp>
      <p:sp>
        <p:nvSpPr>
          <p:cNvPr id="258069" name="Text Box 51">
            <a:extLst>
              <a:ext uri="{FF2B5EF4-FFF2-40B4-BE49-F238E27FC236}">
                <a16:creationId xmlns:a16="http://schemas.microsoft.com/office/drawing/2014/main" id="{0D84F9A4-35D5-394B-F90B-DEA5423B4BBE}"/>
              </a:ext>
            </a:extLst>
          </p:cNvPr>
          <p:cNvSpPr txBox="1">
            <a:spLocks noChangeArrowheads="1"/>
          </p:cNvSpPr>
          <p:nvPr/>
        </p:nvSpPr>
        <p:spPr bwMode="auto">
          <a:xfrm>
            <a:off x="7126288" y="1585914"/>
            <a:ext cx="404812"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000">
                <a:solidFill>
                  <a:srgbClr val="FFFFFF"/>
                </a:solidFill>
                <a:latin typeface="Times New Roman" panose="02020603050405020304" pitchFamily="18" charset="0"/>
                <a:ea typeface="ＭＳ Ｐゴシック" panose="020B0600070205080204" pitchFamily="34" charset="-128"/>
              </a:rPr>
              <a:t>o</a:t>
            </a:r>
          </a:p>
        </p:txBody>
      </p:sp>
      <p:sp>
        <p:nvSpPr>
          <p:cNvPr id="258070" name="Text Box 52">
            <a:extLst>
              <a:ext uri="{FF2B5EF4-FFF2-40B4-BE49-F238E27FC236}">
                <a16:creationId xmlns:a16="http://schemas.microsoft.com/office/drawing/2014/main" id="{21969F06-E68B-0516-0AF5-77D1D5AC38F8}"/>
              </a:ext>
            </a:extLst>
          </p:cNvPr>
          <p:cNvSpPr txBox="1">
            <a:spLocks noChangeArrowheads="1"/>
          </p:cNvSpPr>
          <p:nvPr/>
        </p:nvSpPr>
        <p:spPr bwMode="auto">
          <a:xfrm>
            <a:off x="7005638" y="3744914"/>
            <a:ext cx="404812"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pPr>
            <a:r>
              <a:rPr lang="en-US" altLang="en-US" sz="2000">
                <a:solidFill>
                  <a:srgbClr val="FFFFFF"/>
                </a:solidFill>
                <a:latin typeface="Times New Roman" panose="02020603050405020304" pitchFamily="18" charset="0"/>
                <a:ea typeface="ＭＳ Ｐゴシック" panose="020B0600070205080204" pitchFamily="34" charset="-128"/>
              </a:rPr>
              <a:t>o</a:t>
            </a:r>
          </a:p>
        </p:txBody>
      </p:sp>
      <p:sp>
        <p:nvSpPr>
          <p:cNvPr id="149527" name="Text Box 53">
            <a:extLst>
              <a:ext uri="{FF2B5EF4-FFF2-40B4-BE49-F238E27FC236}">
                <a16:creationId xmlns:a16="http://schemas.microsoft.com/office/drawing/2014/main" id="{12B238B4-D896-7D49-90F0-F39D8A9662C5}"/>
              </a:ext>
            </a:extLst>
          </p:cNvPr>
          <p:cNvSpPr txBox="1">
            <a:spLocks noChangeArrowheads="1"/>
          </p:cNvSpPr>
          <p:nvPr/>
        </p:nvSpPr>
        <p:spPr bwMode="auto">
          <a:xfrm>
            <a:off x="2435226" y="4518025"/>
            <a:ext cx="8232775" cy="1754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eaLnBrk="0" fontAlgn="base" hangingPunct="0">
              <a:lnSpc>
                <a:spcPct val="100000"/>
              </a:lnSpc>
              <a:spcBef>
                <a:spcPct val="50000"/>
              </a:spcBef>
              <a:spcAft>
                <a:spcPct val="0"/>
              </a:spcAft>
              <a:buSzTx/>
              <a:buNone/>
              <a:defRPr/>
            </a:pPr>
            <a:r>
              <a:rPr lang="en-US" altLang="en-US" sz="2400" dirty="0">
                <a:solidFill>
                  <a:srgbClr val="FFFFFF"/>
                </a:solidFill>
                <a:latin typeface="Times New Roman"/>
                <a:ea typeface="ＭＳ Ｐゴシック" panose="020B0600070205080204" pitchFamily="34" charset="-128"/>
              </a:rPr>
              <a:t>Output of FCI Algorithm          PAG Corresponding to 					    Output of PC Algorithm</a:t>
            </a:r>
          </a:p>
          <a:p>
            <a:pPr eaLnBrk="0" fontAlgn="base" hangingPunct="0">
              <a:lnSpc>
                <a:spcPct val="100000"/>
              </a:lnSpc>
              <a:spcBef>
                <a:spcPct val="50000"/>
              </a:spcBef>
              <a:spcAft>
                <a:spcPct val="0"/>
              </a:spcAft>
              <a:buSzTx/>
              <a:buNone/>
              <a:defRPr/>
            </a:pPr>
            <a:r>
              <a:rPr lang="en-US" altLang="en-US" sz="2400" dirty="0">
                <a:solidFill>
                  <a:srgbClr val="FFFFFF"/>
                </a:solidFill>
                <a:latin typeface="Times New Roman"/>
                <a:ea typeface="ＭＳ Ｐゴシック" panose="020B0600070205080204" pitchFamily="34" charset="-128"/>
              </a:rPr>
              <a:t>These are different because no DAG can represent the d-separations in the output of the FCI algorithm.</a:t>
            </a:r>
          </a:p>
        </p:txBody>
      </p:sp>
      <p:sp>
        <p:nvSpPr>
          <p:cNvPr id="2" name="Slide Number Placeholder 1">
            <a:extLst>
              <a:ext uri="{FF2B5EF4-FFF2-40B4-BE49-F238E27FC236}">
                <a16:creationId xmlns:a16="http://schemas.microsoft.com/office/drawing/2014/main" id="{C04837EE-9206-7341-B930-3665320ED17A}"/>
              </a:ext>
            </a:extLst>
          </p:cNvPr>
          <p:cNvSpPr>
            <a:spLocks noGrp="1"/>
          </p:cNvSpPr>
          <p:nvPr>
            <p:ph type="sldNum" sz="quarter" idx="12"/>
          </p:nvPr>
        </p:nvSpPr>
        <p:spPr/>
        <p:txBody>
          <a:bodyPr/>
          <a:lstStyle/>
          <a:p>
            <a:fld id="{76749A6E-9360-A341-A128-CA2094A18C67}" type="slidenum">
              <a:rPr lang="en-US" altLang="en-US" smtClean="0"/>
              <a:pPr/>
              <a:t>54</a:t>
            </a:fld>
            <a:endParaRPr lang="en-US" altLang="en-US"/>
          </a:p>
        </p:txBody>
      </p:sp>
    </p:spTree>
    <p:extLst>
      <p:ext uri="{BB962C8B-B14F-4D97-AF65-F5344CB8AC3E}">
        <p14:creationId xmlns:p14="http://schemas.microsoft.com/office/powerpoint/2010/main" val="3426294826"/>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2">
            <a:extLst>
              <a:ext uri="{FF2B5EF4-FFF2-40B4-BE49-F238E27FC236}">
                <a16:creationId xmlns:a16="http://schemas.microsoft.com/office/drawing/2014/main" id="{9B085EF5-D35A-655B-BBEF-62A7C79736A2}"/>
              </a:ext>
            </a:extLst>
          </p:cNvPr>
          <p:cNvSpPr>
            <a:spLocks noGrp="1" noChangeArrowheads="1"/>
          </p:cNvSpPr>
          <p:nvPr>
            <p:ph type="title"/>
          </p:nvPr>
        </p:nvSpPr>
        <p:spPr/>
        <p:txBody>
          <a:bodyPr/>
          <a:lstStyle/>
          <a:p>
            <a:r>
              <a:rPr lang="en-US" altLang="en-US"/>
              <a:t>Manipulation Model for PAGs</a:t>
            </a:r>
          </a:p>
        </p:txBody>
      </p:sp>
      <p:sp>
        <p:nvSpPr>
          <p:cNvPr id="153602" name="Rectangle 10">
            <a:extLst>
              <a:ext uri="{FF2B5EF4-FFF2-40B4-BE49-F238E27FC236}">
                <a16:creationId xmlns:a16="http://schemas.microsoft.com/office/drawing/2014/main" id="{2127F5F9-F87A-3445-AEBF-F5D3282CFBF6}"/>
              </a:ext>
            </a:extLst>
          </p:cNvPr>
          <p:cNvSpPr>
            <a:spLocks noGrp="1" noChangeArrowheads="1"/>
          </p:cNvSpPr>
          <p:nvPr>
            <p:ph type="body" idx="1"/>
          </p:nvPr>
        </p:nvSpPr>
        <p:spPr>
          <a:xfrm>
            <a:off x="946149" y="1524000"/>
            <a:ext cx="9711857" cy="4114800"/>
          </a:xfrm>
        </p:spPr>
        <p:txBody>
          <a:bodyPr/>
          <a:lstStyle/>
          <a:p>
            <a:pPr>
              <a:defRPr/>
            </a:pPr>
            <a:r>
              <a:rPr lang="en-US" altLang="en-US" sz="2800" dirty="0">
                <a:latin typeface="+mj-lt"/>
              </a:rPr>
              <a:t>Same strategies as for Patterns</a:t>
            </a:r>
          </a:p>
          <a:p>
            <a:pPr lvl="1">
              <a:defRPr/>
            </a:pPr>
            <a:r>
              <a:rPr lang="en-US" altLang="en-US" dirty="0"/>
              <a:t>Complete Calculation of Effects of Identifiable Manipulations</a:t>
            </a:r>
          </a:p>
          <a:p>
            <a:pPr algn="l"/>
            <a:r>
              <a:rPr lang="en-US" sz="2400" i="1"/>
              <a:t>Causal Identification under Markov Equivalence: Completeness Results, Amin Jaber, Jiji Zhang, Elias Bareinboim, </a:t>
            </a:r>
            <a:r>
              <a:rPr lang="en-US" sz="2400" b="0" i="1">
                <a:effectLst/>
                <a:latin typeface="-apple-system"/>
              </a:rPr>
              <a:t>Proceedings of the 36th International Conference on Machine Learning</a:t>
            </a:r>
            <a:r>
              <a:rPr lang="en-US" sz="2400" b="0" i="0">
                <a:effectLst/>
                <a:latin typeface="-apple-system"/>
              </a:rPr>
              <a:t>, PMLR 97:2981-2989, 2019.</a:t>
            </a:r>
            <a:endParaRPr lang="en-US" sz="1600" b="0" i="0">
              <a:effectLst/>
              <a:latin typeface="-apple-system"/>
            </a:endParaRPr>
          </a:p>
          <a:p>
            <a:br>
              <a:rPr lang="en-US" sz="1600"/>
            </a:br>
            <a:endParaRPr lang="en-US" altLang="en-US" sz="2400" i="1" dirty="0"/>
          </a:p>
        </p:txBody>
      </p:sp>
      <p:sp>
        <p:nvSpPr>
          <p:cNvPr id="2" name="Slide Number Placeholder 1">
            <a:extLst>
              <a:ext uri="{FF2B5EF4-FFF2-40B4-BE49-F238E27FC236}">
                <a16:creationId xmlns:a16="http://schemas.microsoft.com/office/drawing/2014/main" id="{ADD3661E-E6DE-A14D-BB53-83DBB3FEC8E0}"/>
              </a:ext>
            </a:extLst>
          </p:cNvPr>
          <p:cNvSpPr>
            <a:spLocks noGrp="1"/>
          </p:cNvSpPr>
          <p:nvPr>
            <p:ph type="sldNum" sz="quarter" idx="12"/>
          </p:nvPr>
        </p:nvSpPr>
        <p:spPr/>
        <p:txBody>
          <a:bodyPr/>
          <a:lstStyle/>
          <a:p>
            <a:fld id="{76749A6E-9360-A341-A128-CA2094A18C67}" type="slidenum">
              <a:rPr lang="en-US" altLang="en-US" smtClean="0"/>
              <a:pPr/>
              <a:t>55</a:t>
            </a:fld>
            <a:endParaRPr lang="en-US" altLang="en-US"/>
          </a:p>
        </p:txBody>
      </p:sp>
    </p:spTree>
    <p:extLst>
      <p:ext uri="{BB962C8B-B14F-4D97-AF65-F5344CB8AC3E}">
        <p14:creationId xmlns:p14="http://schemas.microsoft.com/office/powerpoint/2010/main" val="2047200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2">
            <a:extLst>
              <a:ext uri="{FF2B5EF4-FFF2-40B4-BE49-F238E27FC236}">
                <a16:creationId xmlns:a16="http://schemas.microsoft.com/office/drawing/2014/main" id="{9B085EF5-D35A-655B-BBEF-62A7C79736A2}"/>
              </a:ext>
            </a:extLst>
          </p:cNvPr>
          <p:cNvSpPr>
            <a:spLocks noGrp="1" noChangeArrowheads="1"/>
          </p:cNvSpPr>
          <p:nvPr>
            <p:ph type="title"/>
          </p:nvPr>
        </p:nvSpPr>
        <p:spPr/>
        <p:txBody>
          <a:bodyPr/>
          <a:lstStyle/>
          <a:p>
            <a:r>
              <a:rPr lang="en-US" altLang="en-US"/>
              <a:t>Manipulation Model for PAGs</a:t>
            </a:r>
          </a:p>
        </p:txBody>
      </p:sp>
      <p:sp>
        <p:nvSpPr>
          <p:cNvPr id="153602" name="Rectangle 10">
            <a:extLst>
              <a:ext uri="{FF2B5EF4-FFF2-40B4-BE49-F238E27FC236}">
                <a16:creationId xmlns:a16="http://schemas.microsoft.com/office/drawing/2014/main" id="{2127F5F9-F87A-3445-AEBF-F5D3282CFBF6}"/>
              </a:ext>
            </a:extLst>
          </p:cNvPr>
          <p:cNvSpPr>
            <a:spLocks noGrp="1" noChangeArrowheads="1"/>
          </p:cNvSpPr>
          <p:nvPr>
            <p:ph type="body" idx="1"/>
          </p:nvPr>
        </p:nvSpPr>
        <p:spPr>
          <a:xfrm>
            <a:off x="946149" y="1524000"/>
            <a:ext cx="9711857" cy="4114800"/>
          </a:xfrm>
        </p:spPr>
        <p:txBody>
          <a:bodyPr/>
          <a:lstStyle/>
          <a:p>
            <a:pPr>
              <a:defRPr/>
            </a:pPr>
            <a:r>
              <a:rPr lang="en-US" altLang="en-US" sz="2800" dirty="0">
                <a:latin typeface="+mj-lt"/>
              </a:rPr>
              <a:t>Same strategies as for Patterns</a:t>
            </a:r>
          </a:p>
          <a:p>
            <a:pPr lvl="1">
              <a:defRPr/>
            </a:pPr>
            <a:r>
              <a:rPr lang="en-US" altLang="en-US" dirty="0"/>
              <a:t>Complete calculation of effects of identifiable manipulations when possible</a:t>
            </a:r>
          </a:p>
          <a:p>
            <a:pPr lvl="1">
              <a:defRPr/>
            </a:pPr>
            <a:r>
              <a:rPr lang="en-US" sz="2000" i="1"/>
              <a:t>Causal Identification under Markov Equivalence: Completeness Results, Amin Jaber, Jiji Zhang, Elias Bareinboim, </a:t>
            </a:r>
            <a:r>
              <a:rPr lang="en-US" sz="2000" b="0" i="1">
                <a:effectLst/>
                <a:latin typeface="-apple-system"/>
              </a:rPr>
              <a:t>Proceedings of the 36th International Conference on Machine Learning</a:t>
            </a:r>
            <a:r>
              <a:rPr lang="en-US" sz="2000" b="0" i="0">
                <a:effectLst/>
                <a:latin typeface="-apple-system"/>
              </a:rPr>
              <a:t>, PMLR 97:2981-2989, 2019.</a:t>
            </a:r>
            <a:endParaRPr lang="en-US" altLang="en-US" dirty="0"/>
          </a:p>
          <a:p>
            <a:pPr lvl="1">
              <a:defRPr/>
            </a:pPr>
            <a:r>
              <a:rPr lang="en-US" altLang="en-US" dirty="0">
                <a:latin typeface="+mj-lt"/>
              </a:rPr>
              <a:t>Latent variable IDA</a:t>
            </a:r>
          </a:p>
          <a:p>
            <a:pPr lvl="1">
              <a:defRPr/>
            </a:pPr>
            <a:r>
              <a:rPr lang="en-US" sz="2000" i="1"/>
              <a:t>Malinsky D, Spirtes P. Estimating Causal Effects with Ancestral Graph Markov Models. JMLR Workshop Conf Proc. 2016 Aug;52:299-309. </a:t>
            </a:r>
            <a:endParaRPr lang="en-US" altLang="en-US" sz="2000" i="1" dirty="0"/>
          </a:p>
          <a:p>
            <a:pPr lvl="1"/>
            <a:endParaRPr lang="en-US" sz="1200" b="0" i="0">
              <a:effectLst/>
              <a:latin typeface="-apple-system"/>
            </a:endParaRPr>
          </a:p>
          <a:p>
            <a:br>
              <a:rPr lang="en-US" sz="1600"/>
            </a:br>
            <a:endParaRPr lang="en-US" altLang="en-US" sz="2400" i="1" dirty="0"/>
          </a:p>
        </p:txBody>
      </p:sp>
      <p:sp>
        <p:nvSpPr>
          <p:cNvPr id="2" name="Slide Number Placeholder 1">
            <a:extLst>
              <a:ext uri="{FF2B5EF4-FFF2-40B4-BE49-F238E27FC236}">
                <a16:creationId xmlns:a16="http://schemas.microsoft.com/office/drawing/2014/main" id="{1DD0CBA0-D17C-264D-989E-6A5ED523D67A}"/>
              </a:ext>
            </a:extLst>
          </p:cNvPr>
          <p:cNvSpPr>
            <a:spLocks noGrp="1"/>
          </p:cNvSpPr>
          <p:nvPr>
            <p:ph type="sldNum" sz="quarter" idx="12"/>
          </p:nvPr>
        </p:nvSpPr>
        <p:spPr/>
        <p:txBody>
          <a:bodyPr/>
          <a:lstStyle/>
          <a:p>
            <a:fld id="{76749A6E-9360-A341-A128-CA2094A18C67}" type="slidenum">
              <a:rPr lang="en-US" altLang="en-US" smtClean="0"/>
              <a:pPr/>
              <a:t>56</a:t>
            </a:fld>
            <a:endParaRPr lang="en-US" altLang="en-US"/>
          </a:p>
        </p:txBody>
      </p:sp>
    </p:spTree>
    <p:extLst>
      <p:ext uri="{BB962C8B-B14F-4D97-AF65-F5344CB8AC3E}">
        <p14:creationId xmlns:p14="http://schemas.microsoft.com/office/powerpoint/2010/main" val="19290773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2">
            <a:extLst>
              <a:ext uri="{FF2B5EF4-FFF2-40B4-BE49-F238E27FC236}">
                <a16:creationId xmlns:a16="http://schemas.microsoft.com/office/drawing/2014/main" id="{5043B82D-8BA0-5D37-597E-676973DB349B}"/>
              </a:ext>
            </a:extLst>
          </p:cNvPr>
          <p:cNvSpPr>
            <a:spLocks noGrp="1" noChangeArrowheads="1"/>
          </p:cNvSpPr>
          <p:nvPr>
            <p:ph type="title"/>
          </p:nvPr>
        </p:nvSpPr>
        <p:spPr/>
        <p:txBody>
          <a:bodyPr/>
          <a:lstStyle/>
          <a:p>
            <a:r>
              <a:rPr lang="en-US" altLang="en-US"/>
              <a:t>Good News – Bad News</a:t>
            </a:r>
          </a:p>
        </p:txBody>
      </p:sp>
      <p:sp>
        <p:nvSpPr>
          <p:cNvPr id="157700" name="Text Box 12">
            <a:extLst>
              <a:ext uri="{FF2B5EF4-FFF2-40B4-BE49-F238E27FC236}">
                <a16:creationId xmlns:a16="http://schemas.microsoft.com/office/drawing/2014/main" id="{50223675-516F-294A-9791-3B78151E1BC8}"/>
              </a:ext>
            </a:extLst>
          </p:cNvPr>
          <p:cNvSpPr txBox="1">
            <a:spLocks noChangeArrowheads="1"/>
          </p:cNvSpPr>
          <p:nvPr/>
        </p:nvSpPr>
        <p:spPr bwMode="auto">
          <a:xfrm>
            <a:off x="1249425" y="1741633"/>
            <a:ext cx="9889630" cy="2123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lnSpc>
                <a:spcPct val="90000"/>
              </a:lnSpc>
              <a:spcBef>
                <a:spcPct val="20000"/>
              </a:spcBef>
              <a:buSzPct val="80000"/>
              <a:buFont typeface="Wingdings" pitchFamily="2" charset="2"/>
              <a:buChar char="l"/>
              <a:defRPr sz="3200">
                <a:solidFill>
                  <a:schemeClr val="tx1"/>
                </a:solidFill>
                <a:latin typeface="Arial" panose="020B0604020202020204" pitchFamily="34" charset="0"/>
              </a:defRPr>
            </a:lvl1pPr>
            <a:lvl2pPr marL="742950" indent="-285750">
              <a:lnSpc>
                <a:spcPct val="90000"/>
              </a:lnSpc>
              <a:spcBef>
                <a:spcPct val="20000"/>
              </a:spcBef>
              <a:buSzPct val="80000"/>
              <a:buFont typeface="Wingdings" pitchFamily="2" charset="2"/>
              <a:buChar char="n"/>
              <a:defRPr sz="2800">
                <a:solidFill>
                  <a:schemeClr val="tx1"/>
                </a:solidFill>
                <a:latin typeface="Arial" panose="020B0604020202020204" pitchFamily="34" charset="0"/>
              </a:defRPr>
            </a:lvl2pPr>
            <a:lvl3pPr marL="1143000" indent="-228600">
              <a:lnSpc>
                <a:spcPct val="90000"/>
              </a:lnSpc>
              <a:spcBef>
                <a:spcPct val="20000"/>
              </a:spcBef>
              <a:buSzPct val="80000"/>
              <a:buFont typeface="Wingdings" pitchFamily="2" charset="2"/>
              <a:buChar char="l"/>
              <a:defRPr sz="2400">
                <a:solidFill>
                  <a:schemeClr val="tx1"/>
                </a:solidFill>
                <a:latin typeface="Arial" panose="020B0604020202020204" pitchFamily="34" charset="0"/>
              </a:defRPr>
            </a:lvl3pPr>
            <a:lvl4pPr marL="1600200" indent="-228600">
              <a:lnSpc>
                <a:spcPct val="90000"/>
              </a:lnSpc>
              <a:spcBef>
                <a:spcPct val="20000"/>
              </a:spcBef>
              <a:buSzPct val="80000"/>
              <a:buFont typeface="Wingdings" pitchFamily="2" charset="2"/>
              <a:buChar char="n"/>
              <a:defRPr sz="2000">
                <a:solidFill>
                  <a:schemeClr val="tx1"/>
                </a:solidFill>
                <a:latin typeface="Arial" panose="020B0604020202020204" pitchFamily="34" charset="0"/>
              </a:defRPr>
            </a:lvl4pPr>
            <a:lvl5pPr marL="2057400" indent="-228600">
              <a:lnSpc>
                <a:spcPct val="90000"/>
              </a:lnSpc>
              <a:spcBef>
                <a:spcPct val="20000"/>
              </a:spcBef>
              <a:buSzPct val="80000"/>
              <a:buFont typeface="Wingdings" pitchFamily="2" charset="2"/>
              <a:buChar char="l"/>
              <a:defRPr sz="20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0"/>
              </a:spcAft>
              <a:buSzPct val="80000"/>
              <a:buFont typeface="Wingdings" pitchFamily="2" charset="2"/>
              <a:buChar char="l"/>
              <a:defRPr sz="2000">
                <a:solidFill>
                  <a:schemeClr val="tx1"/>
                </a:solidFill>
                <a:latin typeface="Arial" panose="020B0604020202020204" pitchFamily="34" charset="0"/>
              </a:defRPr>
            </a:lvl9pPr>
          </a:lstStyle>
          <a:p>
            <a:pPr>
              <a:lnSpc>
                <a:spcPct val="100000"/>
              </a:lnSpc>
              <a:spcBef>
                <a:spcPct val="50000"/>
              </a:spcBef>
              <a:buSzTx/>
              <a:buFontTx/>
              <a:buNone/>
              <a:defRPr/>
            </a:pPr>
            <a:r>
              <a:rPr lang="en-US" altLang="en-US" sz="2400" dirty="0">
                <a:latin typeface="+mj-lt"/>
              </a:rPr>
              <a:t>In the large sample limit, there is an algorithm (FCI) whose output is arbitrarily close to correct (or output “can’t tell”) with probability 1 (pointwise consistency).</a:t>
            </a:r>
          </a:p>
          <a:p>
            <a:pPr>
              <a:lnSpc>
                <a:spcPct val="100000"/>
              </a:lnSpc>
              <a:spcBef>
                <a:spcPct val="50000"/>
              </a:spcBef>
              <a:buSzTx/>
              <a:buFont typeface="Wingdings" pitchFamily="2" charset="2"/>
              <a:buNone/>
              <a:defRPr/>
            </a:pPr>
            <a:r>
              <a:rPr lang="en-US" altLang="en-US" sz="2400" dirty="0">
                <a:latin typeface="+mj-lt"/>
              </a:rPr>
              <a:t>At every finite sample size, every method will be arbitrarily far from truth with high probability for some values of the truth (no uniform consistency.)</a:t>
            </a:r>
          </a:p>
        </p:txBody>
      </p:sp>
      <p:sp>
        <p:nvSpPr>
          <p:cNvPr id="2" name="Slide Number Placeholder 1">
            <a:extLst>
              <a:ext uri="{FF2B5EF4-FFF2-40B4-BE49-F238E27FC236}">
                <a16:creationId xmlns:a16="http://schemas.microsoft.com/office/drawing/2014/main" id="{07C34F7F-7E28-0D44-A667-92F601C0AFB8}"/>
              </a:ext>
            </a:extLst>
          </p:cNvPr>
          <p:cNvSpPr>
            <a:spLocks noGrp="1"/>
          </p:cNvSpPr>
          <p:nvPr>
            <p:ph type="sldNum" sz="quarter" idx="12"/>
          </p:nvPr>
        </p:nvSpPr>
        <p:spPr/>
        <p:txBody>
          <a:bodyPr/>
          <a:lstStyle/>
          <a:p>
            <a:fld id="{602D3A68-9F22-5842-A702-37A597EEEA55}" type="slidenum">
              <a:rPr lang="en-US" altLang="en-US" smtClean="0"/>
              <a:pPr/>
              <a:t>57</a:t>
            </a:fld>
            <a:endParaRPr lang="en-US" altLang="en-US"/>
          </a:p>
        </p:txBody>
      </p:sp>
    </p:spTree>
    <p:extLst>
      <p:ext uri="{BB962C8B-B14F-4D97-AF65-F5344CB8AC3E}">
        <p14:creationId xmlns:p14="http://schemas.microsoft.com/office/powerpoint/2010/main" val="33465589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2">
            <a:extLst>
              <a:ext uri="{FF2B5EF4-FFF2-40B4-BE49-F238E27FC236}">
                <a16:creationId xmlns:a16="http://schemas.microsoft.com/office/drawing/2014/main" id="{459DDFD9-634C-30BF-7119-295110B34015}"/>
              </a:ext>
            </a:extLst>
          </p:cNvPr>
          <p:cNvSpPr>
            <a:spLocks noGrp="1" noChangeArrowheads="1"/>
          </p:cNvSpPr>
          <p:nvPr>
            <p:ph type="title"/>
          </p:nvPr>
        </p:nvSpPr>
        <p:spPr/>
        <p:txBody>
          <a:bodyPr/>
          <a:lstStyle/>
          <a:p>
            <a:r>
              <a:rPr lang="en-US" altLang="en-US"/>
              <a:t>Other Constraints</a:t>
            </a:r>
          </a:p>
        </p:txBody>
      </p:sp>
      <p:sp>
        <p:nvSpPr>
          <p:cNvPr id="161794" name="Rectangle 3">
            <a:extLst>
              <a:ext uri="{FF2B5EF4-FFF2-40B4-BE49-F238E27FC236}">
                <a16:creationId xmlns:a16="http://schemas.microsoft.com/office/drawing/2014/main" id="{2D1B4FCC-1F90-AC44-A251-6E7494C75D98}"/>
              </a:ext>
            </a:extLst>
          </p:cNvPr>
          <p:cNvSpPr>
            <a:spLocks noGrp="1" noChangeArrowheads="1"/>
          </p:cNvSpPr>
          <p:nvPr>
            <p:ph type="body" idx="1"/>
          </p:nvPr>
        </p:nvSpPr>
        <p:spPr/>
        <p:txBody>
          <a:bodyPr/>
          <a:lstStyle/>
          <a:p>
            <a:pPr>
              <a:lnSpc>
                <a:spcPct val="80000"/>
              </a:lnSpc>
              <a:defRPr/>
            </a:pPr>
            <a:r>
              <a:rPr lang="en-US" altLang="en-US" sz="2400" dirty="0">
                <a:latin typeface="+mj-lt"/>
              </a:rPr>
              <a:t>The disadvantage of using MAGs or FCI is they only use conditional independence information</a:t>
            </a:r>
          </a:p>
          <a:p>
            <a:pPr>
              <a:lnSpc>
                <a:spcPct val="80000"/>
              </a:lnSpc>
              <a:defRPr/>
            </a:pPr>
            <a:r>
              <a:rPr lang="en-US" altLang="en-US" sz="2400" dirty="0">
                <a:latin typeface="+mj-lt"/>
              </a:rPr>
              <a:t>In the case of latent variable models, there are constraints implied on the observed margin that are not conditional independence relations, regardless of the family of distributions</a:t>
            </a:r>
          </a:p>
          <a:p>
            <a:pPr lvl="1">
              <a:lnSpc>
                <a:spcPct val="80000"/>
              </a:lnSpc>
              <a:defRPr/>
            </a:pPr>
            <a:r>
              <a:rPr lang="en-US" altLang="en-US" sz="2400" dirty="0">
                <a:latin typeface="+mj-lt"/>
              </a:rPr>
              <a:t>Even if the joint distribution is Gaussian.</a:t>
            </a:r>
          </a:p>
          <a:p>
            <a:pPr lvl="1">
              <a:lnSpc>
                <a:spcPct val="80000"/>
              </a:lnSpc>
              <a:defRPr/>
            </a:pPr>
            <a:r>
              <a:rPr lang="en-US" altLang="en-US" sz="2400" dirty="0">
                <a:latin typeface="+mj-lt"/>
              </a:rPr>
              <a:t>These can be used to choose between two different latent variable models that have the same d-separation relations over the observed variables</a:t>
            </a:r>
          </a:p>
          <a:p>
            <a:pPr>
              <a:lnSpc>
                <a:spcPct val="80000"/>
              </a:lnSpc>
              <a:defRPr/>
            </a:pPr>
            <a:r>
              <a:rPr lang="en-US" altLang="en-US" sz="2400" dirty="0">
                <a:latin typeface="+mj-lt"/>
              </a:rPr>
              <a:t>In addition, there are constraints implied on the observed margin that are particular to a family of distributions</a:t>
            </a:r>
            <a:endParaRPr lang="en-US" altLang="en-US" sz="2800" dirty="0">
              <a:latin typeface="+mj-lt"/>
            </a:endParaRPr>
          </a:p>
          <a:p>
            <a:pPr lvl="1">
              <a:lnSpc>
                <a:spcPct val="80000"/>
              </a:lnSpc>
              <a:defRPr/>
            </a:pPr>
            <a:endParaRPr lang="en-US" altLang="en-US" sz="2400" dirty="0"/>
          </a:p>
        </p:txBody>
      </p:sp>
      <p:sp>
        <p:nvSpPr>
          <p:cNvPr id="2" name="Slide Number Placeholder 1">
            <a:extLst>
              <a:ext uri="{FF2B5EF4-FFF2-40B4-BE49-F238E27FC236}">
                <a16:creationId xmlns:a16="http://schemas.microsoft.com/office/drawing/2014/main" id="{70852582-3AFB-5E49-8754-32E66DA02BA4}"/>
              </a:ext>
            </a:extLst>
          </p:cNvPr>
          <p:cNvSpPr>
            <a:spLocks noGrp="1"/>
          </p:cNvSpPr>
          <p:nvPr>
            <p:ph type="sldNum" sz="quarter" idx="12"/>
          </p:nvPr>
        </p:nvSpPr>
        <p:spPr/>
        <p:txBody>
          <a:bodyPr/>
          <a:lstStyle/>
          <a:p>
            <a:fld id="{76749A6E-9360-A341-A128-CA2094A18C67}" type="slidenum">
              <a:rPr lang="en-US" altLang="en-US" smtClean="0"/>
              <a:pPr/>
              <a:t>58</a:t>
            </a:fld>
            <a:endParaRPr lang="en-US" altLang="en-US"/>
          </a:p>
        </p:txBody>
      </p:sp>
    </p:spTree>
    <p:extLst>
      <p:ext uri="{BB962C8B-B14F-4D97-AF65-F5344CB8AC3E}">
        <p14:creationId xmlns:p14="http://schemas.microsoft.com/office/powerpoint/2010/main" val="20382855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4AB8-F269-7D2D-518D-7B6A21F1286D}"/>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Selection Bias</a:t>
            </a:r>
          </a:p>
        </p:txBody>
      </p:sp>
      <p:sp>
        <p:nvSpPr>
          <p:cNvPr id="3" name="Text Placeholder 2">
            <a:extLst>
              <a:ext uri="{FF2B5EF4-FFF2-40B4-BE49-F238E27FC236}">
                <a16:creationId xmlns:a16="http://schemas.microsoft.com/office/drawing/2014/main" id="{E3B1F189-7084-ED0F-88EA-0347EC6F854E}"/>
              </a:ext>
            </a:extLst>
          </p:cNvPr>
          <p:cNvSpPr>
            <a:spLocks noGrp="1"/>
          </p:cNvSpPr>
          <p:nvPr>
            <p:ph type="body" sz="half" idx="1"/>
          </p:nvPr>
        </p:nvSpPr>
        <p:spPr/>
        <p:txBody>
          <a:bodyPr/>
          <a:lstStyle/>
          <a:p>
            <a:endParaRPr lang="en-US"/>
          </a:p>
        </p:txBody>
      </p:sp>
      <p:sp>
        <p:nvSpPr>
          <p:cNvPr id="4" name="Slide Number Placeholder 3">
            <a:extLst>
              <a:ext uri="{FF2B5EF4-FFF2-40B4-BE49-F238E27FC236}">
                <a16:creationId xmlns:a16="http://schemas.microsoft.com/office/drawing/2014/main" id="{B82A1F44-67F4-414F-AA7E-8AC75B073C34}"/>
              </a:ext>
            </a:extLst>
          </p:cNvPr>
          <p:cNvSpPr>
            <a:spLocks noGrp="1"/>
          </p:cNvSpPr>
          <p:nvPr>
            <p:ph type="sldNum" sz="quarter" idx="2"/>
          </p:nvPr>
        </p:nvSpPr>
        <p:spPr/>
        <p:txBody>
          <a:bodyPr/>
          <a:lstStyle/>
          <a:p>
            <a:fld id="{86CB4B4D-7CA3-9044-876B-883B54F8677D}" type="slidenum">
              <a:rPr lang="en-US" smtClean="0"/>
              <a:pPr/>
              <a:t>59</a:t>
            </a:fld>
            <a:endParaRPr lang="en-US"/>
          </a:p>
        </p:txBody>
      </p:sp>
    </p:spTree>
    <p:extLst>
      <p:ext uri="{BB962C8B-B14F-4D97-AF65-F5344CB8AC3E}">
        <p14:creationId xmlns:p14="http://schemas.microsoft.com/office/powerpoint/2010/main" val="965784602"/>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37A5B-12DF-1301-0111-1A46B44D441B}"/>
              </a:ext>
            </a:extLst>
          </p:cNvPr>
          <p:cNvSpPr>
            <a:spLocks noGrp="1"/>
          </p:cNvSpPr>
          <p:nvPr>
            <p:ph type="title"/>
          </p:nvPr>
        </p:nvSpPr>
        <p:spPr>
          <a:xfrm>
            <a:off x="762000" y="178594"/>
            <a:ext cx="9236274" cy="1518048"/>
          </a:xfrm>
        </p:spPr>
        <p:txBody>
          <a:bodyPr>
            <a:normAutofit fontScale="90000"/>
          </a:bodyPr>
          <a:lstStyle/>
          <a:p>
            <a:r>
              <a:rPr lang="en-US">
                <a:latin typeface="Times New Roman" panose="02020603050405020304" pitchFamily="18" charset="0"/>
                <a:cs typeface="Times New Roman" panose="02020603050405020304" pitchFamily="18" charset="0"/>
              </a:rPr>
              <a:t>Selection – Always Condition  on Membership in Sample (S=1)</a:t>
            </a:r>
          </a:p>
        </p:txBody>
      </p:sp>
      <p:sp>
        <p:nvSpPr>
          <p:cNvPr id="3" name="Text Placeholder 2">
            <a:extLst>
              <a:ext uri="{FF2B5EF4-FFF2-40B4-BE49-F238E27FC236}">
                <a16:creationId xmlns:a16="http://schemas.microsoft.com/office/drawing/2014/main" id="{2C918672-9FB2-BC63-C48D-7E91BB79524C}"/>
              </a:ext>
            </a:extLst>
          </p:cNvPr>
          <p:cNvSpPr>
            <a:spLocks noGrp="1"/>
          </p:cNvSpPr>
          <p:nvPr>
            <p:ph type="body" idx="1"/>
          </p:nvPr>
        </p:nvSpPr>
        <p:spPr>
          <a:xfrm>
            <a:off x="1738313" y="2447926"/>
            <a:ext cx="7358063" cy="4018360"/>
          </a:xfrm>
        </p:spPr>
        <p:txBody>
          <a:bodyPr numCol="1">
            <a:normAutofit/>
          </a:bodyPr>
          <a:lstStyle/>
          <a:p>
            <a:r>
              <a:rPr lang="en-US" sz="3200" dirty="0">
                <a:latin typeface="Times New Roman" panose="02020603050405020304" pitchFamily="18" charset="0"/>
                <a:cs typeface="Times New Roman" panose="02020603050405020304" pitchFamily="18" charset="0"/>
              </a:rPr>
              <a:t>Selection P(Sex, IQ|S = 1)</a:t>
            </a:r>
          </a:p>
          <a:p>
            <a:r>
              <a:rPr lang="en-US" sz="3200" dirty="0">
                <a:latin typeface="Times New Roman" panose="02020603050405020304" pitchFamily="18" charset="0"/>
                <a:cs typeface="Times New Roman" panose="02020603050405020304" pitchFamily="18" charset="0"/>
              </a:rPr>
              <a:t>Sex     IQ|S</a:t>
            </a:r>
          </a:p>
          <a:p>
            <a:r>
              <a:rPr lang="en-US" sz="3200" dirty="0">
                <a:latin typeface="Times New Roman" panose="02020603050405020304" pitchFamily="18" charset="0"/>
                <a:cs typeface="Times New Roman" panose="02020603050405020304" pitchFamily="18" charset="0"/>
              </a:rPr>
              <a:t>FCI Output:        Sex     IQ</a:t>
            </a:r>
          </a:p>
          <a:p>
            <a:endParaRPr lang="en-US" dirty="0"/>
          </a:p>
        </p:txBody>
      </p:sp>
      <p:pic>
        <p:nvPicPr>
          <p:cNvPr id="9" name="Picture 8">
            <a:extLst>
              <a:ext uri="{FF2B5EF4-FFF2-40B4-BE49-F238E27FC236}">
                <a16:creationId xmlns:a16="http://schemas.microsoft.com/office/drawing/2014/main" id="{C691734A-F485-A873-3D65-C4AED7431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7290" y="2447926"/>
            <a:ext cx="2852029" cy="2826565"/>
          </a:xfrm>
          <a:prstGeom prst="rect">
            <a:avLst/>
          </a:prstGeom>
        </p:spPr>
      </p:pic>
      <p:grpSp>
        <p:nvGrpSpPr>
          <p:cNvPr id="4" name="Group 3">
            <a:extLst>
              <a:ext uri="{FF2B5EF4-FFF2-40B4-BE49-F238E27FC236}">
                <a16:creationId xmlns:a16="http://schemas.microsoft.com/office/drawing/2014/main" id="{FF0D9DC7-143D-2595-02CC-9D6564CD1500}"/>
              </a:ext>
            </a:extLst>
          </p:cNvPr>
          <p:cNvGrpSpPr/>
          <p:nvPr/>
        </p:nvGrpSpPr>
        <p:grpSpPr>
          <a:xfrm>
            <a:off x="3184507" y="3192651"/>
            <a:ext cx="246749" cy="308919"/>
            <a:chOff x="7500553" y="4646140"/>
            <a:chExt cx="469557" cy="745523"/>
          </a:xfrm>
        </p:grpSpPr>
        <p:cxnSp>
          <p:nvCxnSpPr>
            <p:cNvPr id="5" name="Straight Connector 4">
              <a:extLst>
                <a:ext uri="{FF2B5EF4-FFF2-40B4-BE49-F238E27FC236}">
                  <a16:creationId xmlns:a16="http://schemas.microsoft.com/office/drawing/2014/main" id="{70F52305-17C2-8A0F-7819-2F1E05A34049}"/>
                </a:ext>
              </a:extLst>
            </p:cNvPr>
            <p:cNvCxnSpPr/>
            <p:nvPr/>
          </p:nvCxnSpPr>
          <p:spPr>
            <a:xfrm>
              <a:off x="7500553" y="5362836"/>
              <a:ext cx="469557"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D22C389C-F4D1-0A74-24A2-58090809E22E}"/>
                </a:ext>
              </a:extLst>
            </p:cNvPr>
            <p:cNvCxnSpPr>
              <a:cxnSpLocks/>
            </p:cNvCxnSpPr>
            <p:nvPr/>
          </p:nvCxnSpPr>
          <p:spPr>
            <a:xfrm>
              <a:off x="7661190" y="4646140"/>
              <a:ext cx="0" cy="7166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91859B36-F46D-FB6B-312F-7AC33F1A75D6}"/>
                </a:ext>
              </a:extLst>
            </p:cNvPr>
            <p:cNvCxnSpPr>
              <a:cxnSpLocks/>
            </p:cNvCxnSpPr>
            <p:nvPr/>
          </p:nvCxnSpPr>
          <p:spPr>
            <a:xfrm>
              <a:off x="7813590" y="4674970"/>
              <a:ext cx="0" cy="7166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
        <p:nvSpPr>
          <p:cNvPr id="8" name="Slide Number Placeholder 7">
            <a:extLst>
              <a:ext uri="{FF2B5EF4-FFF2-40B4-BE49-F238E27FC236}">
                <a16:creationId xmlns:a16="http://schemas.microsoft.com/office/drawing/2014/main" id="{5E9B5A9A-DE9B-0F4B-8B9B-2ACABC74FC1B}"/>
              </a:ext>
            </a:extLst>
          </p:cNvPr>
          <p:cNvSpPr>
            <a:spLocks noGrp="1"/>
          </p:cNvSpPr>
          <p:nvPr>
            <p:ph type="sldNum" sz="quarter" idx="2"/>
          </p:nvPr>
        </p:nvSpPr>
        <p:spPr/>
        <p:txBody>
          <a:bodyPr/>
          <a:lstStyle/>
          <a:p>
            <a:fld id="{86CB4B4D-7CA3-9044-876B-883B54F8677D}" type="slidenum">
              <a:rPr lang="en-US" smtClean="0"/>
              <a:pPr/>
              <a:t>60</a:t>
            </a:fld>
            <a:endParaRPr lang="en-US"/>
          </a:p>
        </p:txBody>
      </p:sp>
    </p:spTree>
    <p:extLst>
      <p:ext uri="{BB962C8B-B14F-4D97-AF65-F5344CB8AC3E}">
        <p14:creationId xmlns:p14="http://schemas.microsoft.com/office/powerpoint/2010/main" val="2451504284"/>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37A5B-12DF-1301-0111-1A46B44D441B}"/>
              </a:ext>
            </a:extLst>
          </p:cNvPr>
          <p:cNvSpPr>
            <a:spLocks noGrp="1"/>
          </p:cNvSpPr>
          <p:nvPr>
            <p:ph type="title"/>
          </p:nvPr>
        </p:nvSpPr>
        <p:spPr/>
        <p:txBody>
          <a:bodyPr/>
          <a:lstStyle/>
          <a:p>
            <a:r>
              <a:rPr lang="en-US"/>
              <a:t>Selection Bias</a:t>
            </a:r>
          </a:p>
        </p:txBody>
      </p:sp>
      <p:sp>
        <p:nvSpPr>
          <p:cNvPr id="3" name="Text Placeholder 2">
            <a:extLst>
              <a:ext uri="{FF2B5EF4-FFF2-40B4-BE49-F238E27FC236}">
                <a16:creationId xmlns:a16="http://schemas.microsoft.com/office/drawing/2014/main" id="{2C918672-9FB2-BC63-C48D-7E91BB79524C}"/>
              </a:ext>
            </a:extLst>
          </p:cNvPr>
          <p:cNvSpPr>
            <a:spLocks noGrp="1"/>
          </p:cNvSpPr>
          <p:nvPr>
            <p:ph type="body" idx="1"/>
          </p:nvPr>
        </p:nvSpPr>
        <p:spPr>
          <a:xfrm>
            <a:off x="742262" y="1893094"/>
            <a:ext cx="7358063" cy="4018360"/>
          </a:xfrm>
        </p:spPr>
        <p:txBody>
          <a:bodyPr numCol="1">
            <a:normAutofit/>
          </a:bodyPr>
          <a:lstStyle/>
          <a:p>
            <a:pPr fontAlgn="ctr"/>
            <a:r>
              <a:rPr lang="en-US" sz="3250" dirty="0"/>
              <a:t>Selection P(Sex, IQ, College|S = 1)</a:t>
            </a:r>
          </a:p>
          <a:p>
            <a:pPr marL="223250" indent="0" fontAlgn="ctr">
              <a:buNone/>
            </a:pPr>
            <a:r>
              <a:rPr lang="en-US" sz="2550" dirty="0"/>
              <a:t>Sex      IQ|S</a:t>
            </a:r>
          </a:p>
          <a:p>
            <a:pPr fontAlgn="ctr"/>
            <a:r>
              <a:rPr lang="en-US" sz="3250" dirty="0"/>
              <a:t>FCI Output:  Sex o-o IQ</a:t>
            </a:r>
          </a:p>
          <a:p>
            <a:pPr fontAlgn="ctr"/>
            <a:r>
              <a:rPr lang="en-US" sz="3250" dirty="0"/>
              <a:t>Either Sex causes IQ, IQ causes Sex, there is a latent confounder of Sex and IQ or there is selection bias between SEX and IQ</a:t>
            </a:r>
          </a:p>
          <a:p>
            <a:endParaRPr lang="en-US" dirty="0"/>
          </a:p>
          <a:p>
            <a:endParaRPr lang="en-US" dirty="0"/>
          </a:p>
        </p:txBody>
      </p:sp>
      <p:pic>
        <p:nvPicPr>
          <p:cNvPr id="6" name="Picture 5">
            <a:extLst>
              <a:ext uri="{FF2B5EF4-FFF2-40B4-BE49-F238E27FC236}">
                <a16:creationId xmlns:a16="http://schemas.microsoft.com/office/drawing/2014/main" id="{56E25998-E765-88DE-7341-7D66D6830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2339" y="1522392"/>
            <a:ext cx="2557474" cy="2651326"/>
          </a:xfrm>
          <a:prstGeom prst="rect">
            <a:avLst/>
          </a:prstGeom>
        </p:spPr>
      </p:pic>
      <p:grpSp>
        <p:nvGrpSpPr>
          <p:cNvPr id="4" name="Group 3">
            <a:extLst>
              <a:ext uri="{FF2B5EF4-FFF2-40B4-BE49-F238E27FC236}">
                <a16:creationId xmlns:a16="http://schemas.microsoft.com/office/drawing/2014/main" id="{B5B3FF21-E0FB-B3E7-3E10-05729A686CF5}"/>
              </a:ext>
            </a:extLst>
          </p:cNvPr>
          <p:cNvGrpSpPr/>
          <p:nvPr/>
        </p:nvGrpSpPr>
        <p:grpSpPr>
          <a:xfrm>
            <a:off x="1626454" y="2624150"/>
            <a:ext cx="271463" cy="333632"/>
            <a:chOff x="7500553" y="4646140"/>
            <a:chExt cx="469557" cy="745523"/>
          </a:xfrm>
        </p:grpSpPr>
        <p:cxnSp>
          <p:nvCxnSpPr>
            <p:cNvPr id="5" name="Straight Connector 4">
              <a:extLst>
                <a:ext uri="{FF2B5EF4-FFF2-40B4-BE49-F238E27FC236}">
                  <a16:creationId xmlns:a16="http://schemas.microsoft.com/office/drawing/2014/main" id="{672D044F-7625-D1E5-E19D-800E3BD56B9E}"/>
                </a:ext>
              </a:extLst>
            </p:cNvPr>
            <p:cNvCxnSpPr/>
            <p:nvPr/>
          </p:nvCxnSpPr>
          <p:spPr>
            <a:xfrm>
              <a:off x="7500553" y="5362836"/>
              <a:ext cx="469557"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B948875D-16FF-6289-A50D-F0D06D48558E}"/>
                </a:ext>
              </a:extLst>
            </p:cNvPr>
            <p:cNvCxnSpPr>
              <a:cxnSpLocks/>
            </p:cNvCxnSpPr>
            <p:nvPr/>
          </p:nvCxnSpPr>
          <p:spPr>
            <a:xfrm>
              <a:off x="7661190" y="4646140"/>
              <a:ext cx="0" cy="7166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 name="Straight Connector 7">
              <a:extLst>
                <a:ext uri="{FF2B5EF4-FFF2-40B4-BE49-F238E27FC236}">
                  <a16:creationId xmlns:a16="http://schemas.microsoft.com/office/drawing/2014/main" id="{D755FA83-2B7D-3520-FA90-1AD82AF72CAA}"/>
                </a:ext>
              </a:extLst>
            </p:cNvPr>
            <p:cNvCxnSpPr>
              <a:cxnSpLocks/>
            </p:cNvCxnSpPr>
            <p:nvPr/>
          </p:nvCxnSpPr>
          <p:spPr>
            <a:xfrm>
              <a:off x="7813590" y="4674970"/>
              <a:ext cx="0" cy="7166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cxnSp>
        <p:nvCxnSpPr>
          <p:cNvPr id="10" name="Straight Connector 9">
            <a:extLst>
              <a:ext uri="{FF2B5EF4-FFF2-40B4-BE49-F238E27FC236}">
                <a16:creationId xmlns:a16="http://schemas.microsoft.com/office/drawing/2014/main" id="{966FDD0F-9775-0741-4BE2-48549DC96689}"/>
              </a:ext>
            </a:extLst>
          </p:cNvPr>
          <p:cNvCxnSpPr/>
          <p:nvPr/>
        </p:nvCxnSpPr>
        <p:spPr>
          <a:xfrm>
            <a:off x="1626455" y="2637052"/>
            <a:ext cx="271463" cy="32073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9" name="Slide Number Placeholder 8">
            <a:extLst>
              <a:ext uri="{FF2B5EF4-FFF2-40B4-BE49-F238E27FC236}">
                <a16:creationId xmlns:a16="http://schemas.microsoft.com/office/drawing/2014/main" id="{8552EAF6-F075-EA46-8826-E7ECE6D833E4}"/>
              </a:ext>
            </a:extLst>
          </p:cNvPr>
          <p:cNvSpPr>
            <a:spLocks noGrp="1"/>
          </p:cNvSpPr>
          <p:nvPr>
            <p:ph type="sldNum" sz="quarter" idx="2"/>
          </p:nvPr>
        </p:nvSpPr>
        <p:spPr/>
        <p:txBody>
          <a:bodyPr/>
          <a:lstStyle/>
          <a:p>
            <a:fld id="{86CB4B4D-7CA3-9044-876B-883B54F8677D}" type="slidenum">
              <a:rPr lang="en-US" smtClean="0"/>
              <a:pPr/>
              <a:t>61</a:t>
            </a:fld>
            <a:endParaRPr lang="en-US"/>
          </a:p>
        </p:txBody>
      </p:sp>
    </p:spTree>
    <p:extLst>
      <p:ext uri="{BB962C8B-B14F-4D97-AF65-F5344CB8AC3E}">
        <p14:creationId xmlns:p14="http://schemas.microsoft.com/office/powerpoint/2010/main" val="1489262430"/>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AFCA118A-EDC7-D3DC-41DE-5C1EC626C13F}"/>
              </a:ext>
            </a:extLst>
          </p:cNvPr>
          <p:cNvSpPr>
            <a:spLocks noGrp="1" noChangeArrowheads="1"/>
          </p:cNvSpPr>
          <p:nvPr>
            <p:ph type="title"/>
          </p:nvPr>
        </p:nvSpPr>
        <p:spPr/>
        <p:txBody>
          <a:bodyPr/>
          <a:lstStyle/>
          <a:p>
            <a:pPr>
              <a:defRPr/>
            </a:pPr>
            <a:r>
              <a:rPr lang="en-US" dirty="0">
                <a:cs typeface="+mj-cs"/>
              </a:rPr>
              <a:t>Conditioning</a:t>
            </a:r>
          </a:p>
        </p:txBody>
      </p:sp>
      <p:sp>
        <p:nvSpPr>
          <p:cNvPr id="572419" name="Rectangle 3">
            <a:extLst>
              <a:ext uri="{FF2B5EF4-FFF2-40B4-BE49-F238E27FC236}">
                <a16:creationId xmlns:a16="http://schemas.microsoft.com/office/drawing/2014/main" id="{45E2D295-9958-3F32-F7F8-2A01CCF6C366}"/>
              </a:ext>
            </a:extLst>
          </p:cNvPr>
          <p:cNvSpPr>
            <a:spLocks noGrp="1" noChangeArrowheads="1"/>
          </p:cNvSpPr>
          <p:nvPr>
            <p:ph type="body" idx="1"/>
          </p:nvPr>
        </p:nvSpPr>
        <p:spPr>
          <a:xfrm>
            <a:off x="2681288" y="1936750"/>
            <a:ext cx="7791450" cy="4114800"/>
          </a:xfrm>
        </p:spPr>
        <p:txBody>
          <a:bodyPr/>
          <a:lstStyle/>
          <a:p>
            <a:pPr marL="0" indent="0">
              <a:lnSpc>
                <a:spcPct val="90000"/>
              </a:lnSpc>
              <a:buNone/>
              <a:defRPr/>
            </a:pPr>
            <a:r>
              <a:rPr lang="en-US" dirty="0">
                <a:solidFill>
                  <a:srgbClr val="FFFFFF"/>
                </a:solidFill>
                <a:cs typeface="+mn-cs"/>
                <a:sym typeface="Symbol" charset="0"/>
              </a:rPr>
              <a:t>              X1</a:t>
            </a:r>
          </a:p>
          <a:p>
            <a:pPr marL="0" indent="0">
              <a:lnSpc>
                <a:spcPct val="90000"/>
              </a:lnSpc>
              <a:buNone/>
              <a:defRPr/>
            </a:pPr>
            <a:r>
              <a:rPr lang="en-US" dirty="0">
                <a:solidFill>
                  <a:srgbClr val="FFFFFF"/>
                </a:solidFill>
                <a:cs typeface="+mn-cs"/>
                <a:sym typeface="Symbol" charset="0"/>
              </a:rPr>
              <a:t>       S1              </a:t>
            </a:r>
            <a:r>
              <a:rPr lang="en-US" dirty="0">
                <a:solidFill>
                  <a:srgbClr val="FFFFFF"/>
                </a:solidFill>
                <a:sym typeface="Symbol" charset="0"/>
              </a:rPr>
              <a:t>S4</a:t>
            </a:r>
            <a:endParaRPr lang="en-US" dirty="0">
              <a:solidFill>
                <a:srgbClr val="FFFFFF"/>
              </a:solidFill>
              <a:cs typeface="+mn-cs"/>
              <a:sym typeface="Symbol" charset="0"/>
            </a:endParaRPr>
          </a:p>
          <a:p>
            <a:pPr marL="0" indent="0">
              <a:lnSpc>
                <a:spcPct val="90000"/>
              </a:lnSpc>
              <a:buNone/>
              <a:defRPr/>
            </a:pPr>
            <a:r>
              <a:rPr lang="en-US" dirty="0">
                <a:solidFill>
                  <a:srgbClr val="FFFFFF"/>
                </a:solidFill>
                <a:cs typeface="+mn-cs"/>
                <a:sym typeface="Symbol" charset="0"/>
              </a:rPr>
              <a:t>X2                          X4</a:t>
            </a:r>
          </a:p>
          <a:p>
            <a:pPr marL="0" indent="0">
              <a:lnSpc>
                <a:spcPct val="90000"/>
              </a:lnSpc>
              <a:buNone/>
              <a:defRPr/>
            </a:pPr>
            <a:r>
              <a:rPr lang="en-US" dirty="0">
                <a:solidFill>
                  <a:srgbClr val="FFFFFF"/>
                </a:solidFill>
                <a:cs typeface="+mn-cs"/>
                <a:sym typeface="Symbol" charset="0"/>
              </a:rPr>
              <a:t>       S2               S3</a:t>
            </a:r>
          </a:p>
          <a:p>
            <a:pPr marL="0" indent="0">
              <a:lnSpc>
                <a:spcPct val="90000"/>
              </a:lnSpc>
              <a:buNone/>
              <a:defRPr/>
            </a:pPr>
            <a:r>
              <a:rPr lang="en-US" dirty="0">
                <a:solidFill>
                  <a:srgbClr val="FFFFFF"/>
                </a:solidFill>
                <a:cs typeface="+mn-cs"/>
                <a:sym typeface="Symbol" charset="0"/>
              </a:rPr>
              <a:t>                X3</a:t>
            </a:r>
          </a:p>
          <a:p>
            <a:pPr marL="0" indent="0">
              <a:lnSpc>
                <a:spcPct val="90000"/>
              </a:lnSpc>
              <a:buNone/>
              <a:defRPr/>
            </a:pPr>
            <a:endParaRPr lang="en-US" dirty="0">
              <a:solidFill>
                <a:srgbClr val="FFFFFF"/>
              </a:solidFill>
              <a:cs typeface="+mn-cs"/>
              <a:sym typeface="Symbol" charset="0"/>
            </a:endParaRPr>
          </a:p>
          <a:p>
            <a:pPr marL="0" indent="0">
              <a:lnSpc>
                <a:spcPct val="90000"/>
              </a:lnSpc>
              <a:buNone/>
              <a:defRPr/>
            </a:pPr>
            <a:r>
              <a:rPr lang="en-US" b="1" dirty="0">
                <a:solidFill>
                  <a:srgbClr val="FFFFFF"/>
                </a:solidFill>
                <a:cs typeface="+mn-cs"/>
                <a:sym typeface="Symbol" charset="0"/>
              </a:rPr>
              <a:t>S</a:t>
            </a:r>
            <a:r>
              <a:rPr lang="en-US" dirty="0">
                <a:solidFill>
                  <a:srgbClr val="FFFFFF"/>
                </a:solidFill>
                <a:cs typeface="+mn-cs"/>
                <a:sym typeface="Symbol" charset="0"/>
              </a:rPr>
              <a:t> = {S1,S2,S3,S4}</a:t>
            </a:r>
            <a:endParaRPr lang="en-US" b="1" dirty="0">
              <a:solidFill>
                <a:srgbClr val="FFFFFF"/>
              </a:solidFill>
              <a:cs typeface="+mn-cs"/>
              <a:sym typeface="Symbol" charset="0"/>
            </a:endParaRPr>
          </a:p>
        </p:txBody>
      </p:sp>
      <p:sp>
        <p:nvSpPr>
          <p:cNvPr id="26628" name="Line 4">
            <a:extLst>
              <a:ext uri="{FF2B5EF4-FFF2-40B4-BE49-F238E27FC236}">
                <a16:creationId xmlns:a16="http://schemas.microsoft.com/office/drawing/2014/main" id="{3B61AA0A-5E57-E982-A2E3-49DDB1AE69A5}"/>
              </a:ext>
            </a:extLst>
          </p:cNvPr>
          <p:cNvSpPr>
            <a:spLocks noChangeShapeType="1"/>
          </p:cNvSpPr>
          <p:nvPr/>
        </p:nvSpPr>
        <p:spPr bwMode="auto">
          <a:xfrm flipV="1">
            <a:off x="3048000" y="2743200"/>
            <a:ext cx="381000"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6629" name="Line 10">
            <a:extLst>
              <a:ext uri="{FF2B5EF4-FFF2-40B4-BE49-F238E27FC236}">
                <a16:creationId xmlns:a16="http://schemas.microsoft.com/office/drawing/2014/main" id="{5A156564-2718-9902-F36F-1D2D47D11DB1}"/>
              </a:ext>
            </a:extLst>
          </p:cNvPr>
          <p:cNvSpPr>
            <a:spLocks noChangeShapeType="1"/>
          </p:cNvSpPr>
          <p:nvPr/>
        </p:nvSpPr>
        <p:spPr bwMode="auto">
          <a:xfrm>
            <a:off x="3810000" y="4114800"/>
            <a:ext cx="533400" cy="3048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cxnSp>
        <p:nvCxnSpPr>
          <p:cNvPr id="26630" name="Straight Arrow Connector 2">
            <a:extLst>
              <a:ext uri="{FF2B5EF4-FFF2-40B4-BE49-F238E27FC236}">
                <a16:creationId xmlns:a16="http://schemas.microsoft.com/office/drawing/2014/main" id="{068CDAE2-B9D3-9083-CDA5-596D364C8C0B}"/>
              </a:ext>
            </a:extLst>
          </p:cNvPr>
          <p:cNvCxnSpPr>
            <a:cxnSpLocks noChangeShapeType="1"/>
          </p:cNvCxnSpPr>
          <p:nvPr/>
        </p:nvCxnSpPr>
        <p:spPr bwMode="auto">
          <a:xfrm flipH="1">
            <a:off x="3657600" y="2286000"/>
            <a:ext cx="457200" cy="22860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31" name="Straight Arrow Connector 13">
            <a:extLst>
              <a:ext uri="{FF2B5EF4-FFF2-40B4-BE49-F238E27FC236}">
                <a16:creationId xmlns:a16="http://schemas.microsoft.com/office/drawing/2014/main" id="{0FD93EDB-1D48-BB50-EA1C-0ADB28E030B2}"/>
              </a:ext>
            </a:extLst>
          </p:cNvPr>
          <p:cNvCxnSpPr>
            <a:cxnSpLocks noChangeShapeType="1"/>
          </p:cNvCxnSpPr>
          <p:nvPr/>
        </p:nvCxnSpPr>
        <p:spPr bwMode="auto">
          <a:xfrm>
            <a:off x="3124200" y="3505200"/>
            <a:ext cx="304800" cy="30480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sp>
        <p:nvSpPr>
          <p:cNvPr id="26632" name="Line 4">
            <a:extLst>
              <a:ext uri="{FF2B5EF4-FFF2-40B4-BE49-F238E27FC236}">
                <a16:creationId xmlns:a16="http://schemas.microsoft.com/office/drawing/2014/main" id="{0DC0785A-BE8E-EC25-1DAC-7D8F2F5EEB71}"/>
              </a:ext>
            </a:extLst>
          </p:cNvPr>
          <p:cNvSpPr>
            <a:spLocks noChangeShapeType="1"/>
          </p:cNvSpPr>
          <p:nvPr/>
        </p:nvSpPr>
        <p:spPr bwMode="auto">
          <a:xfrm>
            <a:off x="4876800" y="2286000"/>
            <a:ext cx="381000"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6633" name="Line 10">
            <a:extLst>
              <a:ext uri="{FF2B5EF4-FFF2-40B4-BE49-F238E27FC236}">
                <a16:creationId xmlns:a16="http://schemas.microsoft.com/office/drawing/2014/main" id="{3C64D88E-2921-575C-09BD-84FC61E77A0C}"/>
              </a:ext>
            </a:extLst>
          </p:cNvPr>
          <p:cNvSpPr>
            <a:spLocks noChangeShapeType="1"/>
          </p:cNvSpPr>
          <p:nvPr/>
        </p:nvSpPr>
        <p:spPr bwMode="auto">
          <a:xfrm flipV="1">
            <a:off x="5867400" y="3505200"/>
            <a:ext cx="228600" cy="2286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cxnSp>
        <p:nvCxnSpPr>
          <p:cNvPr id="26634" name="Straight Arrow Connector 19">
            <a:extLst>
              <a:ext uri="{FF2B5EF4-FFF2-40B4-BE49-F238E27FC236}">
                <a16:creationId xmlns:a16="http://schemas.microsoft.com/office/drawing/2014/main" id="{2FA59419-8B05-6662-2D92-689B4EC4961D}"/>
              </a:ext>
            </a:extLst>
          </p:cNvPr>
          <p:cNvCxnSpPr>
            <a:cxnSpLocks noChangeShapeType="1"/>
          </p:cNvCxnSpPr>
          <p:nvPr/>
        </p:nvCxnSpPr>
        <p:spPr bwMode="auto">
          <a:xfrm flipH="1" flipV="1">
            <a:off x="5638800" y="2971800"/>
            <a:ext cx="228600" cy="22860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35" name="Straight Arrow Connector 20">
            <a:extLst>
              <a:ext uri="{FF2B5EF4-FFF2-40B4-BE49-F238E27FC236}">
                <a16:creationId xmlns:a16="http://schemas.microsoft.com/office/drawing/2014/main" id="{A8C7D6F3-A5ED-04C4-E9DB-037810C93C38}"/>
              </a:ext>
            </a:extLst>
          </p:cNvPr>
          <p:cNvCxnSpPr>
            <a:cxnSpLocks noChangeShapeType="1"/>
          </p:cNvCxnSpPr>
          <p:nvPr/>
        </p:nvCxnSpPr>
        <p:spPr bwMode="auto">
          <a:xfrm flipV="1">
            <a:off x="5029200" y="3962400"/>
            <a:ext cx="304800" cy="304800"/>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sp>
        <p:nvSpPr>
          <p:cNvPr id="2" name="Slide Number Placeholder 1">
            <a:extLst>
              <a:ext uri="{FF2B5EF4-FFF2-40B4-BE49-F238E27FC236}">
                <a16:creationId xmlns:a16="http://schemas.microsoft.com/office/drawing/2014/main" id="{93F578CD-945D-B04B-8758-FBFACC4C83D1}"/>
              </a:ext>
            </a:extLst>
          </p:cNvPr>
          <p:cNvSpPr>
            <a:spLocks noGrp="1"/>
          </p:cNvSpPr>
          <p:nvPr>
            <p:ph type="sldNum" sz="quarter" idx="10"/>
          </p:nvPr>
        </p:nvSpPr>
        <p:spPr/>
        <p:txBody>
          <a:bodyPr/>
          <a:lstStyle/>
          <a:p>
            <a:fld id="{6B69CBE1-A7D5-7240-8D99-C0F6CAE01367}" type="slidenum">
              <a:rPr lang="en-US" altLang="en-US" smtClean="0"/>
              <a:pPr/>
              <a:t>62</a:t>
            </a:fld>
            <a:endParaRPr lang="en-US"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AFCA118A-EDC7-D3DC-41DE-5C1EC626C13F}"/>
              </a:ext>
            </a:extLst>
          </p:cNvPr>
          <p:cNvSpPr>
            <a:spLocks noGrp="1" noChangeArrowheads="1"/>
          </p:cNvSpPr>
          <p:nvPr>
            <p:ph type="title"/>
          </p:nvPr>
        </p:nvSpPr>
        <p:spPr/>
        <p:txBody>
          <a:bodyPr/>
          <a:lstStyle/>
          <a:p>
            <a:pPr>
              <a:defRPr/>
            </a:pPr>
            <a:r>
              <a:rPr lang="en-US" dirty="0">
                <a:cs typeface="+mj-cs"/>
              </a:rPr>
              <a:t>Conditioning</a:t>
            </a:r>
          </a:p>
        </p:txBody>
      </p:sp>
      <p:sp>
        <p:nvSpPr>
          <p:cNvPr id="4" name="TextBox 3">
            <a:extLst>
              <a:ext uri="{FF2B5EF4-FFF2-40B4-BE49-F238E27FC236}">
                <a16:creationId xmlns:a16="http://schemas.microsoft.com/office/drawing/2014/main" id="{F4BBEB3B-3E6B-1190-CA5C-3F8E7A1A5190}"/>
              </a:ext>
            </a:extLst>
          </p:cNvPr>
          <p:cNvSpPr txBox="1"/>
          <p:nvPr/>
        </p:nvSpPr>
        <p:spPr>
          <a:xfrm>
            <a:off x="1311638" y="5105401"/>
            <a:ext cx="10286999" cy="1366528"/>
          </a:xfrm>
          <a:prstGeom prst="rect">
            <a:avLst/>
          </a:prstGeom>
          <a:noFill/>
        </p:spPr>
        <p:txBody>
          <a:bodyPr wrap="square" rtlCol="0">
            <a:spAutoFit/>
          </a:bodyPr>
          <a:lstStyle/>
          <a:p>
            <a:pPr marL="0" indent="0">
              <a:lnSpc>
                <a:spcPct val="90000"/>
              </a:lnSpc>
              <a:buNone/>
              <a:defRPr/>
            </a:pPr>
            <a:r>
              <a:rPr lang="en-US" sz="3600" dirty="0">
                <a:solidFill>
                  <a:srgbClr val="FFFFFF"/>
                </a:solidFill>
                <a:cs typeface="+mn-cs"/>
                <a:sym typeface="Symbol" charset="0"/>
              </a:rPr>
              <a:t>X1 is independent of X3 conditional on {X2, X4, </a:t>
            </a:r>
            <a:r>
              <a:rPr lang="en-US" sz="3600" b="1" dirty="0">
                <a:solidFill>
                  <a:srgbClr val="FFFFFF"/>
                </a:solidFill>
                <a:cs typeface="+mn-cs"/>
                <a:sym typeface="Symbol" charset="0"/>
              </a:rPr>
              <a:t>S</a:t>
            </a:r>
            <a:r>
              <a:rPr lang="en-US" sz="3600" dirty="0">
                <a:solidFill>
                  <a:srgbClr val="FFFFFF"/>
                </a:solidFill>
                <a:cs typeface="+mn-cs"/>
                <a:sym typeface="Symbol" charset="0"/>
              </a:rPr>
              <a:t>}</a:t>
            </a:r>
          </a:p>
          <a:p>
            <a:pPr marL="0" indent="0">
              <a:lnSpc>
                <a:spcPct val="90000"/>
              </a:lnSpc>
              <a:buNone/>
              <a:defRPr/>
            </a:pPr>
            <a:r>
              <a:rPr lang="en-US" sz="3600" dirty="0">
                <a:solidFill>
                  <a:srgbClr val="FFFFFF"/>
                </a:solidFill>
                <a:cs typeface="+mn-cs"/>
                <a:sym typeface="Symbol" charset="0"/>
              </a:rPr>
              <a:t>X2 is independent of X4 conditional on {X1, X3, </a:t>
            </a:r>
            <a:r>
              <a:rPr lang="en-US" sz="3600" b="1" dirty="0">
                <a:solidFill>
                  <a:srgbClr val="FFFFFF"/>
                </a:solidFill>
                <a:cs typeface="+mn-cs"/>
                <a:sym typeface="Symbol" charset="0"/>
              </a:rPr>
              <a:t>S</a:t>
            </a:r>
            <a:r>
              <a:rPr lang="en-US" sz="3600" dirty="0">
                <a:solidFill>
                  <a:srgbClr val="FFFFFF"/>
                </a:solidFill>
                <a:cs typeface="+mn-cs"/>
                <a:sym typeface="Symbol" charset="0"/>
              </a:rPr>
              <a:t>}</a:t>
            </a:r>
          </a:p>
          <a:p>
            <a:endParaRPr lang="en-US"/>
          </a:p>
        </p:txBody>
      </p:sp>
      <p:sp>
        <p:nvSpPr>
          <p:cNvPr id="8" name="TextBox 7">
            <a:extLst>
              <a:ext uri="{FF2B5EF4-FFF2-40B4-BE49-F238E27FC236}">
                <a16:creationId xmlns:a16="http://schemas.microsoft.com/office/drawing/2014/main" id="{761B5541-77C8-B468-AF0B-EE148D3B4208}"/>
              </a:ext>
            </a:extLst>
          </p:cNvPr>
          <p:cNvSpPr txBox="1"/>
          <p:nvPr/>
        </p:nvSpPr>
        <p:spPr>
          <a:xfrm>
            <a:off x="1311639" y="2528553"/>
            <a:ext cx="9346368" cy="584775"/>
          </a:xfrm>
          <a:prstGeom prst="rect">
            <a:avLst/>
          </a:prstGeom>
          <a:noFill/>
        </p:spPr>
        <p:txBody>
          <a:bodyPr wrap="square">
            <a:spAutoFit/>
          </a:bodyPr>
          <a:lstStyle/>
          <a:p>
            <a:r>
              <a:rPr lang="en-US" sz="3200" dirty="0">
                <a:solidFill>
                  <a:srgbClr val="FFFFFF"/>
                </a:solidFill>
                <a:cs typeface="+mn-cs"/>
                <a:sym typeface="Symbol" charset="0"/>
              </a:rPr>
              <a:t>What conditional independencies hold? </a:t>
            </a:r>
            <a:endParaRPr lang="en-US" sz="3200"/>
          </a:p>
        </p:txBody>
      </p:sp>
      <p:sp>
        <p:nvSpPr>
          <p:cNvPr id="2" name="Slide Number Placeholder 1">
            <a:extLst>
              <a:ext uri="{FF2B5EF4-FFF2-40B4-BE49-F238E27FC236}">
                <a16:creationId xmlns:a16="http://schemas.microsoft.com/office/drawing/2014/main" id="{262A03D2-E6CA-B84E-A785-19BD5DE9E855}"/>
              </a:ext>
            </a:extLst>
          </p:cNvPr>
          <p:cNvSpPr>
            <a:spLocks noGrp="1"/>
          </p:cNvSpPr>
          <p:nvPr>
            <p:ph type="sldNum" sz="quarter" idx="10"/>
          </p:nvPr>
        </p:nvSpPr>
        <p:spPr/>
        <p:txBody>
          <a:bodyPr/>
          <a:lstStyle/>
          <a:p>
            <a:fld id="{6B69CBE1-A7D5-7240-8D99-C0F6CAE01367}" type="slidenum">
              <a:rPr lang="en-US" altLang="en-US" smtClean="0"/>
              <a:pPr/>
              <a:t>63</a:t>
            </a:fld>
            <a:endParaRPr lang="en-US" altLang="en-US"/>
          </a:p>
        </p:txBody>
      </p:sp>
    </p:spTree>
    <p:extLst>
      <p:ext uri="{BB962C8B-B14F-4D97-AF65-F5344CB8AC3E}">
        <p14:creationId xmlns:p14="http://schemas.microsoft.com/office/powerpoint/2010/main" val="32161941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AFCA118A-EDC7-D3DC-41DE-5C1EC626C13F}"/>
              </a:ext>
            </a:extLst>
          </p:cNvPr>
          <p:cNvSpPr>
            <a:spLocks noGrp="1" noChangeArrowheads="1"/>
          </p:cNvSpPr>
          <p:nvPr>
            <p:ph type="title"/>
          </p:nvPr>
        </p:nvSpPr>
        <p:spPr/>
        <p:txBody>
          <a:bodyPr/>
          <a:lstStyle/>
          <a:p>
            <a:pPr>
              <a:defRPr/>
            </a:pPr>
            <a:r>
              <a:rPr lang="en-US" dirty="0">
                <a:cs typeface="+mj-cs"/>
              </a:rPr>
              <a:t>Conditioning</a:t>
            </a:r>
          </a:p>
        </p:txBody>
      </p:sp>
      <p:sp>
        <p:nvSpPr>
          <p:cNvPr id="572419" name="Rectangle 3">
            <a:extLst>
              <a:ext uri="{FF2B5EF4-FFF2-40B4-BE49-F238E27FC236}">
                <a16:creationId xmlns:a16="http://schemas.microsoft.com/office/drawing/2014/main" id="{45E2D295-9958-3F32-F7F8-2A01CCF6C366}"/>
              </a:ext>
            </a:extLst>
          </p:cNvPr>
          <p:cNvSpPr>
            <a:spLocks noGrp="1" noChangeArrowheads="1"/>
          </p:cNvSpPr>
          <p:nvPr>
            <p:ph type="body" idx="1"/>
          </p:nvPr>
        </p:nvSpPr>
        <p:spPr>
          <a:xfrm>
            <a:off x="1574800" y="1829112"/>
            <a:ext cx="8456404" cy="2957434"/>
          </a:xfrm>
        </p:spPr>
        <p:txBody>
          <a:bodyPr/>
          <a:lstStyle/>
          <a:p>
            <a:pPr marL="0" indent="0">
              <a:lnSpc>
                <a:spcPct val="90000"/>
              </a:lnSpc>
              <a:buNone/>
              <a:defRPr/>
            </a:pPr>
            <a:r>
              <a:rPr lang="en-US" dirty="0">
                <a:solidFill>
                  <a:srgbClr val="FFFFFF"/>
                </a:solidFill>
                <a:cs typeface="+mn-cs"/>
                <a:sym typeface="Symbol" charset="0"/>
              </a:rPr>
              <a:t>                        X1</a:t>
            </a:r>
          </a:p>
          <a:p>
            <a:pPr marL="0" indent="0">
              <a:lnSpc>
                <a:spcPct val="90000"/>
              </a:lnSpc>
              <a:buNone/>
              <a:defRPr/>
            </a:pPr>
            <a:r>
              <a:rPr lang="en-US" dirty="0">
                <a:solidFill>
                  <a:srgbClr val="FFFFFF"/>
                </a:solidFill>
                <a:cs typeface="+mn-cs"/>
                <a:sym typeface="Symbol" charset="0"/>
              </a:rPr>
              <a:t>       </a:t>
            </a:r>
          </a:p>
          <a:p>
            <a:pPr marL="0" indent="0">
              <a:lnSpc>
                <a:spcPct val="90000"/>
              </a:lnSpc>
              <a:buNone/>
              <a:defRPr/>
            </a:pPr>
            <a:r>
              <a:rPr lang="en-US" dirty="0">
                <a:solidFill>
                  <a:srgbClr val="FFFFFF"/>
                </a:solidFill>
                <a:cs typeface="+mn-cs"/>
                <a:sym typeface="Symbol" charset="0"/>
              </a:rPr>
              <a:t>         X2                          X4</a:t>
            </a:r>
          </a:p>
          <a:p>
            <a:pPr marL="0" indent="0">
              <a:lnSpc>
                <a:spcPct val="90000"/>
              </a:lnSpc>
              <a:buNone/>
              <a:defRPr/>
            </a:pPr>
            <a:r>
              <a:rPr lang="en-US" dirty="0">
                <a:solidFill>
                  <a:srgbClr val="FFFFFF"/>
                </a:solidFill>
                <a:cs typeface="+mn-cs"/>
                <a:sym typeface="Symbol" charset="0"/>
              </a:rPr>
              <a:t>       </a:t>
            </a:r>
          </a:p>
          <a:p>
            <a:pPr marL="0" indent="0">
              <a:lnSpc>
                <a:spcPct val="90000"/>
              </a:lnSpc>
              <a:buNone/>
              <a:defRPr/>
            </a:pPr>
            <a:r>
              <a:rPr lang="en-US" dirty="0">
                <a:solidFill>
                  <a:srgbClr val="FFFFFF"/>
                </a:solidFill>
                <a:cs typeface="+mn-cs"/>
                <a:sym typeface="Symbol" charset="0"/>
              </a:rPr>
              <a:t>                          X3</a:t>
            </a:r>
          </a:p>
          <a:p>
            <a:pPr marL="0" indent="0">
              <a:lnSpc>
                <a:spcPct val="90000"/>
              </a:lnSpc>
              <a:buNone/>
              <a:defRPr/>
            </a:pPr>
            <a:endParaRPr lang="en-US" dirty="0">
              <a:solidFill>
                <a:srgbClr val="FFFFFF"/>
              </a:solidFill>
              <a:cs typeface="+mn-cs"/>
              <a:sym typeface="Symbol" charset="0"/>
            </a:endParaRPr>
          </a:p>
        </p:txBody>
      </p:sp>
      <p:sp>
        <p:nvSpPr>
          <p:cNvPr id="26628" name="Line 4">
            <a:extLst>
              <a:ext uri="{FF2B5EF4-FFF2-40B4-BE49-F238E27FC236}">
                <a16:creationId xmlns:a16="http://schemas.microsoft.com/office/drawing/2014/main" id="{3B61AA0A-5E57-E982-A2E3-49DDB1AE69A5}"/>
              </a:ext>
            </a:extLst>
          </p:cNvPr>
          <p:cNvSpPr>
            <a:spLocks noChangeShapeType="1"/>
          </p:cNvSpPr>
          <p:nvPr/>
        </p:nvSpPr>
        <p:spPr bwMode="auto">
          <a:xfrm flipV="1">
            <a:off x="3019828" y="2239468"/>
            <a:ext cx="939383" cy="663315"/>
          </a:xfrm>
          <a:prstGeom prst="line">
            <a:avLst/>
          </a:prstGeom>
          <a:noFill/>
          <a:ln w="38100">
            <a:solidFill>
              <a:schemeClr val="tx1"/>
            </a:solidFill>
            <a:round/>
            <a:headEnd/>
            <a:tailEnd type="non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sp>
        <p:nvSpPr>
          <p:cNvPr id="26629" name="Line 10">
            <a:extLst>
              <a:ext uri="{FF2B5EF4-FFF2-40B4-BE49-F238E27FC236}">
                <a16:creationId xmlns:a16="http://schemas.microsoft.com/office/drawing/2014/main" id="{5A156564-2718-9902-F36F-1D2D47D11DB1}"/>
              </a:ext>
            </a:extLst>
          </p:cNvPr>
          <p:cNvSpPr>
            <a:spLocks noChangeShapeType="1"/>
          </p:cNvSpPr>
          <p:nvPr/>
        </p:nvSpPr>
        <p:spPr bwMode="auto">
          <a:xfrm>
            <a:off x="3019828" y="3413126"/>
            <a:ext cx="1175479" cy="808116"/>
          </a:xfrm>
          <a:prstGeom prst="line">
            <a:avLst/>
          </a:prstGeom>
          <a:noFill/>
          <a:ln w="38100">
            <a:solidFill>
              <a:schemeClr val="tx1"/>
            </a:solidFill>
            <a:round/>
            <a:headEnd type="none" w="med" len="med"/>
            <a:tailEnd type="none"/>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FFFFFF"/>
              </a:solidFill>
              <a:latin typeface="Symbol" pitchFamily="2" charset="2"/>
              <a:ea typeface="ＭＳ Ｐゴシック" panose="020B0600070205080204" pitchFamily="34" charset="-128"/>
            </a:endParaRPr>
          </a:p>
        </p:txBody>
      </p:sp>
      <p:cxnSp>
        <p:nvCxnSpPr>
          <p:cNvPr id="26634" name="Straight Arrow Connector 19">
            <a:extLst>
              <a:ext uri="{FF2B5EF4-FFF2-40B4-BE49-F238E27FC236}">
                <a16:creationId xmlns:a16="http://schemas.microsoft.com/office/drawing/2014/main" id="{2FA59419-8B05-6662-2D92-689B4EC4961D}"/>
              </a:ext>
            </a:extLst>
          </p:cNvPr>
          <p:cNvCxnSpPr>
            <a:cxnSpLocks noChangeShapeType="1"/>
          </p:cNvCxnSpPr>
          <p:nvPr/>
        </p:nvCxnSpPr>
        <p:spPr bwMode="auto">
          <a:xfrm flipH="1" flipV="1">
            <a:off x="4652507" y="2301302"/>
            <a:ext cx="970613" cy="807596"/>
          </a:xfrm>
          <a:prstGeom prst="straightConnector1">
            <a:avLst/>
          </a:prstGeom>
          <a:noFill/>
          <a:ln w="3810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26635" name="Straight Arrow Connector 20">
            <a:extLst>
              <a:ext uri="{FF2B5EF4-FFF2-40B4-BE49-F238E27FC236}">
                <a16:creationId xmlns:a16="http://schemas.microsoft.com/office/drawing/2014/main" id="{A8C7D6F3-A5ED-04C4-E9DB-037810C93C38}"/>
              </a:ext>
            </a:extLst>
          </p:cNvPr>
          <p:cNvCxnSpPr>
            <a:cxnSpLocks noChangeShapeType="1"/>
          </p:cNvCxnSpPr>
          <p:nvPr/>
        </p:nvCxnSpPr>
        <p:spPr bwMode="auto">
          <a:xfrm flipV="1">
            <a:off x="4881107" y="3542467"/>
            <a:ext cx="921895" cy="655716"/>
          </a:xfrm>
          <a:prstGeom prst="straightConnector1">
            <a:avLst/>
          </a:prstGeom>
          <a:noFill/>
          <a:ln w="38100">
            <a:solidFill>
              <a:schemeClr val="tx1"/>
            </a:solidFill>
            <a:round/>
            <a:headEnd/>
            <a:tailEnd type="none" w="med" len="med"/>
          </a:ln>
          <a:extLst>
            <a:ext uri="{909E8E84-426E-40DD-AFC4-6F175D3DCCD1}">
              <a14:hiddenFill xmlns:a14="http://schemas.microsoft.com/office/drawing/2010/main">
                <a:noFill/>
              </a14:hiddenFill>
            </a:ext>
          </a:extLst>
        </p:spPr>
      </p:cxnSp>
      <p:sp>
        <p:nvSpPr>
          <p:cNvPr id="4" name="TextBox 3">
            <a:extLst>
              <a:ext uri="{FF2B5EF4-FFF2-40B4-BE49-F238E27FC236}">
                <a16:creationId xmlns:a16="http://schemas.microsoft.com/office/drawing/2014/main" id="{F4BBEB3B-3E6B-1190-CA5C-3F8E7A1A5190}"/>
              </a:ext>
            </a:extLst>
          </p:cNvPr>
          <p:cNvSpPr txBox="1"/>
          <p:nvPr/>
        </p:nvSpPr>
        <p:spPr>
          <a:xfrm>
            <a:off x="1311639" y="5105401"/>
            <a:ext cx="9683646" cy="1366528"/>
          </a:xfrm>
          <a:prstGeom prst="rect">
            <a:avLst/>
          </a:prstGeom>
          <a:noFill/>
        </p:spPr>
        <p:txBody>
          <a:bodyPr wrap="square" rtlCol="0">
            <a:spAutoFit/>
          </a:bodyPr>
          <a:lstStyle/>
          <a:p>
            <a:pPr marL="0" indent="0">
              <a:lnSpc>
                <a:spcPct val="90000"/>
              </a:lnSpc>
              <a:buNone/>
              <a:defRPr/>
            </a:pPr>
            <a:r>
              <a:rPr lang="en-US" sz="3600" dirty="0">
                <a:solidFill>
                  <a:srgbClr val="FFFFFF"/>
                </a:solidFill>
                <a:cs typeface="+mn-cs"/>
                <a:sym typeface="Symbol" charset="0"/>
              </a:rPr>
              <a:t>X1 is independent of X3 conditional on {X2, X4}</a:t>
            </a:r>
          </a:p>
          <a:p>
            <a:pPr marL="0" indent="0">
              <a:lnSpc>
                <a:spcPct val="90000"/>
              </a:lnSpc>
              <a:buNone/>
              <a:defRPr/>
            </a:pPr>
            <a:r>
              <a:rPr lang="en-US" sz="3600" dirty="0">
                <a:solidFill>
                  <a:srgbClr val="FFFFFF"/>
                </a:solidFill>
                <a:cs typeface="+mn-cs"/>
                <a:sym typeface="Symbol" charset="0"/>
              </a:rPr>
              <a:t>X2 is independent of X4 conditional on {X1, X3}</a:t>
            </a:r>
          </a:p>
          <a:p>
            <a:endParaRPr lang="en-US"/>
          </a:p>
        </p:txBody>
      </p:sp>
      <p:sp>
        <p:nvSpPr>
          <p:cNvPr id="2" name="Slide Number Placeholder 1">
            <a:extLst>
              <a:ext uri="{FF2B5EF4-FFF2-40B4-BE49-F238E27FC236}">
                <a16:creationId xmlns:a16="http://schemas.microsoft.com/office/drawing/2014/main" id="{EAADD312-3157-254B-A2FD-7C9FA4D8FB07}"/>
              </a:ext>
            </a:extLst>
          </p:cNvPr>
          <p:cNvSpPr>
            <a:spLocks noGrp="1"/>
          </p:cNvSpPr>
          <p:nvPr>
            <p:ph type="sldNum" sz="quarter" idx="10"/>
          </p:nvPr>
        </p:nvSpPr>
        <p:spPr/>
        <p:txBody>
          <a:bodyPr/>
          <a:lstStyle/>
          <a:p>
            <a:fld id="{6B69CBE1-A7D5-7240-8D99-C0F6CAE01367}" type="slidenum">
              <a:rPr lang="en-US" altLang="en-US" smtClean="0"/>
              <a:pPr/>
              <a:t>64</a:t>
            </a:fld>
            <a:endParaRPr lang="en-US" altLang="en-US"/>
          </a:p>
        </p:txBody>
      </p:sp>
    </p:spTree>
    <p:extLst>
      <p:ext uri="{BB962C8B-B14F-4D97-AF65-F5344CB8AC3E}">
        <p14:creationId xmlns:p14="http://schemas.microsoft.com/office/powerpoint/2010/main" val="1006733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DA9FC927-A0EA-DB6B-3913-8F348D42E552}"/>
              </a:ext>
            </a:extLst>
          </p:cNvPr>
          <p:cNvSpPr>
            <a:spLocks noGrp="1" noChangeArrowheads="1"/>
          </p:cNvSpPr>
          <p:nvPr>
            <p:ph type="title"/>
          </p:nvPr>
        </p:nvSpPr>
        <p:spPr/>
        <p:txBody>
          <a:bodyPr/>
          <a:lstStyle/>
          <a:p>
            <a:pPr>
              <a:defRPr/>
            </a:pPr>
            <a:r>
              <a:rPr lang="en-US" sz="4000" dirty="0"/>
              <a:t>Reinterpret Partial Ancestral Graph for Selection Bias</a:t>
            </a:r>
            <a:endParaRPr lang="en-US" dirty="0">
              <a:cs typeface="+mj-cs"/>
            </a:endParaRPr>
          </a:p>
        </p:txBody>
      </p:sp>
      <p:sp>
        <p:nvSpPr>
          <p:cNvPr id="851971" name="Rectangle 3">
            <a:extLst>
              <a:ext uri="{FF2B5EF4-FFF2-40B4-BE49-F238E27FC236}">
                <a16:creationId xmlns:a16="http://schemas.microsoft.com/office/drawing/2014/main" id="{C4A193ED-50B9-E38D-DF3A-3342FFDFF15A}"/>
              </a:ext>
            </a:extLst>
          </p:cNvPr>
          <p:cNvSpPr>
            <a:spLocks noGrp="1" noChangeArrowheads="1"/>
          </p:cNvSpPr>
          <p:nvPr>
            <p:ph type="body" idx="1"/>
          </p:nvPr>
        </p:nvSpPr>
        <p:spPr/>
        <p:txBody>
          <a:bodyPr/>
          <a:lstStyle/>
          <a:p>
            <a:pPr>
              <a:lnSpc>
                <a:spcPct val="90000"/>
              </a:lnSpc>
            </a:pPr>
            <a:r>
              <a:rPr lang="en-US" altLang="en-US" sz="2800" i="1"/>
              <a:t>A</a:t>
            </a:r>
            <a:r>
              <a:rPr lang="en-US" altLang="en-US" sz="2800"/>
              <a:t> is adjacent to </a:t>
            </a:r>
            <a:r>
              <a:rPr lang="en-US" altLang="en-US" sz="2800" i="1"/>
              <a:t>B</a:t>
            </a:r>
            <a:r>
              <a:rPr lang="en-US" altLang="en-US" sz="2800"/>
              <a:t> iff </a:t>
            </a:r>
            <a:r>
              <a:rPr lang="en-US" altLang="en-US" sz="2800" i="1"/>
              <a:t>A</a:t>
            </a:r>
            <a:r>
              <a:rPr lang="en-US" altLang="en-US" sz="2800"/>
              <a:t> and </a:t>
            </a:r>
            <a:r>
              <a:rPr lang="en-US" altLang="en-US" sz="2800" i="1"/>
              <a:t>B</a:t>
            </a:r>
            <a:r>
              <a:rPr lang="en-US" altLang="en-US" sz="2800"/>
              <a:t> are not d-separated conditional on any subset of the observed variable in any DAG in the I-equivalence class. </a:t>
            </a:r>
            <a:endParaRPr lang="en-US" altLang="en-US" sz="2800" b="1" i="1" baseline="-25000"/>
          </a:p>
          <a:p>
            <a:pPr>
              <a:lnSpc>
                <a:spcPct val="90000"/>
              </a:lnSpc>
            </a:pPr>
            <a:r>
              <a:rPr lang="en-US" altLang="en-US" sz="2800" i="1"/>
              <a:t>A</a:t>
            </a:r>
            <a:r>
              <a:rPr lang="en-US" altLang="en-US" sz="2800"/>
              <a:t> </a:t>
            </a:r>
            <a:r>
              <a:rPr lang="en-US" altLang="en-US" sz="2800">
                <a:sym typeface="Symbol" pitchFamily="2" charset="2"/>
              </a:rPr>
              <a:t> </a:t>
            </a:r>
            <a:r>
              <a:rPr lang="en-US" altLang="en-US" sz="2800" i="1">
                <a:sym typeface="Symbol" pitchFamily="2" charset="2"/>
              </a:rPr>
              <a:t>B</a:t>
            </a:r>
            <a:r>
              <a:rPr lang="en-US" altLang="en-US" sz="2800">
                <a:sym typeface="Symbol" pitchFamily="2" charset="2"/>
              </a:rPr>
              <a:t> iff </a:t>
            </a:r>
            <a:r>
              <a:rPr lang="en-US" altLang="en-US" sz="2800" i="1">
                <a:sym typeface="Symbol" pitchFamily="2" charset="2"/>
              </a:rPr>
              <a:t>A</a:t>
            </a:r>
            <a:r>
              <a:rPr lang="en-US" altLang="en-US" sz="2800">
                <a:sym typeface="Symbol" pitchFamily="2" charset="2"/>
              </a:rPr>
              <a:t> is an ancestor of </a:t>
            </a:r>
            <a:r>
              <a:rPr lang="en-US" altLang="en-US" sz="2800" i="1">
                <a:sym typeface="Symbol" pitchFamily="2" charset="2"/>
              </a:rPr>
              <a:t>B</a:t>
            </a:r>
            <a:r>
              <a:rPr lang="en-US" altLang="en-US" sz="2800">
                <a:sym typeface="Symbol" pitchFamily="2" charset="2"/>
              </a:rPr>
              <a:t> </a:t>
            </a:r>
            <a:r>
              <a:rPr lang="en-US" altLang="en-US" sz="2800" b="1">
                <a:sym typeface="Symbol" pitchFamily="2" charset="2"/>
              </a:rPr>
              <a:t>or of a selection variable</a:t>
            </a:r>
            <a:r>
              <a:rPr lang="en-US" altLang="en-US" sz="2800">
                <a:sym typeface="Symbol" pitchFamily="2" charset="2"/>
              </a:rPr>
              <a:t>  in every </a:t>
            </a:r>
            <a:r>
              <a:rPr lang="en-US" altLang="en-US" sz="2800"/>
              <a:t>DAG in the I-equivalence class</a:t>
            </a:r>
            <a:r>
              <a:rPr lang="en-US" altLang="en-US" sz="2800" i="1"/>
              <a:t>.</a:t>
            </a:r>
          </a:p>
          <a:p>
            <a:pPr>
              <a:lnSpc>
                <a:spcPct val="90000"/>
              </a:lnSpc>
            </a:pPr>
            <a:r>
              <a:rPr lang="en-US" altLang="en-US" sz="2800" i="1"/>
              <a:t>A</a:t>
            </a:r>
            <a:r>
              <a:rPr lang="en-US" altLang="en-US" sz="2800"/>
              <a:t> </a:t>
            </a:r>
            <a:r>
              <a:rPr lang="en-US" altLang="en-US" sz="2800">
                <a:sym typeface="Symbol" pitchFamily="2" charset="2"/>
              </a:rPr>
              <a:t></a:t>
            </a:r>
            <a:r>
              <a:rPr lang="en-US" altLang="en-US" sz="2800" i="1">
                <a:sym typeface="Symbol" pitchFamily="2" charset="2"/>
              </a:rPr>
              <a:t> B</a:t>
            </a:r>
            <a:r>
              <a:rPr lang="en-US" altLang="en-US" sz="2800">
                <a:sym typeface="Symbol" pitchFamily="2" charset="2"/>
              </a:rPr>
              <a:t> iff </a:t>
            </a:r>
            <a:r>
              <a:rPr lang="en-US" altLang="en-US" sz="2800" i="1">
                <a:sym typeface="Symbol" pitchFamily="2" charset="2"/>
              </a:rPr>
              <a:t>A</a:t>
            </a:r>
            <a:r>
              <a:rPr lang="en-US" altLang="en-US" sz="2800">
                <a:sym typeface="Symbol" pitchFamily="2" charset="2"/>
              </a:rPr>
              <a:t> and </a:t>
            </a:r>
            <a:r>
              <a:rPr lang="en-US" altLang="en-US" sz="2800" i="1">
                <a:sym typeface="Symbol" pitchFamily="2" charset="2"/>
              </a:rPr>
              <a:t>B</a:t>
            </a:r>
            <a:r>
              <a:rPr lang="en-US" altLang="en-US" sz="2800">
                <a:sym typeface="Symbol" pitchFamily="2" charset="2"/>
              </a:rPr>
              <a:t> are not ancestors of each other </a:t>
            </a:r>
            <a:r>
              <a:rPr lang="en-US" altLang="en-US" sz="2800" b="1">
                <a:sym typeface="Symbol" pitchFamily="2" charset="2"/>
              </a:rPr>
              <a:t>or of a selection variable</a:t>
            </a:r>
            <a:r>
              <a:rPr lang="en-US" altLang="en-US" sz="2800">
                <a:sym typeface="Symbol" pitchFamily="2" charset="2"/>
              </a:rPr>
              <a:t> in every </a:t>
            </a:r>
            <a:r>
              <a:rPr lang="en-US" altLang="en-US" sz="2800"/>
              <a:t>DAG in the I-equivalence class.</a:t>
            </a:r>
          </a:p>
          <a:p>
            <a:pPr>
              <a:lnSpc>
                <a:spcPct val="90000"/>
              </a:lnSpc>
            </a:pPr>
            <a:r>
              <a:rPr lang="en-US" altLang="en-US" sz="2800" i="1"/>
              <a:t>A</a:t>
            </a:r>
            <a:r>
              <a:rPr lang="en-US" altLang="en-US" sz="2800"/>
              <a:t> o</a:t>
            </a:r>
            <a:r>
              <a:rPr lang="en-US" altLang="en-US" sz="2800">
                <a:sym typeface="Symbol" pitchFamily="2" charset="2"/>
              </a:rPr>
              <a:t> </a:t>
            </a:r>
            <a:r>
              <a:rPr lang="en-US" altLang="en-US" sz="2800" i="1">
                <a:sym typeface="Symbol" pitchFamily="2" charset="2"/>
              </a:rPr>
              <a:t>B</a:t>
            </a:r>
            <a:r>
              <a:rPr lang="en-US" altLang="en-US" sz="2800">
                <a:sym typeface="Symbol" pitchFamily="2" charset="2"/>
              </a:rPr>
              <a:t> iff </a:t>
            </a:r>
            <a:r>
              <a:rPr lang="en-US" altLang="en-US" sz="2800" i="1">
                <a:sym typeface="Symbol" pitchFamily="2" charset="2"/>
              </a:rPr>
              <a:t>B</a:t>
            </a:r>
            <a:r>
              <a:rPr lang="en-US" altLang="en-US" sz="2800">
                <a:sym typeface="Symbol" pitchFamily="2" charset="2"/>
              </a:rPr>
              <a:t> is not an ancestor of </a:t>
            </a:r>
            <a:r>
              <a:rPr lang="en-US" altLang="en-US" sz="2800" i="1">
                <a:sym typeface="Symbol" pitchFamily="2" charset="2"/>
              </a:rPr>
              <a:t>A</a:t>
            </a:r>
            <a:r>
              <a:rPr lang="en-US" altLang="en-US" sz="2800">
                <a:sym typeface="Symbol" pitchFamily="2" charset="2"/>
              </a:rPr>
              <a:t> </a:t>
            </a:r>
            <a:r>
              <a:rPr lang="en-US" altLang="en-US" sz="2800" b="1">
                <a:sym typeface="Symbol" pitchFamily="2" charset="2"/>
              </a:rPr>
              <a:t>or of a selection variable</a:t>
            </a:r>
            <a:r>
              <a:rPr lang="en-US" altLang="en-US" sz="2800">
                <a:sym typeface="Symbol" pitchFamily="2" charset="2"/>
              </a:rPr>
              <a:t> in every </a:t>
            </a:r>
            <a:r>
              <a:rPr lang="en-US" altLang="en-US" sz="2800"/>
              <a:t>DAG in the I-equivalence class</a:t>
            </a:r>
            <a:r>
              <a:rPr lang="en-US" altLang="en-US" sz="2800" i="1"/>
              <a:t>.</a:t>
            </a:r>
          </a:p>
          <a:p>
            <a:pPr>
              <a:lnSpc>
                <a:spcPct val="90000"/>
              </a:lnSpc>
            </a:pPr>
            <a:r>
              <a:rPr lang="en-US" altLang="en-US" sz="2800" i="1"/>
              <a:t>A</a:t>
            </a:r>
            <a:r>
              <a:rPr lang="en-US" altLang="en-US" sz="2800"/>
              <a:t> o</a:t>
            </a:r>
            <a:r>
              <a:rPr lang="en-US" altLang="en-US" sz="2800">
                <a:sym typeface="Symbol" pitchFamily="2" charset="2"/>
              </a:rPr>
              <a:t></a:t>
            </a:r>
            <a:r>
              <a:rPr lang="en-US" altLang="en-US" sz="2800"/>
              <a:t>o </a:t>
            </a:r>
            <a:r>
              <a:rPr lang="en-US" altLang="en-US" sz="2800" i="1"/>
              <a:t>B</a:t>
            </a:r>
            <a:r>
              <a:rPr lang="en-US" altLang="en-US" sz="2800"/>
              <a:t> places no restriction on ancestor relations</a:t>
            </a:r>
          </a:p>
          <a:p>
            <a:pPr>
              <a:lnSpc>
                <a:spcPct val="90000"/>
              </a:lnSpc>
            </a:pPr>
            <a:r>
              <a:rPr lang="en-US" altLang="en-US" sz="2800" b="1" i="1"/>
              <a:t>A</a:t>
            </a:r>
            <a:r>
              <a:rPr lang="en-US" altLang="en-US" sz="2800" b="1"/>
              <a:t> – </a:t>
            </a:r>
            <a:r>
              <a:rPr lang="en-US" altLang="en-US" sz="2800" b="1" i="1"/>
              <a:t>B </a:t>
            </a:r>
            <a:r>
              <a:rPr lang="en-US" altLang="en-US" sz="2800" b="1"/>
              <a:t>iff </a:t>
            </a:r>
            <a:r>
              <a:rPr lang="en-US" altLang="en-US" sz="2800" b="1" i="1"/>
              <a:t>A</a:t>
            </a:r>
            <a:r>
              <a:rPr lang="en-US" altLang="en-US" sz="2800" b="1"/>
              <a:t> and </a:t>
            </a:r>
            <a:r>
              <a:rPr lang="en-US" altLang="en-US" sz="2800" b="1" i="1"/>
              <a:t>B</a:t>
            </a:r>
            <a:r>
              <a:rPr lang="en-US" altLang="en-US" sz="2800" b="1"/>
              <a:t> are both ancestors of  a selection variable.</a:t>
            </a:r>
            <a:endParaRPr lang="en-US" altLang="en-US" sz="2800" b="1" i="1"/>
          </a:p>
        </p:txBody>
      </p:sp>
      <p:sp>
        <p:nvSpPr>
          <p:cNvPr id="2" name="Slide Number Placeholder 1">
            <a:extLst>
              <a:ext uri="{FF2B5EF4-FFF2-40B4-BE49-F238E27FC236}">
                <a16:creationId xmlns:a16="http://schemas.microsoft.com/office/drawing/2014/main" id="{9DECD604-7712-DA45-A361-B27A689AFCC4}"/>
              </a:ext>
            </a:extLst>
          </p:cNvPr>
          <p:cNvSpPr>
            <a:spLocks noGrp="1"/>
          </p:cNvSpPr>
          <p:nvPr>
            <p:ph type="sldNum" sz="quarter" idx="10"/>
          </p:nvPr>
        </p:nvSpPr>
        <p:spPr/>
        <p:txBody>
          <a:bodyPr/>
          <a:lstStyle/>
          <a:p>
            <a:fld id="{6B69CBE1-A7D5-7240-8D99-C0F6CAE01367}" type="slidenum">
              <a:rPr lang="en-US" altLang="en-US" smtClean="0"/>
              <a:pPr/>
              <a:t>65</a:t>
            </a:fld>
            <a:endParaRPr lang="en-US" altLang="en-US"/>
          </a:p>
        </p:txBody>
      </p:sp>
    </p:spTree>
    <p:extLst>
      <p:ext uri="{BB962C8B-B14F-4D97-AF65-F5344CB8AC3E}">
        <p14:creationId xmlns:p14="http://schemas.microsoft.com/office/powerpoint/2010/main" val="1248506077"/>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E0B2D-3196-951D-0917-77F7B44621D6}"/>
              </a:ext>
            </a:extLst>
          </p:cNvPr>
          <p:cNvSpPr>
            <a:spLocks noGrp="1"/>
          </p:cNvSpPr>
          <p:nvPr>
            <p:ph type="title"/>
          </p:nvPr>
        </p:nvSpPr>
        <p:spPr/>
        <p:txBody>
          <a:bodyPr/>
          <a:lstStyle/>
          <a:p>
            <a:r>
              <a:rPr lang="en-US"/>
              <a:t>Extra Orientation Rules</a:t>
            </a:r>
          </a:p>
        </p:txBody>
      </p:sp>
      <p:pic>
        <p:nvPicPr>
          <p:cNvPr id="8" name="Content Placeholder 7">
            <a:extLst>
              <a:ext uri="{FF2B5EF4-FFF2-40B4-BE49-F238E27FC236}">
                <a16:creationId xmlns:a16="http://schemas.microsoft.com/office/drawing/2014/main" id="{3AF73487-F59B-B9D9-D8D1-064B865F04EB}"/>
              </a:ext>
            </a:extLst>
          </p:cNvPr>
          <p:cNvPicPr>
            <a:picLocks noGrp="1" noChangeAspect="1"/>
          </p:cNvPicPr>
          <p:nvPr>
            <p:ph idx="1"/>
          </p:nvPr>
        </p:nvPicPr>
        <p:blipFill>
          <a:blip r:embed="rId2"/>
          <a:stretch>
            <a:fillRect/>
          </a:stretch>
        </p:blipFill>
        <p:spPr>
          <a:xfrm>
            <a:off x="1973542" y="1828800"/>
            <a:ext cx="8244915" cy="4343400"/>
          </a:xfrm>
        </p:spPr>
      </p:pic>
      <p:sp>
        <p:nvSpPr>
          <p:cNvPr id="3" name="Slide Number Placeholder 2">
            <a:extLst>
              <a:ext uri="{FF2B5EF4-FFF2-40B4-BE49-F238E27FC236}">
                <a16:creationId xmlns:a16="http://schemas.microsoft.com/office/drawing/2014/main" id="{DBF7BA9C-3DB3-9B4B-BD45-B16783D64B22}"/>
              </a:ext>
            </a:extLst>
          </p:cNvPr>
          <p:cNvSpPr>
            <a:spLocks noGrp="1"/>
          </p:cNvSpPr>
          <p:nvPr>
            <p:ph type="sldNum" sz="quarter" idx="12"/>
          </p:nvPr>
        </p:nvSpPr>
        <p:spPr/>
        <p:txBody>
          <a:bodyPr/>
          <a:lstStyle/>
          <a:p>
            <a:fld id="{76749A6E-9360-A341-A128-CA2094A18C67}" type="slidenum">
              <a:rPr lang="en-US" altLang="en-US" smtClean="0"/>
              <a:pPr/>
              <a:t>66</a:t>
            </a:fld>
            <a:endParaRPr lang="en-US" altLang="en-US"/>
          </a:p>
        </p:txBody>
      </p:sp>
    </p:spTree>
    <p:extLst>
      <p:ext uri="{BB962C8B-B14F-4D97-AF65-F5344CB8AC3E}">
        <p14:creationId xmlns:p14="http://schemas.microsoft.com/office/powerpoint/2010/main" val="32486476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6366-7D35-EE48-A8B6-686C3C64F6EA}"/>
              </a:ext>
            </a:extLst>
          </p:cNvPr>
          <p:cNvSpPr>
            <a:spLocks noGrp="1"/>
          </p:cNvSpPr>
          <p:nvPr>
            <p:ph type="title"/>
          </p:nvPr>
        </p:nvSpPr>
        <p:spPr/>
        <p:txBody>
          <a:bodyPr/>
          <a:lstStyle/>
          <a:p>
            <a:r>
              <a:rPr lang="en-US"/>
              <a:t>Extra Orientation Rules</a:t>
            </a:r>
          </a:p>
        </p:txBody>
      </p:sp>
      <p:pic>
        <p:nvPicPr>
          <p:cNvPr id="8" name="Content Placeholder 7">
            <a:extLst>
              <a:ext uri="{FF2B5EF4-FFF2-40B4-BE49-F238E27FC236}">
                <a16:creationId xmlns:a16="http://schemas.microsoft.com/office/drawing/2014/main" id="{BBBB6040-0341-A553-A962-11BD13468C83}"/>
              </a:ext>
            </a:extLst>
          </p:cNvPr>
          <p:cNvPicPr>
            <a:picLocks noGrp="1" noChangeAspect="1"/>
          </p:cNvPicPr>
          <p:nvPr>
            <p:ph idx="1"/>
          </p:nvPr>
        </p:nvPicPr>
        <p:blipFill>
          <a:blip r:embed="rId2"/>
          <a:stretch>
            <a:fillRect/>
          </a:stretch>
        </p:blipFill>
        <p:spPr>
          <a:xfrm>
            <a:off x="2000009" y="1828800"/>
            <a:ext cx="8191982" cy="4343400"/>
          </a:xfrm>
        </p:spPr>
      </p:pic>
      <p:sp>
        <p:nvSpPr>
          <p:cNvPr id="3" name="Slide Number Placeholder 2">
            <a:extLst>
              <a:ext uri="{FF2B5EF4-FFF2-40B4-BE49-F238E27FC236}">
                <a16:creationId xmlns:a16="http://schemas.microsoft.com/office/drawing/2014/main" id="{7A34A0F1-4306-484B-B87A-9277219AE794}"/>
              </a:ext>
            </a:extLst>
          </p:cNvPr>
          <p:cNvSpPr>
            <a:spLocks noGrp="1"/>
          </p:cNvSpPr>
          <p:nvPr>
            <p:ph type="sldNum" sz="quarter" idx="12"/>
          </p:nvPr>
        </p:nvSpPr>
        <p:spPr/>
        <p:txBody>
          <a:bodyPr/>
          <a:lstStyle/>
          <a:p>
            <a:fld id="{76749A6E-9360-A341-A128-CA2094A18C67}" type="slidenum">
              <a:rPr lang="en-US" altLang="en-US" smtClean="0"/>
              <a:pPr/>
              <a:t>67</a:t>
            </a:fld>
            <a:endParaRPr lang="en-US" altLang="en-US"/>
          </a:p>
        </p:txBody>
      </p:sp>
    </p:spTree>
    <p:extLst>
      <p:ext uri="{BB962C8B-B14F-4D97-AF65-F5344CB8AC3E}">
        <p14:creationId xmlns:p14="http://schemas.microsoft.com/office/powerpoint/2010/main" val="9181908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AEFD-A961-848D-E258-3A261E97BBA1}"/>
              </a:ext>
            </a:extLst>
          </p:cNvPr>
          <p:cNvSpPr>
            <a:spLocks noGrp="1"/>
          </p:cNvSpPr>
          <p:nvPr>
            <p:ph type="title"/>
          </p:nvPr>
        </p:nvSpPr>
        <p:spPr/>
        <p:txBody>
          <a:bodyPr/>
          <a:lstStyle/>
          <a:p>
            <a:r>
              <a:rPr lang="en-US"/>
              <a:t>Other extensions</a:t>
            </a:r>
          </a:p>
        </p:txBody>
      </p:sp>
      <p:sp>
        <p:nvSpPr>
          <p:cNvPr id="3" name="Content Placeholder 2">
            <a:extLst>
              <a:ext uri="{FF2B5EF4-FFF2-40B4-BE49-F238E27FC236}">
                <a16:creationId xmlns:a16="http://schemas.microsoft.com/office/drawing/2014/main" id="{C6AAC3DF-B843-02A1-4837-83930AA4E915}"/>
              </a:ext>
            </a:extLst>
          </p:cNvPr>
          <p:cNvSpPr>
            <a:spLocks noGrp="1"/>
          </p:cNvSpPr>
          <p:nvPr>
            <p:ph idx="1"/>
          </p:nvPr>
        </p:nvSpPr>
        <p:spPr/>
        <p:txBody>
          <a:bodyPr/>
          <a:lstStyle/>
          <a:p>
            <a:r>
              <a:rPr lang="en-US"/>
              <a:t>Can  speed  up FCI at cost of informativeness by limiting  size of conditioning sets.</a:t>
            </a:r>
          </a:p>
          <a:p>
            <a:r>
              <a:rPr lang="en-US"/>
              <a:t>Can deal with missing values by performing tests only on  subset of units that have  no missing values.</a:t>
            </a:r>
          </a:p>
          <a:p>
            <a:r>
              <a:rPr lang="en-US"/>
              <a:t>Can deal with missing values by performing tests on units that have all  values for variables in conditional independence test under mild restrictions on structure. </a:t>
            </a:r>
          </a:p>
        </p:txBody>
      </p:sp>
      <p:sp>
        <p:nvSpPr>
          <p:cNvPr id="7" name="Slide Number Placeholder 6">
            <a:extLst>
              <a:ext uri="{FF2B5EF4-FFF2-40B4-BE49-F238E27FC236}">
                <a16:creationId xmlns:a16="http://schemas.microsoft.com/office/drawing/2014/main" id="{9A899A28-1894-544E-9377-FEC48AB2EA2E}"/>
              </a:ext>
            </a:extLst>
          </p:cNvPr>
          <p:cNvSpPr>
            <a:spLocks noGrp="1"/>
          </p:cNvSpPr>
          <p:nvPr>
            <p:ph type="sldNum" sz="quarter" idx="12"/>
          </p:nvPr>
        </p:nvSpPr>
        <p:spPr/>
        <p:txBody>
          <a:bodyPr/>
          <a:lstStyle/>
          <a:p>
            <a:fld id="{76749A6E-9360-A341-A128-CA2094A18C67}" type="slidenum">
              <a:rPr lang="en-US" altLang="en-US" smtClean="0"/>
              <a:pPr/>
              <a:t>68</a:t>
            </a:fld>
            <a:endParaRPr lang="en-US" altLang="en-US"/>
          </a:p>
        </p:txBody>
      </p:sp>
    </p:spTree>
    <p:extLst>
      <p:ext uri="{BB962C8B-B14F-4D97-AF65-F5344CB8AC3E}">
        <p14:creationId xmlns:p14="http://schemas.microsoft.com/office/powerpoint/2010/main" val="37600838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2.9"/>
</p:tagLst>
</file>

<file path=ppt/tags/tag2.xml><?xml version="1.0" encoding="utf-8"?>
<p:tagLst xmlns:a="http://schemas.openxmlformats.org/drawingml/2006/main" xmlns:r="http://schemas.openxmlformats.org/officeDocument/2006/relationships" xmlns:p="http://schemas.openxmlformats.org/presentationml/2006/main">
  <p:tag name="TIMING" val="|8."/>
</p:tagLst>
</file>

<file path=ppt/tags/tag3.xml><?xml version="1.0" encoding="utf-8"?>
<p:tagLst xmlns:a="http://schemas.openxmlformats.org/drawingml/2006/main" xmlns:r="http://schemas.openxmlformats.org/officeDocument/2006/relationships" xmlns:p="http://schemas.openxmlformats.org/presentationml/2006/main">
  <p:tag name="TIMING" val="|39.5"/>
</p:tagLst>
</file>

<file path=ppt/theme/theme1.xml><?xml version="1.0" encoding="utf-8"?>
<a:theme xmlns:a="http://schemas.openxmlformats.org/drawingml/2006/main" name="Calm">
  <a:themeElements>
    <a:clrScheme name="Calm 1">
      <a:dk1>
        <a:srgbClr val="000000"/>
      </a:dk1>
      <a:lt1>
        <a:srgbClr val="FFFFFF"/>
      </a:lt1>
      <a:dk2>
        <a:srgbClr val="000066"/>
      </a:dk2>
      <a:lt2>
        <a:srgbClr val="FFCC66"/>
      </a:lt2>
      <a:accent1>
        <a:srgbClr val="C88500"/>
      </a:accent1>
      <a:accent2>
        <a:srgbClr val="966400"/>
      </a:accent2>
      <a:accent3>
        <a:srgbClr val="AAAAB8"/>
      </a:accent3>
      <a:accent4>
        <a:srgbClr val="DADADA"/>
      </a:accent4>
      <a:accent5>
        <a:srgbClr val="E0C2AA"/>
      </a:accent5>
      <a:accent6>
        <a:srgbClr val="875A00"/>
      </a:accent6>
      <a:hlink>
        <a:srgbClr val="FAA700"/>
      </a:hlink>
      <a:folHlink>
        <a:srgbClr val="FFDA91"/>
      </a:folHlink>
    </a:clrScheme>
    <a:fontScheme name="Calm">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Calm 1">
        <a:dk1>
          <a:srgbClr val="000000"/>
        </a:dk1>
        <a:lt1>
          <a:srgbClr val="FFFFFF"/>
        </a:lt1>
        <a:dk2>
          <a:srgbClr val="000066"/>
        </a:dk2>
        <a:lt2>
          <a:srgbClr val="FFCC66"/>
        </a:lt2>
        <a:accent1>
          <a:srgbClr val="C88500"/>
        </a:accent1>
        <a:accent2>
          <a:srgbClr val="966400"/>
        </a:accent2>
        <a:accent3>
          <a:srgbClr val="AAAAB8"/>
        </a:accent3>
        <a:accent4>
          <a:srgbClr val="DADADA"/>
        </a:accent4>
        <a:accent5>
          <a:srgbClr val="E0C2AA"/>
        </a:accent5>
        <a:accent6>
          <a:srgbClr val="875A00"/>
        </a:accent6>
        <a:hlink>
          <a:srgbClr val="FAA700"/>
        </a:hlink>
        <a:folHlink>
          <a:srgbClr val="FFDA9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400" rtl="0" fontAlgn="auto" latinLnBrk="0" hangingPunct="0">
          <a:lnSpc>
            <a:spcPct val="9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untitled 3">
  <a:themeElements>
    <a:clrScheme name="">
      <a:dk1>
        <a:srgbClr val="000000"/>
      </a:dk1>
      <a:lt1>
        <a:srgbClr val="FFFFFF"/>
      </a:lt1>
      <a:dk2>
        <a:srgbClr val="114FFB"/>
      </a:dk2>
      <a:lt2>
        <a:srgbClr val="8CF4EA"/>
      </a:lt2>
      <a:accent1>
        <a:srgbClr val="00B7A5"/>
      </a:accent1>
      <a:accent2>
        <a:srgbClr val="D49FFF"/>
      </a:accent2>
      <a:accent3>
        <a:srgbClr val="AAB2FD"/>
      </a:accent3>
      <a:accent4>
        <a:srgbClr val="DADADA"/>
      </a:accent4>
      <a:accent5>
        <a:srgbClr val="AAD8CF"/>
      </a:accent5>
      <a:accent6>
        <a:srgbClr val="C090E7"/>
      </a:accent6>
      <a:hlink>
        <a:srgbClr val="7B00E4"/>
      </a:hlink>
      <a:folHlink>
        <a:srgbClr val="618FFD"/>
      </a:folHlink>
    </a:clrScheme>
    <a:fontScheme name="untitled 3">
      <a:majorFont>
        <a:latin typeface="Times"/>
        <a:ea typeface="ＭＳ Ｐゴシック"/>
        <a:cs typeface=""/>
      </a:majorFont>
      <a:minorFont>
        <a:latin typeface="Time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300" b="0" i="0" u="none" strike="noStrike" cap="none" normalizeH="0" baseline="0">
            <a:ln>
              <a:noFill/>
            </a:ln>
            <a:solidFill>
              <a:srgbClr val="FFFFFF"/>
            </a:solidFill>
            <a:effectLst/>
            <a:latin typeface="Symbol" charset="0"/>
            <a:ea typeface="ＭＳ Ｐゴシック"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300" b="0" i="0" u="none" strike="noStrike" cap="none" normalizeH="0" baseline="0">
            <a:ln>
              <a:noFill/>
            </a:ln>
            <a:solidFill>
              <a:srgbClr val="FFFFFF"/>
            </a:solidFill>
            <a:effectLst/>
            <a:latin typeface="Symbol" charset="0"/>
            <a:ea typeface="ＭＳ Ｐゴシック" charset="0"/>
          </a:defRPr>
        </a:defPPr>
      </a:lstStyle>
    </a:lnDef>
  </a:objectDefaults>
  <a:extraClrSchemeLst>
    <a:extraClrScheme>
      <a:clrScheme name="untitled 3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ntitled 3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ntitled 3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ntitled 3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ntitled 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ntitled 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ntitled 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4135</Words>
  <Application>Microsoft Macintosh PowerPoint</Application>
  <PresentationFormat>Widescreen</PresentationFormat>
  <Paragraphs>748</Paragraphs>
  <Slides>68</Slides>
  <Notes>14</Notes>
  <HiddenSlides>0</HiddenSlides>
  <MMClips>0</MMClips>
  <ScaleCrop>false</ScaleCrop>
  <HeadingPairs>
    <vt:vector size="8" baseType="variant">
      <vt:variant>
        <vt:lpstr>Fonts Used</vt:lpstr>
      </vt:variant>
      <vt:variant>
        <vt:i4>27</vt:i4>
      </vt:variant>
      <vt:variant>
        <vt:lpstr>Theme</vt:lpstr>
      </vt:variant>
      <vt:variant>
        <vt:i4>3</vt:i4>
      </vt:variant>
      <vt:variant>
        <vt:lpstr>Embedded OLE Servers</vt:lpstr>
      </vt:variant>
      <vt:variant>
        <vt:i4>2</vt:i4>
      </vt:variant>
      <vt:variant>
        <vt:lpstr>Slide Titles</vt:lpstr>
      </vt:variant>
      <vt:variant>
        <vt:i4>68</vt:i4>
      </vt:variant>
    </vt:vector>
  </HeadingPairs>
  <TitlesOfParts>
    <vt:vector size="100" baseType="lpstr">
      <vt:lpstr>ＭＳ Ｐゴシック</vt:lpstr>
      <vt:lpstr>-apple-system</vt:lpstr>
      <vt:lpstr>Arial</vt:lpstr>
      <vt:lpstr>Baskerville</vt:lpstr>
      <vt:lpstr>Calibri</vt:lpstr>
      <vt:lpstr>Canela Bold</vt:lpstr>
      <vt:lpstr>Canela Deck Regular</vt:lpstr>
      <vt:lpstr>Canela Regular</vt:lpstr>
      <vt:lpstr>Canela Text Regular</vt:lpstr>
      <vt:lpstr>Euclid Math One</vt:lpstr>
      <vt:lpstr>Gill Sans</vt:lpstr>
      <vt:lpstr>Graphik</vt:lpstr>
      <vt:lpstr>Graphik Medium</vt:lpstr>
      <vt:lpstr>Graphik Semibold</vt:lpstr>
      <vt:lpstr>Graphik-Medium</vt:lpstr>
      <vt:lpstr>Graphik-SemiboldItalic</vt:lpstr>
      <vt:lpstr>Helvetica</vt:lpstr>
      <vt:lpstr>Helvetica Neue</vt:lpstr>
      <vt:lpstr>Helvetica Neue Light</vt:lpstr>
      <vt:lpstr>Helvetica Neue Medium</vt:lpstr>
      <vt:lpstr>Hoefler Text</vt:lpstr>
      <vt:lpstr>Lucida Grande</vt:lpstr>
      <vt:lpstr>Monotype Sorts</vt:lpstr>
      <vt:lpstr>Symbol</vt:lpstr>
      <vt:lpstr>Times</vt:lpstr>
      <vt:lpstr>Times New Roman</vt:lpstr>
      <vt:lpstr>Wingdings</vt:lpstr>
      <vt:lpstr>Calm</vt:lpstr>
      <vt:lpstr>23_ClassicWhite</vt:lpstr>
      <vt:lpstr>untitled 3</vt:lpstr>
      <vt:lpstr>Equation</vt:lpstr>
      <vt:lpstr>Picture</vt:lpstr>
      <vt:lpstr>Lecture 6  Unmeasured Confounders, Selection Bias, Missing Values   Peter Spirtes</vt:lpstr>
      <vt:lpstr>Causal Sufficiency</vt:lpstr>
      <vt:lpstr>Unmeasured Confounders</vt:lpstr>
      <vt:lpstr>Dealing with Confounders</vt:lpstr>
      <vt:lpstr>Dealing with Confounders</vt:lpstr>
      <vt:lpstr>I know There Is No Confounder: Example</vt:lpstr>
      <vt:lpstr>Dealing with Confounders</vt:lpstr>
      <vt:lpstr>Motivation</vt:lpstr>
      <vt:lpstr>Motivation</vt:lpstr>
      <vt:lpstr>Motivation</vt:lpstr>
      <vt:lpstr>Score-Based Search Over Latent Models</vt:lpstr>
      <vt:lpstr>Alternative Selection Methods</vt:lpstr>
      <vt:lpstr>DAG Models w/o Latent Variables</vt:lpstr>
      <vt:lpstr>DAG Models with Latent Variables</vt:lpstr>
      <vt:lpstr>Solution</vt:lpstr>
      <vt:lpstr>Marginalization</vt:lpstr>
      <vt:lpstr>Marginalization of DAGs</vt:lpstr>
      <vt:lpstr>Marginalizing</vt:lpstr>
      <vt:lpstr>Directed Acyclic Graphs</vt:lpstr>
      <vt:lpstr>Independence Model</vt:lpstr>
      <vt:lpstr>Probability Model</vt:lpstr>
      <vt:lpstr>Probability Model</vt:lpstr>
      <vt:lpstr>Manipulation Model</vt:lpstr>
      <vt:lpstr>Manipulation Model</vt:lpstr>
      <vt:lpstr>Manipulation Model</vt:lpstr>
      <vt:lpstr>Manipulation Model</vt:lpstr>
      <vt:lpstr>Marginalization – Independence Model</vt:lpstr>
      <vt:lpstr>Independence Model - Marginalization</vt:lpstr>
      <vt:lpstr>Maximal Ancestral Graph Models (Richardson and Spirtes)</vt:lpstr>
      <vt:lpstr>Mixed Ancestral Models</vt:lpstr>
      <vt:lpstr>PowerPoint Presentation</vt:lpstr>
      <vt:lpstr>PowerPoint Presentation</vt:lpstr>
      <vt:lpstr>m-connection</vt:lpstr>
      <vt:lpstr>Maximal mixed ancestral graph</vt:lpstr>
      <vt:lpstr>Mixed Ancestral Graph</vt:lpstr>
      <vt:lpstr>Multiple DAGs Have Same Marginal Graph</vt:lpstr>
      <vt:lpstr>Acyclic Directed Marginal Model</vt:lpstr>
      <vt:lpstr>Manipulation model only partially determined for MAGs</vt:lpstr>
      <vt:lpstr>Manipulation Model for MAGs</vt:lpstr>
      <vt:lpstr>Equivalent Mixed Ancestral Graphs</vt:lpstr>
      <vt:lpstr>Partial Ancestral Graph represents Markov-Equivalent DAG Models</vt:lpstr>
      <vt:lpstr>College Plans</vt:lpstr>
      <vt:lpstr>Mixed Ancestral Graph</vt:lpstr>
      <vt:lpstr>Some Markov Equivalent Mixed Ancestral Graphs</vt:lpstr>
      <vt:lpstr>Markov Equivalence  of MAGs</vt:lpstr>
      <vt:lpstr>Partial Ancestral Graphs</vt:lpstr>
      <vt:lpstr>Partial Ancestral Graph</vt:lpstr>
      <vt:lpstr>Partial Ancestral Graphs</vt:lpstr>
      <vt:lpstr>Partial Ancestral Graph represents I-Equivalent DAG Models</vt:lpstr>
      <vt:lpstr>Non-local Orientation Rules</vt:lpstr>
      <vt:lpstr>FCI</vt:lpstr>
      <vt:lpstr>FCI Algorithm</vt:lpstr>
      <vt:lpstr>Properties of FCI</vt:lpstr>
      <vt:lpstr>Output for College Plans </vt:lpstr>
      <vt:lpstr>Manipulation Model for PAGs</vt:lpstr>
      <vt:lpstr>Manipulation Model for PAGs</vt:lpstr>
      <vt:lpstr>Good News – Bad News</vt:lpstr>
      <vt:lpstr>Other Constraints</vt:lpstr>
      <vt:lpstr>Selection Bias</vt:lpstr>
      <vt:lpstr>Selection – Always Condition  on Membership in Sample (S=1)</vt:lpstr>
      <vt:lpstr>Selection Bias</vt:lpstr>
      <vt:lpstr>Conditioning</vt:lpstr>
      <vt:lpstr>Conditioning</vt:lpstr>
      <vt:lpstr>Conditioning</vt:lpstr>
      <vt:lpstr>Reinterpret Partial Ancestral Graph for Selection Bias</vt:lpstr>
      <vt:lpstr>Extra Orientation Rules</vt:lpstr>
      <vt:lpstr>Extra Orientation Rules</vt:lpstr>
      <vt:lpstr>Other extensions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Patterns</dc:title>
  <dc:creator>Microsoft Office User</dc:creator>
  <cp:lastModifiedBy>Microsoft Office User</cp:lastModifiedBy>
  <cp:revision>24</cp:revision>
  <dcterms:created xsi:type="dcterms:W3CDTF">2023-05-17T12:52:15Z</dcterms:created>
  <dcterms:modified xsi:type="dcterms:W3CDTF">2023-05-17T18:11:29Z</dcterms:modified>
</cp:coreProperties>
</file>