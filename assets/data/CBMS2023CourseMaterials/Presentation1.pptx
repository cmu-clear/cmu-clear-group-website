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88"/>
    <p:restoredTop sz="94708"/>
  </p:normalViewPr>
  <p:slideViewPr>
    <p:cSldViewPr snapToGrid="0" snapToObjects="1" showGuides="1">
      <p:cViewPr varScale="1">
        <p:scale>
          <a:sx n="149" d="100"/>
          <a:sy n="149" d="100"/>
        </p:scale>
        <p:origin x="208" y="15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CD626-3658-DC4A-9FDB-83006A039C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6CE4B0-D9ED-604D-8AB2-3761D999D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368D1-4692-4A4A-92ED-796D6856B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36C69-4BDE-0C44-BD48-8A9DBDD2A33C}" type="datetimeFigureOut">
              <a:rPr lang="en-US" smtClean="0"/>
              <a:t>5/10/23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2FACC-8BEA-7A43-BCC3-82C0D77D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5FD8B-2D15-5D4E-B207-5D85E2B0B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76F20-DA22-DD43-BAD2-C843BFE5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59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30A62-8E43-7D46-8116-414838A5E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5EE57-5E4D-1A4D-84A7-5A9EEDCA7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93E9D-5C42-7A45-ACC1-D26DB7927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36C69-4BDE-0C44-BD48-8A9DBDD2A33C}" type="datetimeFigureOut">
              <a:rPr lang="en-US" smtClean="0"/>
              <a:t>5/10/23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B6F0A-C56F-0C4F-AF5B-86298FF94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B56C9-7491-A147-8E69-94C9BE41F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76F20-DA22-DD43-BAD2-C843BFE5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854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AACC-187D-4E40-9CBF-66C00C410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73115-E380-584B-B4EE-23AEE0E9E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3E5C6-F63C-0F4B-BE44-E3A61E211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36C69-4BDE-0C44-BD48-8A9DBDD2A33C}" type="datetimeFigureOut">
              <a:rPr lang="en-US" smtClean="0"/>
              <a:t>5/10/23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43E9A-6EC8-4248-AC07-23B8E59F2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8A118-2C2B-FF4E-817E-023C23285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76F20-DA22-DD43-BAD2-C843BFE5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152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D045B-DF2F-A04D-98EA-0D8AE3D46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93C26-E480-5647-AAAF-625E3D6F1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01DA52-C836-D44E-AC5B-D34EF74AA3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E824B9-CDDD-DA4D-858D-09B06A15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36C69-4BDE-0C44-BD48-8A9DBDD2A33C}" type="datetimeFigureOut">
              <a:rPr lang="en-US" smtClean="0"/>
              <a:t>5/10/23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E8B031-B345-0740-BDE5-957FABE63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01AEA-3E1B-EB48-8B43-C552856AE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76F20-DA22-DD43-BAD2-C843BFE5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334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F137E-2862-E845-B264-C79A3434F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B07C2B-B42A-6840-9339-F625248AC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7D9397-A6E4-3F43-B80F-038268955D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E940B5-06D1-9C4F-BC06-AD1787E65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F5CBC5-2AAF-7647-8F03-AE4BFDD3A3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27344E-ECE4-9A4E-82F1-EC5771326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36C69-4BDE-0C44-BD48-8A9DBDD2A33C}" type="datetimeFigureOut">
              <a:rPr lang="en-US" smtClean="0"/>
              <a:t>5/10/23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3BEC54-D2C0-0F4A-B01E-45690AA7D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2CB3E4-FE54-154E-9C45-CF9E9D72D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76F20-DA22-DD43-BAD2-C843BFE5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290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951A7-403F-324A-A8CB-E1F50C3A4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F849D2-E39D-A741-8ED5-E614395CC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36C69-4BDE-0C44-BD48-8A9DBDD2A33C}" type="datetimeFigureOut">
              <a:rPr lang="en-US" smtClean="0"/>
              <a:t>5/10/23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62BFA0-D1B7-6B4B-A101-541131F97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B53F17-A027-4146-889C-454C3B9B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76F20-DA22-DD43-BAD2-C843BFE5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95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E018A0-4575-184E-8662-B774F8E47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36C69-4BDE-0C44-BD48-8A9DBDD2A33C}" type="datetimeFigureOut">
              <a:rPr lang="en-US" smtClean="0"/>
              <a:t>5/10/23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C6D759-7564-6D41-99D9-B3EC7D904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5B03B-8DFF-2645-B948-8197FE515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76F20-DA22-DD43-BAD2-C843BFE5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02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4D57F-D64B-094A-87EF-B59498B31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E5D82-87BA-2A4D-8F44-A1E5C7E47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2A6ABA-69E8-CB40-A1DD-BA008EA3C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2D9B10-8160-DC41-A5B9-0130CF78F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36C69-4BDE-0C44-BD48-8A9DBDD2A33C}" type="datetimeFigureOut">
              <a:rPr lang="en-US" smtClean="0"/>
              <a:t>5/10/23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64E24-74C6-AA4D-A48D-3150C2E7F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EA4AB6-3FB8-F543-82D8-A45685919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76F20-DA22-DD43-BAD2-C843BFE5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462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95F94-A742-514D-90FA-5AFF43565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A7952D-6BFD-A442-993B-D0B856BDC3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340846-3853-4A4C-9F43-80CDCD9FA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87443-AFE8-A142-837C-1111361DA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36C69-4BDE-0C44-BD48-8A9DBDD2A33C}" type="datetimeFigureOut">
              <a:rPr lang="en-US" smtClean="0"/>
              <a:t>5/10/23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50C42C-EAA4-8247-9F04-6D26B43D6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024D5-07C0-7448-B92B-0069CC46D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76F20-DA22-DD43-BAD2-C843BFE5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54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16D7F-CD3D-8A45-825C-617FBB249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DCE1B7-33A0-134D-8090-718410862D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9F710-DBC9-014A-ADFC-0F1E57BA6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36C69-4BDE-0C44-BD48-8A9DBDD2A33C}" type="datetimeFigureOut">
              <a:rPr lang="en-US" smtClean="0"/>
              <a:t>5/10/23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025D1-1EF0-2D41-91E1-50AF82C65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83FFF-B178-684F-A4DC-5B383A104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76F20-DA22-DD43-BAD2-C843BFE5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79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40E93D-539F-4B4C-B067-3B634641C7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B2F1EC-8BA4-B842-8203-D93E693F63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BCDAC-571D-5741-B602-DD8161D19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36C69-4BDE-0C44-BD48-8A9DBDD2A33C}" type="datetimeFigureOut">
              <a:rPr lang="en-US" smtClean="0"/>
              <a:t>5/10/23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B1BFD-E73B-A44B-8484-8476E72EB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4660E-9566-8F49-BE83-11D0B4277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76F20-DA22-DD43-BAD2-C843BFE5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297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B6C72A-AFE9-4144-B11C-9A9D94531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6BC05-D102-F34C-A27B-9C520522F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CF3F1-A44D-184D-AEB0-A309B1BA14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36C69-4BDE-0C44-BD48-8A9DBDD2A33C}" type="datetimeFigureOut">
              <a:rPr lang="en-US" smtClean="0"/>
              <a:t>5/10/23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70944-2780-6440-8B3D-A095BA894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D31B3-14B5-3F43-80C9-DEE17F1072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476F20-DA22-DD43-BAD2-C843BFE5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401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mailto:carrie@stat.tamu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7C331A-1857-274B-B595-4EA0E5A9F6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9269" y="13383"/>
            <a:ext cx="5133462" cy="6844617"/>
          </a:xfrm>
        </p:spPr>
      </p:pic>
    </p:spTree>
    <p:extLst>
      <p:ext uri="{BB962C8B-B14F-4D97-AF65-F5344CB8AC3E}">
        <p14:creationId xmlns:p14="http://schemas.microsoft.com/office/powerpoint/2010/main" val="398302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C23CE-9EC8-5E4B-B328-AE6DC51EA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991" y="1253331"/>
            <a:ext cx="7331579" cy="4351338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WiFi</a:t>
            </a:r>
            <a:r>
              <a:rPr lang="en-US" dirty="0"/>
              <a:t>: TAMU_VISITOR or </a:t>
            </a:r>
            <a:r>
              <a:rPr lang="en-US" dirty="0" err="1"/>
              <a:t>eduroam</a:t>
            </a:r>
            <a:endParaRPr lang="en-US" dirty="0"/>
          </a:p>
          <a:p>
            <a:r>
              <a:rPr lang="en-US" dirty="0"/>
              <a:t>Course materials: https://</a:t>
            </a:r>
            <a:r>
              <a:rPr lang="en-US" dirty="0" err="1"/>
              <a:t>web.stat.tamu.edu</a:t>
            </a:r>
            <a:r>
              <a:rPr lang="en-US" dirty="0"/>
              <a:t>/~</a:t>
            </a:r>
            <a:r>
              <a:rPr lang="en-US" dirty="0" err="1"/>
              <a:t>yni</a:t>
            </a:r>
            <a:r>
              <a:rPr lang="en-US" dirty="0"/>
              <a:t>/</a:t>
            </a:r>
            <a:r>
              <a:rPr lang="en-US" dirty="0" err="1"/>
              <a:t>cbms</a:t>
            </a:r>
            <a:r>
              <a:rPr lang="en-US" dirty="0"/>
              <a:t>/</a:t>
            </a:r>
          </a:p>
          <a:p>
            <a:r>
              <a:rPr lang="en-US" dirty="0"/>
              <a:t>Visitor parking: 1</a:t>
            </a:r>
            <a:r>
              <a:rPr lang="en-US" baseline="30000" dirty="0"/>
              <a:t>st</a:t>
            </a:r>
            <a:r>
              <a:rPr lang="en-US" dirty="0"/>
              <a:t> floor of the North Side Parking Garage</a:t>
            </a:r>
          </a:p>
          <a:p>
            <a:r>
              <a:rPr lang="en-US" dirty="0"/>
              <a:t>Travel awardees:</a:t>
            </a:r>
          </a:p>
          <a:p>
            <a:pPr lvl="1"/>
            <a:r>
              <a:rPr lang="en-US" dirty="0"/>
              <a:t>Domestic: a check will be sent to you (no need to send us your receipts)</a:t>
            </a:r>
          </a:p>
          <a:p>
            <a:pPr lvl="1"/>
            <a:r>
              <a:rPr lang="en-US" dirty="0"/>
              <a:t>International (Mexico and Canada included): please email your receipts to Carrie </a:t>
            </a:r>
            <a:r>
              <a:rPr lang="en-US" dirty="0" err="1"/>
              <a:t>Relles</a:t>
            </a:r>
            <a:r>
              <a:rPr lang="en-US" dirty="0"/>
              <a:t> (</a:t>
            </a:r>
            <a:r>
              <a:rPr lang="en-US" dirty="0">
                <a:hlinkClick r:id="rId2"/>
              </a:rPr>
              <a:t>carrie@stat.tamu.edu</a:t>
            </a:r>
            <a:r>
              <a:rPr lang="en-US" dirty="0"/>
              <a:t>) for reimbursement 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ED1E5566-7AF2-5B4A-9DCC-15C4D5C8C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570" y="1580205"/>
            <a:ext cx="4507220" cy="369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127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81</Words>
  <Application>Microsoft Macintosh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4</cp:revision>
  <dcterms:created xsi:type="dcterms:W3CDTF">2023-05-10T20:58:28Z</dcterms:created>
  <dcterms:modified xsi:type="dcterms:W3CDTF">2023-05-11T03:52:21Z</dcterms:modified>
</cp:coreProperties>
</file>